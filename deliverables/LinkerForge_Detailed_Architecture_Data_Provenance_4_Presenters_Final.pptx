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200" b="1">
                <a:solidFill>
                  <a:srgbClr val="F4F7F5"/>
                </a:solidFill>
                <a:latin typeface="Arial"/>
                <a:ea typeface="Arial"/>
                <a:cs typeface="Arial"/>
              </a:rPr>
              <a:t>Regional mean pLDDT (0–100)</a:t>
            </a:r>
          </a:p>
        </c:rich>
      </c:tx>
      <c:overlay val="0"/>
    </c:title>
    <c:autoTitleDeleted val="0"/>
    <c:plotArea>
      <c:layout/>
      <c:barChart>
        <c:barDir val="col"/>
        <c:grouping val="clustered"/>
        <c:varyColors val="0"/>
        <c:ser>
          <c:idx val="0"/>
          <c:order val="0"/>
          <c:tx>
            <c:v>Mean pLDDT</c:v>
          </c:tx>
          <c:spPr>
            <a:solidFill>
              <a:srgbClr val="167D89"/>
            </a:solidFill>
          </c:spPr>
          <c:invertIfNegative val="0"/>
          <c:dLbls>
            <c:spPr>
              <a:noFill/>
              <a:ln>
                <a:noFill/>
              </a:ln>
              <a:effectLst/>
            </c:spPr>
            <c:txPr>
              <a:bodyPr anchorCtr="1"/>
              <a:lstStyle/>
              <a:p>
                <a:pPr>
                  <a:defRPr sz="900">
                    <a:solidFill>
                      <a:srgbClr val="F4F7F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81.739999999999995</c:v>
                </c:pt>
                <c:pt idx="2">
                  <c:v>76.900000000000006</c:v>
                </c:pt>
                <c:pt idx="3">
                  <c:v>37.729999999999997</c:v>
                </c:pt>
              </c:numCache>
            </c:numRef>
          </c:val>
          <c:extLst>
            <c:ext xmlns:c16="http://schemas.microsoft.com/office/drawing/2014/chart" uri="{C3380CC4-5D6E-409C-BE32-E72D297353CC}">
              <c16:uniqueId val="{00000000-E8E2-4086-9564-18F0293B7F14}"/>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title>
          <c:tx>
            <c:rich>
              <a:bodyPr/>
              <a:lstStyle/>
              <a:p>
                <a:r>
                  <a:rPr sz="900">
                    <a:solidFill>
                      <a:srgbClr val="AFC0B8"/>
                    </a:solidFill>
                    <a:latin typeface="Arial"/>
                    <a:ea typeface="Arial"/>
                    <a:cs typeface="Arial"/>
                  </a:rPr>
                  <a:t>Region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F4F7F5"/>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29433A"/>
              </a:solidFill>
              <a:prstDash val="solid"/>
            </a:ln>
          </c:spPr>
        </c:majorGridlines>
        <c:title>
          <c:tx>
            <c:rich>
              <a:bodyPr/>
              <a:lstStyle/>
              <a:p>
                <a:r>
                  <a:rPr sz="900">
                    <a:solidFill>
                      <a:srgbClr val="AFC0B8"/>
                    </a:solidFill>
                    <a:latin typeface="Arial"/>
                    <a:ea typeface="Arial"/>
                    <a:cs typeface="Arial"/>
                  </a:rPr>
                  <a:t>pLDDT</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825">
                <a:solidFill>
                  <a:srgbClr val="AFC0B8"/>
                </a:solidFill>
                <a:latin typeface="Arial"/>
                <a:ea typeface="Arial"/>
                <a:cs typeface="Arial"/>
              </a:defRPr>
            </a:pPr>
            <a:endParaRPr lang="en-US"/>
          </a:p>
        </c:txPr>
        <c:crossAx val="48650112"/>
        <c:crosses val="autoZero"/>
        <c:crossBetween val="between"/>
        <c:majorUnit val="20"/>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200" b="1">
                <a:solidFill>
                  <a:srgbClr val="F4F7F5"/>
                </a:solidFill>
                <a:latin typeface="Arial"/>
                <a:ea typeface="Arial"/>
                <a:cs typeface="Arial"/>
              </a:rPr>
              <a:t>Overall and linker-region pLDDT by construct</a:t>
            </a:r>
          </a:p>
        </c:rich>
      </c:tx>
      <c:overlay val="0"/>
    </c:title>
    <c:autoTitleDeleted val="0"/>
    <c:plotArea>
      <c:layout/>
      <c:barChart>
        <c:barDir val="col"/>
        <c:grouping val="clustered"/>
        <c:varyColors val="0"/>
        <c:ser>
          <c:idx val="0"/>
          <c:order val="0"/>
          <c:tx>
            <c:v>Whole chain</c:v>
          </c:tx>
          <c:spPr>
            <a:solidFill>
              <a:srgbClr val="167D89"/>
            </a:solidFill>
          </c:spPr>
          <c:invertIfNegative val="0"/>
          <c:dLbls>
            <c:spPr>
              <a:noFill/>
              <a:ln>
                <a:noFill/>
              </a:ln>
              <a:effectLst/>
            </c:spPr>
            <c:txPr>
              <a:bodyPr anchorCtr="1"/>
              <a:lstStyle/>
              <a:p>
                <a:pPr>
                  <a:defRPr sz="750">
                    <a:solidFill>
                      <a:srgbClr val="F4F7F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Data'!$A$2:$A$8</c:f>
              <c:strCache>
                <c:ptCount val="7"/>
                <c:pt idx="0">
                  <c:v>Direct</c:v>
                </c:pt>
                <c:pt idx="1">
                  <c:v>GGGGS</c:v>
                </c:pt>
                <c:pt idx="2">
                  <c:v>GS10</c:v>
                </c:pt>
                <c:pt idx="3">
                  <c:v>(GGGGS)3</c:v>
                </c:pt>
                <c:pt idx="4">
                  <c:v>WALDO12</c:v>
                </c:pt>
                <c:pt idx="5">
                  <c:v>BIRD18</c:v>
                </c:pt>
                <c:pt idx="6">
                  <c:v>EAAAK15</c:v>
                </c:pt>
              </c:strCache>
            </c:strRef>
          </c:cat>
          <c:val>
            <c:numRef>
              <c:f>'Chart Data'!$B$2:$B$8</c:f>
              <c:numCache>
                <c:formatCode>General</c:formatCode>
                <c:ptCount val="7"/>
                <c:pt idx="0">
                  <c:v>88.25</c:v>
                </c:pt>
                <c:pt idx="1">
                  <c:v>87.03</c:v>
                </c:pt>
                <c:pt idx="2">
                  <c:v>81.739999999999995</c:v>
                </c:pt>
                <c:pt idx="3">
                  <c:v>82.75</c:v>
                </c:pt>
                <c:pt idx="4">
                  <c:v>84.09</c:v>
                </c:pt>
                <c:pt idx="5">
                  <c:v>80.209999999999994</c:v>
                </c:pt>
                <c:pt idx="6">
                  <c:v>87.88</c:v>
                </c:pt>
              </c:numCache>
            </c:numRef>
          </c:val>
          <c:extLst>
            <c:ext xmlns:c16="http://schemas.microsoft.com/office/drawing/2014/chart" uri="{C3380CC4-5D6E-409C-BE32-E72D297353CC}">
              <c16:uniqueId val="{00000000-42C4-4DFD-9D3E-A3AD36035A8E}"/>
            </c:ext>
          </c:extLst>
        </c:ser>
        <c:ser>
          <c:idx val="1"/>
          <c:order val="1"/>
          <c:tx>
            <c:v>Linker region</c:v>
          </c:tx>
          <c:spPr>
            <a:solidFill>
              <a:srgbClr val="E84AAB"/>
            </a:solidFill>
          </c:spPr>
          <c:invertIfNegative val="0"/>
          <c:dLbls>
            <c:spPr>
              <a:noFill/>
              <a:ln>
                <a:noFill/>
              </a:ln>
              <a:effectLst/>
            </c:spPr>
            <c:txPr>
              <a:bodyPr anchorCtr="1"/>
              <a:lstStyle/>
              <a:p>
                <a:pPr>
                  <a:defRPr sz="750">
                    <a:solidFill>
                      <a:srgbClr val="F4F7F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Data'!$C$2:$C$8</c:f>
              <c:strCache>
                <c:ptCount val="7"/>
                <c:pt idx="0">
                  <c:v>Direct</c:v>
                </c:pt>
                <c:pt idx="1">
                  <c:v>GGGGS</c:v>
                </c:pt>
                <c:pt idx="2">
                  <c:v>GS10</c:v>
                </c:pt>
                <c:pt idx="3">
                  <c:v>(GGGGS)3</c:v>
                </c:pt>
                <c:pt idx="4">
                  <c:v>WALDO12</c:v>
                </c:pt>
                <c:pt idx="5">
                  <c:v>BIRD18</c:v>
                </c:pt>
                <c:pt idx="6">
                  <c:v>EAAAK15</c:v>
                </c:pt>
              </c:strCache>
            </c:strRef>
          </c:cat>
          <c:val>
            <c:numRef>
              <c:f>'Chart Data'!$D$2:$D$8</c:f>
              <c:numCache>
                <c:formatCode>General</c:formatCode>
                <c:ptCount val="7"/>
                <c:pt idx="0">
                  <c:v>0</c:v>
                </c:pt>
                <c:pt idx="1">
                  <c:v>48.57</c:v>
                </c:pt>
                <c:pt idx="2">
                  <c:v>37.729999999999997</c:v>
                </c:pt>
                <c:pt idx="3">
                  <c:v>38.99</c:v>
                </c:pt>
                <c:pt idx="4">
                  <c:v>44.42</c:v>
                </c:pt>
                <c:pt idx="5">
                  <c:v>44.87</c:v>
                </c:pt>
                <c:pt idx="6">
                  <c:v>50.88</c:v>
                </c:pt>
              </c:numCache>
            </c:numRef>
          </c:val>
          <c:extLst>
            <c:ext xmlns:c16="http://schemas.microsoft.com/office/drawing/2014/chart" uri="{C3380CC4-5D6E-409C-BE32-E72D297353CC}">
              <c16:uniqueId val="{00000001-42C4-4DFD-9D3E-A3AD36035A8E}"/>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825">
                <a:solidFill>
                  <a:srgbClr val="F4F7F5"/>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29433A"/>
              </a:solidFill>
              <a:prstDash val="solid"/>
            </a:ln>
          </c:spPr>
        </c:majorGridlines>
        <c:title>
          <c:tx>
            <c:rich>
              <a:bodyPr/>
              <a:lstStyle/>
              <a:p>
                <a:r>
                  <a:rPr sz="900">
                    <a:solidFill>
                      <a:srgbClr val="AFC0B8"/>
                    </a:solidFill>
                    <a:latin typeface="Arial"/>
                    <a:ea typeface="Arial"/>
                    <a:cs typeface="Arial"/>
                  </a:rPr>
                  <a:t>pLDDT</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825">
                <a:solidFill>
                  <a:srgbClr val="AFC0B8"/>
                </a:solidFill>
                <a:latin typeface="Arial"/>
                <a:ea typeface="Arial"/>
                <a:cs typeface="Arial"/>
              </a:defRPr>
            </a:pPr>
            <a:endParaRPr lang="en-US"/>
          </a:p>
        </c:txPr>
        <c:crossAx val="48650112"/>
        <c:crosses val="autoZero"/>
        <c:crossBetween val="between"/>
        <c:majorUnit val="20"/>
      </c:valAx>
    </c:plotArea>
    <c:legend>
      <c:legendPos val="b"/>
      <c:overlay val="0"/>
      <c:txPr>
        <a:bodyPr anchorCtr="1"/>
        <a:lstStyle/>
        <a:p>
          <a:pPr>
            <a:defRPr sz="900">
              <a:solidFill>
                <a:srgbClr val="F4F7F5"/>
              </a:solidFill>
              <a:latin typeface="Arial"/>
              <a:ea typeface="Arial"/>
              <a:cs typeface="Arial"/>
            </a:defRPr>
          </a:pPr>
          <a:endParaRPr lang="en-US"/>
        </a:p>
      </c:txPr>
    </c:legend>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3 (minor)</a:t>
            </a:r>
          </a:p>
          <a:p>
            <a:endParaRPr/>
          </a:p>
          <a:p>
            <a:r>
              <a:t>Open with the scope: this is a computational workflow and evidence interface. Do not introduce it as a validated biological-success predictor.</a:t>
            </a:r>
          </a:p>
          <a:p>
            <a:endParaRPr/>
          </a:p>
          <a:p>
            <a:r>
              <a:t>Sources and evidence:</a:t>
            </a:r>
          </a:p>
          <a:p>
            <a:r>
              <a:t>- M:\ChatGPT\LinkerForge 2\README.md</a:t>
            </a:r>
          </a:p>
          <a:p>
            <a:r>
              <a:t>- M:\ChatGPT\LinkerForge 2\runs\folds\acceptance-20261020-ubiquitin-gb1-target10\pymol-open-source-preview.png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3 (minor)</a:t>
            </a:r>
          </a:p>
          <a:p>
            <a:endParaRPr/>
          </a:p>
          <a:p>
            <a:r>
              <a:t>State the handoff plan. Presenter 1 owns the rationale and design. Presenter 2 owns the scientific evidence. Presenter 4 closes with product and publication readiness.</a:t>
            </a:r>
          </a:p>
          <a:p>
            <a:endParaRPr/>
          </a:p>
          <a:p>
            <a:r>
              <a:t>Sources and evidence:</a:t>
            </a:r>
          </a:p>
          <a:p>
            <a:r>
              <a:t>- Team allocation created for this presentation; timings are presentation planning values, not scientific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Frame the biological design problem. Linker classes are established, but their effects depend on the fusion context. Avoid saying that any one class is universally superior.</a:t>
            </a:r>
          </a:p>
          <a:p>
            <a:endParaRPr/>
          </a:p>
          <a:p>
            <a:r>
              <a:t>Sources and evidence:</a:t>
            </a:r>
          </a:p>
          <a:p>
            <a:r>
              <a:t>- https://pmc.ncbi.nlm.nih.gov/articles/PMC3726540/</a:t>
            </a:r>
          </a:p>
          <a:p>
            <a:r>
              <a:t>- https://doi.org/10.1016/j.addr.2012.09.039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Use the timeline to distinguish tasks. LINKER and SynLinker support generation or retrieval. DFLpred and TransDFL detect domain-linker residues. Li and colleagues provide the strongest adjacent functional model, trained on 370 experimentally measured 18-residue linkers for one sfGFP-nanobody construct. That study strengthens the case for context-specific modelling but does not establish cross-pair generalization.</a:t>
            </a:r>
          </a:p>
          <a:p>
            <a:endParaRPr/>
          </a:p>
          <a:p>
            <a:r>
              <a:t>Sources and evidence:</a:t>
            </a:r>
          </a:p>
          <a:p>
            <a:r>
              <a:t>- https://doi.org/10.1093/protein/13.5.309</a:t>
            </a:r>
          </a:p>
          <a:p>
            <a:r>
              <a:t>- https://doi.org/10.1093/bioinformatics/btv447</a:t>
            </a:r>
          </a:p>
          <a:p>
            <a:r>
              <a:t>- https://doi.org/10.1093/bioinformatics/btw280</a:t>
            </a:r>
          </a:p>
          <a:p>
            <a:r>
              <a:t>- https://doi.org/10.1016/j.gpb.2022.10.004</a:t>
            </a:r>
          </a:p>
          <a:p>
            <a:r>
              <a:t>- https://doi.org/10.1016/j.synbio.2026.02.003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The literature shows a progression. Early tools acknowledged intuition-driven selection. SynLinker organized candidates but still described experimental selection as ad hoc. Li and colleagues then trained a multimodal functional predictor with experimental fluorescence data, but only for one fusion architecture. The CASP16 study showed that current structure ensembles can still miss experimentally observed linker-sequence effects. These are important advances, but they do not yet provide a family-disjoint benchmark for ranking linkers across unrelated domain pairs.</a:t>
            </a:r>
          </a:p>
          <a:p>
            <a:endParaRPr/>
          </a:p>
          <a:p>
            <a:r>
              <a:t>Sources and evidence:</a:t>
            </a:r>
          </a:p>
          <a:p>
            <a:r>
              <a:t>- https://academic.oup.com/peds/article-abstract/13/5/309/1505267</a:t>
            </a:r>
          </a:p>
          <a:p>
            <a:r>
              <a:t>- https://academic.oup.com/bioinformatics/article/31/22/3700/241706</a:t>
            </a:r>
          </a:p>
          <a:p>
            <a:r>
              <a:t>- https://doi.org/10.1016/j.synbio.2026.02.003</a:t>
            </a:r>
          </a:p>
          <a:p>
            <a:r>
              <a:t>- https://pmc.ncbi.nlm.nih.gov/articles/PMC12648682/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Explain the quotations as evidence with boundaries. LINKER documented that selection criteria were weak in 2000. SynLinker expanded searchable candidates but did not learn outcomes for a supplied pair. Li and colleagues provide the strongest adjacent functional evidence because they measured 370 linker variants and trained a multimodal model, but all 370 primary variants share one nanobody–sfGFP architecture and one linker length. McBride and colleagues evaluated domain-pose ensembles against solution data and found that plausible domain structures can still miss the observed interdomain distribution. Together these papers motivate pair-conditioned ranking and matched structural evaluation. They do not validate LinkerForge itself.</a:t>
            </a:r>
          </a:p>
          <a:p>
            <a:endParaRPr/>
          </a:p>
          <a:p>
            <a:r>
              <a:t>Sources and evidence:</a:t>
            </a:r>
          </a:p>
          <a:p>
            <a:r>
              <a:t>- https://doi.org/10.1093/protein/13.5.309</a:t>
            </a:r>
          </a:p>
          <a:p>
            <a:r>
              <a:t>- https://doi.org/10.1093/bioinformatics/btv447</a:t>
            </a:r>
          </a:p>
          <a:p>
            <a:r>
              <a:t>- https://doi.org/10.1016/j.synbio.2026.02.003</a:t>
            </a:r>
          </a:p>
          <a:p>
            <a:r>
              <a:t>- https://doi.org/10.1002/prot.70062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Compare methods only within their stated tasks. The 2026 multimodal study is the closest functional comparator because it uses experimental outcomes and AlphaFold-derived features. Its evidence comes from one sfGFP-nanobody architecture. LinkerForge aims to condition ranking on both domains and attachment context, then apply one matched structural and provenance contract. That broader scope could become an advantage, but the compatibility ranker has not yet been scientifically trained or shown to outperform any published model.</a:t>
            </a:r>
          </a:p>
          <a:p>
            <a:endParaRPr/>
          </a:p>
          <a:p>
            <a:r>
              <a:t>Sources and evidence:</a:t>
            </a:r>
          </a:p>
          <a:p>
            <a:r>
              <a:t>- https://doi.org/10.1093/protein/13.5.309</a:t>
            </a:r>
          </a:p>
          <a:p>
            <a:r>
              <a:t>- https://doi.org/10.1093/bioinformatics/btv447</a:t>
            </a:r>
          </a:p>
          <a:p>
            <a:r>
              <a:t>- https://doi.org/10.1093/bioinformatics/btw280</a:t>
            </a:r>
          </a:p>
          <a:p>
            <a:r>
              <a:t>- https://doi.org/10.1093/bioinformatics/btaa808</a:t>
            </a:r>
          </a:p>
          <a:p>
            <a:r>
              <a:t>- https://doi.org/10.1016/j.gpb.2022.10.004</a:t>
            </a:r>
          </a:p>
          <a:p>
            <a:r>
              <a:t>- https://doi.org/10.1016/j.synbio.2026.02.003</a:t>
            </a:r>
          </a:p>
          <a:p>
            <a:r>
              <a:t>- https://www.nature.com/articles/s41592-022-01488-1</a:t>
            </a:r>
          </a:p>
          <a:p>
            <a:r>
              <a:t>- M:\ChatGPT\LinkerForge 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a:endParaRPr/>
          </a:p>
          <a:p>
            <a:r>
              <a:t>Sources and evidence:</a:t>
            </a:r>
          </a:p>
          <a:p>
            <a:r>
              <a:t>- M:\ChatGPT\LinkerForge 2\literature\REVIEW_STATUS.md</a:t>
            </a:r>
          </a:p>
          <a:p>
            <a:r>
              <a:t>- https://doi.org/10.1016/j.synbio.2026.02.003</a:t>
            </a:r>
          </a:p>
          <a:p>
            <a:r>
              <a:t>- M:\ChatGPT\LinkerForge 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Explain the separation between implemented workflow, execution testing, and future ML evaluation. This protects the project from turning evidence of execution into an unsupported biological claim.</a:t>
            </a:r>
          </a:p>
          <a:p>
            <a:endParaRPr/>
          </a:p>
          <a:p>
            <a:r>
              <a:t>Sources and evidence:</a:t>
            </a:r>
          </a:p>
          <a:p>
            <a:r>
              <a:t>- M:\ChatGPT\LinkerForge 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Walk left to right. Candidate generation is deterministic today. ColabFold provides full-chain models and confidence artifacts. Evidence and provenance are packaged together. Rosetta is explicitly unavailable, and OpenMM is currently an execution smoke test.</a:t>
            </a:r>
          </a:p>
          <a:p>
            <a:endParaRPr/>
          </a:p>
          <a:p>
            <a:r>
              <a:t>Sources and evidence:</a:t>
            </a:r>
          </a:p>
          <a:p>
            <a:r>
              <a:t>- M:\ChatGPT\LinkerForge 2\README.md</a:t>
            </a:r>
          </a:p>
          <a:p>
            <a:r>
              <a:t>- M:\ChatGPT\LinkerForge 2\docs\FULL_FUSION_LOCAL_WORKFLOW.md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a:endParaRPr/>
          </a:p>
          <a:p>
            <a:r>
              <a:t>Sources and evidence:</a:t>
            </a:r>
          </a:p>
          <a:p>
            <a:r>
              <a:t>- M:\ChatGPT\LinkerForge 2\README.md</a:t>
            </a:r>
          </a:p>
          <a:p>
            <a:r>
              <a:t>- https://doi.org/10.1126/science.ade2574</a:t>
            </a:r>
          </a:p>
          <a:p>
            <a:r>
              <a:t>- https://openreview.net/forum?id=1YLJDvSx6J4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1 (major)</a:t>
            </a:r>
          </a:p>
          <a:p>
            <a:endParaRPr/>
          </a:p>
          <a:p>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a:endParaRPr/>
          </a:p>
          <a:p>
            <a:r>
              <a:t>Sources and evidence:</a:t>
            </a:r>
          </a:p>
          <a:p>
            <a:r>
              <a:t>- M:\ChatGPT\LinkerForge 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(major)</a:t>
            </a:r>
          </a:p>
          <a:p>
            <a:endParaRPr/>
          </a:p>
          <a:p>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a:endParaRPr/>
          </a:p>
          <a:p>
            <a:r>
              <a:t>Sources and evidence:</a:t>
            </a:r>
          </a:p>
          <a:p>
            <a:r>
              <a:t>- M:\ChatGPT\LinkerForge 2\datasets\README.md</a:t>
            </a:r>
          </a:p>
          <a:p>
            <a:r>
              <a:t>- M:\ChatGPT\LinkerForge 2\docs\LINKER_CURATION_PROTOCOL_2026-10-21.md</a:t>
            </a:r>
          </a:p>
          <a:p>
            <a:r>
              <a:t>- M:\ChatGPT\LinkerForge 2\reports\PART1_COMPLETION_AND_NATURAL_MINED_LINKER_DATASET_2026-10-19.md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(major)</a:t>
            </a:r>
          </a:p>
          <a:p>
            <a:endParaRPr/>
          </a:p>
          <a:p>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a:endParaRPr/>
          </a:p>
          <a:p>
            <a:r>
              <a:t>Sources and evidence:</a:t>
            </a:r>
          </a:p>
          <a:p>
            <a:r>
              <a:t>- M:\ChatGPT\LinkerForge 2\docs\LINKER_CURATION_PROTOCOL_2026-10-21.md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(major)</a:t>
            </a:r>
          </a:p>
          <a:p>
            <a:endParaRPr/>
          </a:p>
          <a:p>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a:endParaRPr/>
          </a:p>
          <a:p>
            <a:r>
              <a:t>Sources and evidence:</a:t>
            </a:r>
          </a:p>
          <a:p>
            <a:r>
              <a:t>- M:\ChatGPT\LinkerForge 2\datasets\README.md</a:t>
            </a:r>
          </a:p>
          <a:p>
            <a:r>
              <a:t>- M:\ChatGPT\LinkerForge 2\CLASSIFIER_DATA_GATE.md</a:t>
            </a:r>
          </a:p>
          <a:p>
            <a:r>
              <a:t>- M:\ChatGPT\LinkerForge 2\RESEARCH_HANDOFF.md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(major)</a:t>
            </a:r>
          </a:p>
          <a:p>
            <a:endParaRPr/>
          </a:p>
          <a:p>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a:endParaRPr/>
          </a:p>
          <a:p>
            <a:r>
              <a:t>Sources and evidence:</a:t>
            </a:r>
          </a:p>
          <a:p>
            <a:r>
              <a:t>- M:\ChatGPT\LinkerForge 2\README.md</a:t>
            </a:r>
          </a:p>
          <a:p>
            <a:r>
              <a:t>- M:\ChatGPT\LinkerForge 2\frontend\src\researchBundle.ts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(major)</a:t>
            </a:r>
          </a:p>
          <a:p>
            <a:endParaRPr/>
          </a:p>
          <a:p>
            <a:r>
              <a:t>Differentiate candidate enumeration from learned ranking. The candidate families and controls are operational. The ESM-2 and GNN ranker remains a specified architecture, not a validated model.</a:t>
            </a:r>
          </a:p>
          <a:p>
            <a:endParaRPr/>
          </a:p>
          <a:p>
            <a:r>
              <a:t>Sources and evidence:</a:t>
            </a:r>
          </a:p>
          <a:p>
            <a:r>
              <a:t>- M:\ChatGPT\LinkerForge 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(major)</a:t>
            </a:r>
          </a:p>
          <a:p>
            <a:endParaRPr/>
          </a:p>
          <a:p>
            <a:r>
              <a:t>Describe pLDDT as AlphaFold local confidence, not LinkerForge confidence. The linker has low mean pLDDT. Low linker confidence may be compatible with flexibility, but it does not prove flexibility. pTM and cross-domain PAE show uncertainty in global arrangement.</a:t>
            </a:r>
          </a:p>
          <a:p>
            <a:endParaRPr/>
          </a:p>
          <a:p>
            <a:r>
              <a:t>Sources and evidence:</a:t>
            </a:r>
          </a:p>
          <a:p>
            <a:r>
              <a:t>- M:\ChatGPT\LinkerForge 2\runs\folds\acceptance-20261020-ubiquitin-gb1-target10\evidence_checklist.json</a:t>
            </a:r>
          </a:p>
          <a:p>
            <a:r>
              <a:t>- M:\ChatGPT\LinkerForge 2\runs\folds\acceptance-20261020-ubiquitin-gb1-target10\pymol-open-source-preview.png</a:t>
            </a:r>
          </a:p>
          <a:p>
            <a:r>
              <a:t>- https://www.nature.com/articles/s41586-021-03819-2</a:t>
            </a:r>
          </a:p>
          <a:p>
            <a:r>
              <a:t>- https://www.nature.com/articles/s41592-022-01488-1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(major)</a:t>
            </a:r>
          </a:p>
          <a:p>
            <a:endParaRPr/>
          </a:p>
          <a:p>
            <a:r>
              <a:t>The direct fusion has no linker-region value and is plotted as zero only for chart alignment. Do not compare it as if zero were a measured linker pLDDT. The panel is matched for sequence context and prediction settings, but one domain pair cannot establish generalization or superiority.</a:t>
            </a:r>
          </a:p>
          <a:p>
            <a:endParaRPr/>
          </a:p>
          <a:p>
            <a:r>
              <a:t>Sources and evidence:</a:t>
            </a:r>
          </a:p>
          <a:p>
            <a:r>
              <a:t>- M:\ChatGPT\LinkerForge 2\docs\PROFESSIONAL_PUBLICATION_READINESS_AUDIT_2026-10-20.md</a:t>
            </a:r>
          </a:p>
          <a:p>
            <a:r>
              <a:t>- M:\ChatGPT\LinkerForge 2\runs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2 (major)</a:t>
            </a:r>
          </a:p>
          <a:p>
            <a:endParaRPr/>
          </a:p>
          <a:p>
            <a:r>
              <a:t>Treat each tool according to its real task. ColabFold predicts structures and confidence. DFLpred detects linker-like residues. OpenMM confirmed the CUDA pipeline can execute, but 50 ps is too short for a stability claim. PyMOL is inspection, not simulation.</a:t>
            </a:r>
          </a:p>
          <a:p>
            <a:endParaRPr/>
          </a:p>
          <a:p>
            <a:r>
              <a:t>Sources and evidence:</a:t>
            </a:r>
          </a:p>
          <a:p>
            <a:r>
              <a:t>- M:\ChatGPT\LinkerForge 2\runs</a:t>
            </a:r>
          </a:p>
          <a:p>
            <a:r>
              <a:t>- https://doi.org/10.1038/s41592-022-01488-1</a:t>
            </a:r>
          </a:p>
          <a:p>
            <a:r>
              <a:t>- https://doi.org/10.1371/journal.pcbi.1005659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4 (minor)</a:t>
            </a:r>
          </a:p>
          <a:p>
            <a:endParaRPr/>
          </a:p>
          <a:p>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a:endParaRPr/>
          </a:p>
          <a:p>
            <a:r>
              <a:t>Sources and evidence:</a:t>
            </a:r>
          </a:p>
          <a:p>
            <a:r>
              <a:t>- M:\ChatGPT\LinkerForge 2\.codex\presentation-build\app-workspace.png</a:t>
            </a:r>
          </a:p>
          <a:p>
            <a:r>
              <a:t>- M:\ChatGPT\LinkerForge 2\frontend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4 (minor)</a:t>
            </a:r>
          </a:p>
          <a:p>
            <a:endParaRPr/>
          </a:p>
          <a:p>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a:endParaRPr/>
          </a:p>
          <a:p>
            <a:r>
              <a:t>Sources and evidence:</a:t>
            </a:r>
          </a:p>
          <a:p>
            <a:r>
              <a:t>- M:\ChatGPT\LinkerForge 2\docs\PROFESSIONAL_PUBLICATION_READINESS_AUDIT_2026-10-20.md</a:t>
            </a:r>
          </a:p>
          <a:p>
            <a:r>
              <a:t>- M:\ChatGPT\LinkerForge 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4 (minor)</a:t>
            </a:r>
          </a:p>
          <a:p>
            <a:endParaRPr/>
          </a:p>
          <a:p>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a:endParaRPr/>
          </a:p>
          <a:p>
            <a:r>
              <a:t>Sources and evidence:</a:t>
            </a:r>
          </a:p>
          <a:p>
            <a:r>
              <a:t>- M:\ChatGPT\LinkerForge 2\LINKERFORGE_CURRENT_CITATIONS.md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4 (minor)</a:t>
            </a:r>
          </a:p>
          <a:p>
            <a:endParaRPr/>
          </a:p>
          <a:p>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a:endParaRPr/>
          </a:p>
          <a:p>
            <a:r>
              <a:t>Sources and evidence:</a:t>
            </a:r>
          </a:p>
          <a:p>
            <a:r>
              <a:t>- M:\ChatGPT\LinkerForge 2\LINKERFORGE_CURRENT_CITATIONS.md</a:t>
            </a:r>
          </a:p>
          <a:p>
            <a:r>
              <a:t>- M:\ChatGPT\LinkerForge 2\datasets\README.md</a:t>
            </a:r>
          </a:p>
          <a:p>
            <a:r>
              <a:t>- M:\ChatGPT\LinkerForge 2\docs\LINKER_CURATION_PROTOCOL_2026-10-21.md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Presenter 4 (minor)</a:t>
            </a:r>
          </a:p>
          <a:p>
            <a:endParaRPr/>
          </a:p>
          <a:p>
            <a:r>
              <a:t>Close by repeating the permitted claim exactly. Invite questions about the evidence chain, data firewall, or next benchmark rather than implying a finished biological predictor.</a:t>
            </a:r>
          </a:p>
          <a:p>
            <a:endParaRPr/>
          </a:p>
          <a:p>
            <a:r>
              <a:t>Sources and evidence:</a:t>
            </a:r>
          </a:p>
          <a:p>
            <a:r>
              <a:t>- M:\ChatGPT\LinkerForge 2\README.md</a:t>
            </a:r>
          </a:p>
          <a:p>
            <a:r>
              <a:t>- M:\ChatGPT\LinkerForge 2\docs\PROFESSIONAL_PUBLICATION_READINESS_AUDIT_2026-10-20.md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C31F308-D43F-47D2-98A2-8AE03BDB856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EF1D34B3-40F9-46D3-8046-D44F9C56AAC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2D1E245-DD9E-47F8-BC7F-7403A51EBE4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46B3BBB-AF65-4C39-BDF6-5C600E7984C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9DD88A0-AF93-492E-AB97-B6881167A93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BE761CA-3280-4B1C-B9A5-D5A2B348DB4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678DEFB-1D09-435F-8B27-68DFE3651D6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FD6FD86-DA1E-4EB0-96CD-8306A79A6A7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A833779-ADF8-43B1-A445-DAD753082DA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B0D59DD-1B5C-4765-982F-71638CADDAE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2EA4A6-1213-43A9-8C53-6C0A7A206D73}"/>
              </a:ext>
            </a:extLst>
          </p:cNvPr>
          <p:cNvSpPr>
            <a:spLocks noGrp="1"/>
          </p:cNvSpPr>
          <p:nvPr/>
        </p:nvSpPr>
        <p:spPr>
          <a:xfrm>
            <a:off x="0" y="0"/>
            <a:ext cx="12192000" cy="9525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D168E885-2D17-40C1-87BC-028E39E88D98}"/>
              </a:ext>
            </a:extLst>
          </p:cNvPr>
          <p:cNvSpPr>
            <a:spLocks noGrp="1"/>
          </p:cNvSpPr>
          <p:nvPr/>
        </p:nvSpPr>
        <p:spPr>
          <a:xfrm>
            <a:off x="590550" y="609600"/>
            <a:ext cx="2857500" cy="266700"/>
          </a:xfrm>
          <a:prstGeom prst="rect">
            <a:avLst/>
          </a:prstGeom>
          <a:noFill/>
          <a:ln w="0">
            <a:noFill/>
            <a:prstDash val="solid"/>
          </a:ln>
        </p:spPr>
        <p:txBody>
          <a:bodyPr anchor="t">
            <a:normAutofit fontScale="95833"/>
          </a:bodyPr>
          <a:lstStyle>
            <a:defPPr algn="l">
              <a:defRPr sz="1200" b="1" i="0">
                <a:solidFill>
                  <a:srgbClr val="3FC6D6"/>
                </a:solidFill>
                <a:latin typeface="Arial"/>
                <a:ea typeface="Arial"/>
                <a:cs typeface="Arial"/>
              </a:defRPr>
            </a:defPPr>
            <a:lvl1pPr algn="l">
              <a:defRPr sz="1200" b="1" i="0">
                <a:solidFill>
                  <a:srgbClr val="3FC6D6"/>
                </a:solidFill>
                <a:latin typeface="Arial"/>
                <a:ea typeface="Arial"/>
                <a:cs typeface="Arial"/>
              </a:defRPr>
            </a:lvl1pPr>
            <a:lvl2pPr algn="l">
              <a:defRPr sz="1200" b="1" i="0">
                <a:solidFill>
                  <a:srgbClr val="3FC6D6"/>
                </a:solidFill>
                <a:latin typeface="Arial"/>
                <a:ea typeface="Arial"/>
                <a:cs typeface="Arial"/>
              </a:defRPr>
            </a:lvl2pPr>
            <a:lvl3pPr algn="l">
              <a:defRPr sz="1200" b="1" i="0">
                <a:solidFill>
                  <a:srgbClr val="3FC6D6"/>
                </a:solidFill>
                <a:latin typeface="Arial"/>
                <a:ea typeface="Arial"/>
                <a:cs typeface="Arial"/>
              </a:defRPr>
            </a:lvl3pPr>
            <a:lvl4pPr algn="l">
              <a:defRPr sz="1200" b="1" i="0">
                <a:solidFill>
                  <a:srgbClr val="3FC6D6"/>
                </a:solidFill>
                <a:latin typeface="Arial"/>
                <a:ea typeface="Arial"/>
                <a:cs typeface="Arial"/>
              </a:defRPr>
            </a:lvl4pPr>
            <a:lvl5pPr algn="l">
              <a:defRPr sz="1200" b="1" i="0">
                <a:solidFill>
                  <a:srgbClr val="3FC6D6"/>
                </a:solidFill>
                <a:latin typeface="Arial"/>
                <a:ea typeface="Arial"/>
                <a:cs typeface="Arial"/>
              </a:defRPr>
            </a:lvl5pPr>
            <a:lvl6pPr algn="l">
              <a:defRPr sz="1200" b="1" i="0">
                <a:solidFill>
                  <a:srgbClr val="3FC6D6"/>
                </a:solidFill>
                <a:latin typeface="Arial"/>
                <a:ea typeface="Arial"/>
                <a:cs typeface="Arial"/>
              </a:defRPr>
            </a:lvl6pPr>
            <a:lvl7pPr algn="l">
              <a:defRPr sz="1200" b="1" i="0">
                <a:solidFill>
                  <a:srgbClr val="3FC6D6"/>
                </a:solidFill>
                <a:latin typeface="Arial"/>
                <a:ea typeface="Arial"/>
                <a:cs typeface="Arial"/>
              </a:defRPr>
            </a:lvl7pPr>
            <a:lvl8pPr algn="l">
              <a:defRPr sz="1200" b="1" i="0">
                <a:solidFill>
                  <a:srgbClr val="3FC6D6"/>
                </a:solidFill>
                <a:latin typeface="Arial"/>
                <a:ea typeface="Arial"/>
                <a:cs typeface="Arial"/>
              </a:defRPr>
            </a:lvl8pPr>
            <a:lvl9pPr algn="l">
              <a:defRPr sz="1200" b="1" i="0">
                <a:solidFill>
                  <a:srgbClr val="3FC6D6"/>
                </a:solidFill>
                <a:latin typeface="Arial"/>
                <a:ea typeface="Arial"/>
                <a:cs typeface="Arial"/>
              </a:defRPr>
            </a:lvl9pPr>
          </a:lstStyle>
          <a:p>
            <a:pPr algn="l">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B333CAC2-F485-43BC-9971-0DF3A470161B}"/>
              </a:ext>
            </a:extLst>
          </p:cNvPr>
          <p:cNvSpPr>
            <a:spLocks noGrp="1"/>
          </p:cNvSpPr>
          <p:nvPr/>
        </p:nvSpPr>
        <p:spPr>
          <a:xfrm>
            <a:off x="590550" y="1333500"/>
            <a:ext cx="6191250" cy="1524000"/>
          </a:xfrm>
          <a:prstGeom prst="rect">
            <a:avLst/>
          </a:prstGeom>
          <a:noFill/>
          <a:ln w="0">
            <a:noFill/>
            <a:prstDash val="solid"/>
          </a:ln>
        </p:spPr>
        <p:txBody>
          <a:bodyPr anchor="t">
            <a:normAutofit fontScale="98053"/>
          </a:bodyPr>
          <a:lstStyle>
            <a:defPPr algn="l">
              <a:defRPr sz="3450" b="1" i="0">
                <a:solidFill>
                  <a:srgbClr val="FFFFFF"/>
                </a:solidFill>
                <a:latin typeface="Arial"/>
                <a:ea typeface="Arial"/>
                <a:cs typeface="Arial"/>
              </a:defRPr>
            </a:defPPr>
            <a:lvl1pPr algn="l">
              <a:defRPr sz="3450" b="1" i="0">
                <a:solidFill>
                  <a:srgbClr val="FFFFFF"/>
                </a:solidFill>
                <a:latin typeface="Arial"/>
                <a:ea typeface="Arial"/>
                <a:cs typeface="Arial"/>
              </a:defRPr>
            </a:lvl1pPr>
            <a:lvl2pPr algn="l">
              <a:defRPr sz="3450" b="1" i="0">
                <a:solidFill>
                  <a:srgbClr val="FFFFFF"/>
                </a:solidFill>
                <a:latin typeface="Arial"/>
                <a:ea typeface="Arial"/>
                <a:cs typeface="Arial"/>
              </a:defRPr>
            </a:lvl2pPr>
            <a:lvl3pPr algn="l">
              <a:defRPr sz="3450" b="1" i="0">
                <a:solidFill>
                  <a:srgbClr val="FFFFFF"/>
                </a:solidFill>
                <a:latin typeface="Arial"/>
                <a:ea typeface="Arial"/>
                <a:cs typeface="Arial"/>
              </a:defRPr>
            </a:lvl3pPr>
            <a:lvl4pPr algn="l">
              <a:defRPr sz="3450" b="1" i="0">
                <a:solidFill>
                  <a:srgbClr val="FFFFFF"/>
                </a:solidFill>
                <a:latin typeface="Arial"/>
                <a:ea typeface="Arial"/>
                <a:cs typeface="Arial"/>
              </a:defRPr>
            </a:lvl4pPr>
            <a:lvl5pPr algn="l">
              <a:defRPr sz="3450" b="1" i="0">
                <a:solidFill>
                  <a:srgbClr val="FFFFFF"/>
                </a:solidFill>
                <a:latin typeface="Arial"/>
                <a:ea typeface="Arial"/>
                <a:cs typeface="Arial"/>
              </a:defRPr>
            </a:lvl5pPr>
            <a:lvl6pPr algn="l">
              <a:defRPr sz="3450" b="1" i="0">
                <a:solidFill>
                  <a:srgbClr val="FFFFFF"/>
                </a:solidFill>
                <a:latin typeface="Arial"/>
                <a:ea typeface="Arial"/>
                <a:cs typeface="Arial"/>
              </a:defRPr>
            </a:lvl6pPr>
            <a:lvl7pPr algn="l">
              <a:defRPr sz="3450" b="1" i="0">
                <a:solidFill>
                  <a:srgbClr val="FFFFFF"/>
                </a:solidFill>
                <a:latin typeface="Arial"/>
                <a:ea typeface="Arial"/>
                <a:cs typeface="Arial"/>
              </a:defRPr>
            </a:lvl7pPr>
            <a:lvl8pPr algn="l">
              <a:defRPr sz="3450" b="1" i="0">
                <a:solidFill>
                  <a:srgbClr val="FFFFFF"/>
                </a:solidFill>
                <a:latin typeface="Arial"/>
                <a:ea typeface="Arial"/>
                <a:cs typeface="Arial"/>
              </a:defRPr>
            </a:lvl8pPr>
            <a:lvl9pPr algn="l">
              <a:defRPr sz="3450" b="1" i="0">
                <a:solidFill>
                  <a:srgbClr val="FFFFFF"/>
                </a:solidFill>
                <a:latin typeface="Arial"/>
                <a:ea typeface="Arial"/>
                <a:cs typeface="Arial"/>
              </a:defRPr>
            </a:lvl9pPr>
          </a:lstStyle>
          <a:p>
            <a:pPr algn="l">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a:pPr algn="l">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a:ext uri="{FF2B5EF4-FFF2-40B4-BE49-F238E27FC236}">
                <a16:creationId xmlns:a16="http://schemas.microsoft.com/office/drawing/2014/main" id="{C12DEBDD-864A-48D5-A5EE-891AE31BC6C6}"/>
              </a:ext>
            </a:extLst>
          </p:cNvPr>
          <p:cNvSpPr>
            <a:spLocks noGrp="1"/>
          </p:cNvSpPr>
          <p:nvPr/>
        </p:nvSpPr>
        <p:spPr>
          <a:xfrm>
            <a:off x="628650" y="3143250"/>
            <a:ext cx="5334000" cy="342900"/>
          </a:xfrm>
          <a:prstGeom prst="rect">
            <a:avLst/>
          </a:prstGeom>
          <a:noFill/>
          <a:ln w="0">
            <a:noFill/>
            <a:prstDash val="solid"/>
          </a:ln>
        </p:spPr>
        <p:txBody>
          <a:bodyPr anchor="t">
            <a:normAutofit/>
          </a:bodyPr>
          <a:lstStyle>
            <a:defPPr algn="l">
              <a:defRPr sz="1500" b="0" i="0">
                <a:solidFill>
                  <a:srgbClr val="B9CCC4"/>
                </a:solidFill>
                <a:latin typeface="Arial"/>
                <a:ea typeface="Arial"/>
                <a:cs typeface="Arial"/>
              </a:defRPr>
            </a:defPPr>
            <a:lvl1pPr algn="l">
              <a:defRPr sz="1500" b="0" i="0">
                <a:solidFill>
                  <a:srgbClr val="B9CCC4"/>
                </a:solidFill>
                <a:latin typeface="Arial"/>
                <a:ea typeface="Arial"/>
                <a:cs typeface="Arial"/>
              </a:defRPr>
            </a:lvl1pPr>
            <a:lvl2pPr algn="l">
              <a:defRPr sz="1500" b="0" i="0">
                <a:solidFill>
                  <a:srgbClr val="B9CCC4"/>
                </a:solidFill>
                <a:latin typeface="Arial"/>
                <a:ea typeface="Arial"/>
                <a:cs typeface="Arial"/>
              </a:defRPr>
            </a:lvl2pPr>
            <a:lvl3pPr algn="l">
              <a:defRPr sz="1500" b="0" i="0">
                <a:solidFill>
                  <a:srgbClr val="B9CCC4"/>
                </a:solidFill>
                <a:latin typeface="Arial"/>
                <a:ea typeface="Arial"/>
                <a:cs typeface="Arial"/>
              </a:defRPr>
            </a:lvl3pPr>
            <a:lvl4pPr algn="l">
              <a:defRPr sz="1500" b="0" i="0">
                <a:solidFill>
                  <a:srgbClr val="B9CCC4"/>
                </a:solidFill>
                <a:latin typeface="Arial"/>
                <a:ea typeface="Arial"/>
                <a:cs typeface="Arial"/>
              </a:defRPr>
            </a:lvl4pPr>
            <a:lvl5pPr algn="l">
              <a:defRPr sz="1500" b="0" i="0">
                <a:solidFill>
                  <a:srgbClr val="B9CCC4"/>
                </a:solidFill>
                <a:latin typeface="Arial"/>
                <a:ea typeface="Arial"/>
                <a:cs typeface="Arial"/>
              </a:defRPr>
            </a:lvl5pPr>
            <a:lvl6pPr algn="l">
              <a:defRPr sz="1500" b="0" i="0">
                <a:solidFill>
                  <a:srgbClr val="B9CCC4"/>
                </a:solidFill>
                <a:latin typeface="Arial"/>
                <a:ea typeface="Arial"/>
                <a:cs typeface="Arial"/>
              </a:defRPr>
            </a:lvl6pPr>
            <a:lvl7pPr algn="l">
              <a:defRPr sz="1500" b="0" i="0">
                <a:solidFill>
                  <a:srgbClr val="B9CCC4"/>
                </a:solidFill>
                <a:latin typeface="Arial"/>
                <a:ea typeface="Arial"/>
                <a:cs typeface="Arial"/>
              </a:defRPr>
            </a:lvl7pPr>
            <a:lvl8pPr algn="l">
              <a:defRPr sz="1500" b="0" i="0">
                <a:solidFill>
                  <a:srgbClr val="B9CCC4"/>
                </a:solidFill>
                <a:latin typeface="Arial"/>
                <a:ea typeface="Arial"/>
                <a:cs typeface="Arial"/>
              </a:defRPr>
            </a:lvl8pPr>
            <a:lvl9pPr algn="l">
              <a:defRPr sz="1500" b="0" i="0">
                <a:solidFill>
                  <a:srgbClr val="B9CCC4"/>
                </a:solidFill>
                <a:latin typeface="Arial"/>
                <a:ea typeface="Arial"/>
                <a:cs typeface="Arial"/>
              </a:defRPr>
            </a:lvl9pPr>
          </a:lstStyle>
          <a:p>
            <a:pPr algn="l">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verified results only</a:t>
            </a:r>
          </a:p>
        </p:txBody>
      </p:sp>
      <p:pic>
        <p:nvPicPr>
          <p:cNvPr id="5" name="Picture 4">
            <a:extLst>
              <a:ext uri="{FF2B5EF4-FFF2-40B4-BE49-F238E27FC236}">
                <a16:creationId xmlns:a16="http://schemas.microsoft.com/office/drawing/2014/main" id="{8535334D-0F7D-4C3C-B9DE-C96185D14F46}"/>
              </a:ext>
            </a:extLst>
          </p:cNvPr>
          <p:cNvPicPr>
            <a:picLocks noChangeAspect="1"/>
          </p:cNvPicPr>
          <p:nvPr/>
        </p:nvPicPr>
        <p:blipFill>
          <a:blip r:embed="rId3"/>
          <a:stretch/>
        </p:blipFill>
        <p:spPr>
          <a:xfrm>
            <a:off x="6238875" y="1114425"/>
            <a:ext cx="5334000" cy="3810000"/>
          </a:xfrm>
          <a:prstGeom prst="rect">
            <a:avLst/>
          </a:prstGeom>
        </p:spPr>
      </p:pic>
      <p:sp>
        <p:nvSpPr>
          <p:cNvPr id="6" name="Rectangle: Rounded Corners 5">
            <a:extLst>
              <a:ext uri="{FF2B5EF4-FFF2-40B4-BE49-F238E27FC236}">
                <a16:creationId xmlns:a16="http://schemas.microsoft.com/office/drawing/2014/main" id="{B2FECAEF-218C-4ACD-8FC3-9EC87C8D45D6}"/>
              </a:ext>
            </a:extLst>
          </p:cNvPr>
          <p:cNvSpPr>
            <a:spLocks noGrp="1"/>
          </p:cNvSpPr>
          <p:nvPr/>
        </p:nvSpPr>
        <p:spPr>
          <a:xfrm>
            <a:off x="638175" y="4048125"/>
            <a:ext cx="2286000" cy="285750"/>
          </a:xfrm>
          <a:prstGeom prst="roundRect">
            <a:avLst>
              <a:gd name="adj" fmla="val 26667"/>
            </a:avLst>
          </a:prstGeom>
          <a:solidFill>
            <a:srgbClr val="102720"/>
          </a:solidFill>
          <a:ln w="9525">
            <a:solidFill>
              <a:srgbClr val="3FC6D6"/>
            </a:solidFill>
            <a:prstDash val="solid"/>
          </a:ln>
        </p:spPr>
        <p:txBody>
          <a:bodyPr anchor="ctr">
            <a:normAutofit/>
          </a:bodyPr>
          <a:lstStyle>
            <a:defPPr algn="ctr">
              <a:defRPr sz="900" b="1">
                <a:solidFill>
                  <a:srgbClr val="3FC6D6"/>
                </a:solidFill>
                <a:latin typeface="Arial"/>
                <a:ea typeface="Arial"/>
                <a:cs typeface="Arial"/>
              </a:defRPr>
            </a:defPPr>
            <a:lvl1pPr algn="ctr">
              <a:defRPr sz="900" b="1">
                <a:solidFill>
                  <a:srgbClr val="3FC6D6"/>
                </a:solidFill>
                <a:latin typeface="Arial"/>
                <a:ea typeface="Arial"/>
                <a:cs typeface="Arial"/>
              </a:defRPr>
            </a:lvl1pPr>
            <a:lvl2pPr algn="ctr">
              <a:defRPr sz="900" b="1">
                <a:solidFill>
                  <a:srgbClr val="3FC6D6"/>
                </a:solidFill>
                <a:latin typeface="Arial"/>
                <a:ea typeface="Arial"/>
                <a:cs typeface="Arial"/>
              </a:defRPr>
            </a:lvl2pPr>
            <a:lvl3pPr algn="ctr">
              <a:defRPr sz="900" b="1">
                <a:solidFill>
                  <a:srgbClr val="3FC6D6"/>
                </a:solidFill>
                <a:latin typeface="Arial"/>
                <a:ea typeface="Arial"/>
                <a:cs typeface="Arial"/>
              </a:defRPr>
            </a:lvl3pPr>
            <a:lvl4pPr algn="ctr">
              <a:defRPr sz="900" b="1">
                <a:solidFill>
                  <a:srgbClr val="3FC6D6"/>
                </a:solidFill>
                <a:latin typeface="Arial"/>
                <a:ea typeface="Arial"/>
                <a:cs typeface="Arial"/>
              </a:defRPr>
            </a:lvl4pPr>
            <a:lvl5pPr algn="ctr">
              <a:defRPr sz="900" b="1">
                <a:solidFill>
                  <a:srgbClr val="3FC6D6"/>
                </a:solidFill>
                <a:latin typeface="Arial"/>
                <a:ea typeface="Arial"/>
                <a:cs typeface="Arial"/>
              </a:defRPr>
            </a:lvl5pPr>
            <a:lvl6pPr algn="ctr">
              <a:defRPr sz="900" b="1">
                <a:solidFill>
                  <a:srgbClr val="3FC6D6"/>
                </a:solidFill>
                <a:latin typeface="Arial"/>
                <a:ea typeface="Arial"/>
                <a:cs typeface="Arial"/>
              </a:defRPr>
            </a:lvl6pPr>
            <a:lvl7pPr algn="ctr">
              <a:defRPr sz="900" b="1">
                <a:solidFill>
                  <a:srgbClr val="3FC6D6"/>
                </a:solidFill>
                <a:latin typeface="Arial"/>
                <a:ea typeface="Arial"/>
                <a:cs typeface="Arial"/>
              </a:defRPr>
            </a:lvl7pPr>
            <a:lvl8pPr algn="ctr">
              <a:defRPr sz="900" b="1">
                <a:solidFill>
                  <a:srgbClr val="3FC6D6"/>
                </a:solidFill>
                <a:latin typeface="Arial"/>
                <a:ea typeface="Arial"/>
                <a:cs typeface="Arial"/>
              </a:defRPr>
            </a:lvl8pPr>
            <a:lvl9pPr algn="ctr">
              <a:defRPr sz="900" b="1">
                <a:solidFill>
                  <a:srgbClr val="3FC6D6"/>
                </a:solidFill>
                <a:latin typeface="Arial"/>
                <a:ea typeface="Arial"/>
                <a:cs typeface="Arial"/>
              </a:defRPr>
            </a:lvl9pPr>
          </a:lstStyle>
          <a:p>
            <a:pPr algn="ctr">
              <a:defRPr sz="900" b="1">
                <a:solidFill>
                  <a:srgbClr val="3FC6D6"/>
                </a:solidFill>
                <a:latin typeface="Arial"/>
                <a:ea typeface="Arial"/>
                <a:cs typeface="Arial"/>
              </a:defRPr>
            </a:pPr>
            <a:r>
              <a:rPr sz="900" b="1">
                <a:solidFill>
                  <a:srgbClr val="3FC6D6"/>
                </a:solidFill>
                <a:latin typeface="Arial"/>
                <a:ea typeface="Arial"/>
                <a:cs typeface="Arial"/>
              </a:rPr>
              <a:t>PUBLIC ACCEPTANCE CONSTRUCT</a:t>
            </a:r>
          </a:p>
        </p:txBody>
      </p:sp>
      <p:sp>
        <p:nvSpPr>
          <p:cNvPr id="7" name="Rectangle 6">
            <a:extLst>
              <a:ext uri="{FF2B5EF4-FFF2-40B4-BE49-F238E27FC236}">
                <a16:creationId xmlns:a16="http://schemas.microsoft.com/office/drawing/2014/main" id="{5FEE1652-EAF7-4F01-AB83-4C91BC9D5337}"/>
              </a:ext>
            </a:extLst>
          </p:cNvPr>
          <p:cNvSpPr>
            <a:spLocks noGrp="1"/>
          </p:cNvSpPr>
          <p:nvPr/>
        </p:nvSpPr>
        <p:spPr>
          <a:xfrm>
            <a:off x="638175" y="4552950"/>
            <a:ext cx="4095750" cy="285750"/>
          </a:xfrm>
          <a:prstGeom prst="rect">
            <a:avLst/>
          </a:prstGeom>
          <a:noFill/>
          <a:ln w="0">
            <a:noFill/>
            <a:prstDash val="solid"/>
          </a:ln>
        </p:spPr>
        <p:txBody>
          <a:bodyPr anchor="t">
            <a:normAutofit fontScale="94444"/>
          </a:bodyPr>
          <a:lstStyle>
            <a:defPPr algn="l">
              <a:defRPr sz="1350" b="1" i="0">
                <a:solidFill>
                  <a:srgbClr val="FFFFFF"/>
                </a:solidFill>
                <a:latin typeface="Arial"/>
                <a:ea typeface="Arial"/>
                <a:cs typeface="Arial"/>
              </a:defRPr>
            </a:defPPr>
            <a:lvl1pPr algn="l">
              <a:defRPr sz="1350" b="1" i="0">
                <a:solidFill>
                  <a:srgbClr val="FFFFFF"/>
                </a:solidFill>
                <a:latin typeface="Arial"/>
                <a:ea typeface="Arial"/>
                <a:cs typeface="Arial"/>
              </a:defRPr>
            </a:lvl1pPr>
            <a:lvl2pPr algn="l">
              <a:defRPr sz="1350" b="1" i="0">
                <a:solidFill>
                  <a:srgbClr val="FFFFFF"/>
                </a:solidFill>
                <a:latin typeface="Arial"/>
                <a:ea typeface="Arial"/>
                <a:cs typeface="Arial"/>
              </a:defRPr>
            </a:lvl2pPr>
            <a:lvl3pPr algn="l">
              <a:defRPr sz="1350" b="1" i="0">
                <a:solidFill>
                  <a:srgbClr val="FFFFFF"/>
                </a:solidFill>
                <a:latin typeface="Arial"/>
                <a:ea typeface="Arial"/>
                <a:cs typeface="Arial"/>
              </a:defRPr>
            </a:lvl3pPr>
            <a:lvl4pPr algn="l">
              <a:defRPr sz="1350" b="1" i="0">
                <a:solidFill>
                  <a:srgbClr val="FFFFFF"/>
                </a:solidFill>
                <a:latin typeface="Arial"/>
                <a:ea typeface="Arial"/>
                <a:cs typeface="Arial"/>
              </a:defRPr>
            </a:lvl4pPr>
            <a:lvl5pPr algn="l">
              <a:defRPr sz="1350" b="1" i="0">
                <a:solidFill>
                  <a:srgbClr val="FFFFFF"/>
                </a:solidFill>
                <a:latin typeface="Arial"/>
                <a:ea typeface="Arial"/>
                <a:cs typeface="Arial"/>
              </a:defRPr>
            </a:lvl5pPr>
            <a:lvl6pPr algn="l">
              <a:defRPr sz="1350" b="1" i="0">
                <a:solidFill>
                  <a:srgbClr val="FFFFFF"/>
                </a:solidFill>
                <a:latin typeface="Arial"/>
                <a:ea typeface="Arial"/>
                <a:cs typeface="Arial"/>
              </a:defRPr>
            </a:lvl6pPr>
            <a:lvl7pPr algn="l">
              <a:defRPr sz="1350" b="1" i="0">
                <a:solidFill>
                  <a:srgbClr val="FFFFFF"/>
                </a:solidFill>
                <a:latin typeface="Arial"/>
                <a:ea typeface="Arial"/>
                <a:cs typeface="Arial"/>
              </a:defRPr>
            </a:lvl7pPr>
            <a:lvl8pPr algn="l">
              <a:defRPr sz="1350" b="1" i="0">
                <a:solidFill>
                  <a:srgbClr val="FFFFFF"/>
                </a:solidFill>
                <a:latin typeface="Arial"/>
                <a:ea typeface="Arial"/>
                <a:cs typeface="Arial"/>
              </a:defRPr>
            </a:lvl8pPr>
            <a:lvl9pPr algn="l">
              <a:defRPr sz="1350" b="1" i="0">
                <a:solidFill>
                  <a:srgbClr val="FFFFFF"/>
                </a:solidFill>
                <a:latin typeface="Arial"/>
                <a:ea typeface="Arial"/>
                <a:cs typeface="Arial"/>
              </a:defRPr>
            </a:lvl9pPr>
          </a:lstStyle>
          <a:p>
            <a:pPr algn="l">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a:ext uri="{FF2B5EF4-FFF2-40B4-BE49-F238E27FC236}">
                <a16:creationId xmlns:a16="http://schemas.microsoft.com/office/drawing/2014/main" id="{8B6F76C9-E558-420A-B712-8DA199C07E00}"/>
              </a:ext>
            </a:extLst>
          </p:cNvPr>
          <p:cNvSpPr>
            <a:spLocks noGrp="1"/>
          </p:cNvSpPr>
          <p:nvPr/>
        </p:nvSpPr>
        <p:spPr>
          <a:xfrm>
            <a:off x="638175" y="4953000"/>
            <a:ext cx="4476750" cy="628650"/>
          </a:xfrm>
          <a:prstGeom prst="rect">
            <a:avLst/>
          </a:prstGeom>
          <a:noFill/>
          <a:ln w="0">
            <a:noFill/>
            <a:prstDash val="solid"/>
          </a:ln>
        </p:spPr>
        <p:txBody>
          <a:bodyPr anchor="t">
            <a:normAutofit/>
          </a:bodyPr>
          <a:lstStyle>
            <a:defPPr algn="l">
              <a:defRPr sz="1275" b="0" i="0">
                <a:solidFill>
                  <a:srgbClr val="C8D6D0"/>
                </a:solidFill>
                <a:latin typeface="Arial"/>
                <a:ea typeface="Arial"/>
                <a:cs typeface="Arial"/>
              </a:defRPr>
            </a:defPPr>
            <a:lvl1pPr algn="l">
              <a:defRPr sz="1275" b="0" i="0">
                <a:solidFill>
                  <a:srgbClr val="C8D6D0"/>
                </a:solidFill>
                <a:latin typeface="Arial"/>
                <a:ea typeface="Arial"/>
                <a:cs typeface="Arial"/>
              </a:defRPr>
            </a:lvl1pPr>
            <a:lvl2pPr algn="l">
              <a:defRPr sz="1275" b="0" i="0">
                <a:solidFill>
                  <a:srgbClr val="C8D6D0"/>
                </a:solidFill>
                <a:latin typeface="Arial"/>
                <a:ea typeface="Arial"/>
                <a:cs typeface="Arial"/>
              </a:defRPr>
            </a:lvl2pPr>
            <a:lvl3pPr algn="l">
              <a:defRPr sz="1275" b="0" i="0">
                <a:solidFill>
                  <a:srgbClr val="C8D6D0"/>
                </a:solidFill>
                <a:latin typeface="Arial"/>
                <a:ea typeface="Arial"/>
                <a:cs typeface="Arial"/>
              </a:defRPr>
            </a:lvl3pPr>
            <a:lvl4pPr algn="l">
              <a:defRPr sz="1275" b="0" i="0">
                <a:solidFill>
                  <a:srgbClr val="C8D6D0"/>
                </a:solidFill>
                <a:latin typeface="Arial"/>
                <a:ea typeface="Arial"/>
                <a:cs typeface="Arial"/>
              </a:defRPr>
            </a:lvl4pPr>
            <a:lvl5pPr algn="l">
              <a:defRPr sz="1275" b="0" i="0">
                <a:solidFill>
                  <a:srgbClr val="C8D6D0"/>
                </a:solidFill>
                <a:latin typeface="Arial"/>
                <a:ea typeface="Arial"/>
                <a:cs typeface="Arial"/>
              </a:defRPr>
            </a:lvl5pPr>
            <a:lvl6pPr algn="l">
              <a:defRPr sz="1275" b="0" i="0">
                <a:solidFill>
                  <a:srgbClr val="C8D6D0"/>
                </a:solidFill>
                <a:latin typeface="Arial"/>
                <a:ea typeface="Arial"/>
                <a:cs typeface="Arial"/>
              </a:defRPr>
            </a:lvl6pPr>
            <a:lvl7pPr algn="l">
              <a:defRPr sz="1275" b="0" i="0">
                <a:solidFill>
                  <a:srgbClr val="C8D6D0"/>
                </a:solidFill>
                <a:latin typeface="Arial"/>
                <a:ea typeface="Arial"/>
                <a:cs typeface="Arial"/>
              </a:defRPr>
            </a:lvl7pPr>
            <a:lvl8pPr algn="l">
              <a:defRPr sz="1275" b="0" i="0">
                <a:solidFill>
                  <a:srgbClr val="C8D6D0"/>
                </a:solidFill>
                <a:latin typeface="Arial"/>
                <a:ea typeface="Arial"/>
                <a:cs typeface="Arial"/>
              </a:defRPr>
            </a:lvl8pPr>
            <a:lvl9pPr algn="l">
              <a:defRPr sz="1275" b="0" i="0">
                <a:solidFill>
                  <a:srgbClr val="C8D6D0"/>
                </a:solidFill>
                <a:latin typeface="Arial"/>
                <a:ea typeface="Arial"/>
                <a:cs typeface="Arial"/>
              </a:defRPr>
            </a:lvl9pPr>
          </a:lstStyle>
          <a:p>
            <a:pPr algn="l">
              <a:defRPr sz="1275" b="0" i="0">
                <a:solidFill>
                  <a:srgbClr val="C8D6D0"/>
                </a:solidFill>
                <a:latin typeface="Arial"/>
                <a:ea typeface="Arial"/>
                <a:cs typeface="Arial"/>
              </a:defRPr>
            </a:pPr>
            <a:r>
              <a:rPr lang="en-US" dirty="0"/>
              <a:t>Kushagra </a:t>
            </a:r>
            <a:r>
              <a:rPr lang="en-US" dirty="0" err="1"/>
              <a:t>Srivastrava</a:t>
            </a:r>
            <a:r>
              <a:rPr lang="en-US" dirty="0"/>
              <a:t> , Hardik Tyagi</a:t>
            </a:r>
          </a:p>
          <a:p>
            <a:pPr algn="l">
              <a:defRPr sz="1275" b="0" i="0">
                <a:solidFill>
                  <a:srgbClr val="C8D6D0"/>
                </a:solidFill>
                <a:latin typeface="Arial"/>
                <a:ea typeface="Arial"/>
                <a:cs typeface="Arial"/>
              </a:defRPr>
            </a:pPr>
            <a:r>
              <a:rPr lang="en-US" dirty="0"/>
              <a:t>Ram , </a:t>
            </a:r>
            <a:r>
              <a:rPr lang="en-US" dirty="0" err="1"/>
              <a:t>Kritharith</a:t>
            </a:r>
            <a:r>
              <a:rPr lang="en-US"/>
              <a:t> Shankar</a:t>
            </a:r>
            <a:endParaRPr sz="1275" b="0" i="0" dirty="0">
              <a:solidFill>
                <a:srgbClr val="C8D6D0"/>
              </a:solidFill>
              <a:latin typeface="Arial"/>
              <a:ea typeface="Arial"/>
              <a:cs typeface="Arial"/>
            </a:endParaRPr>
          </a:p>
        </p:txBody>
      </p:sp>
      <p:sp>
        <p:nvSpPr>
          <p:cNvPr id="9" name="Rectangle 8">
            <a:extLst>
              <a:ext uri="{FF2B5EF4-FFF2-40B4-BE49-F238E27FC236}">
                <a16:creationId xmlns:a16="http://schemas.microsoft.com/office/drawing/2014/main" id="{D46DD562-1984-42DA-B861-44D6358B2E13}"/>
              </a:ext>
            </a:extLst>
          </p:cNvPr>
          <p:cNvSpPr>
            <a:spLocks noGrp="1"/>
          </p:cNvSpPr>
          <p:nvPr/>
        </p:nvSpPr>
        <p:spPr>
          <a:xfrm>
            <a:off x="10287000" y="6477000"/>
            <a:ext cx="1428750" cy="171450"/>
          </a:xfrm>
          <a:prstGeom prst="rect">
            <a:avLst/>
          </a:prstGeom>
          <a:noFill/>
          <a:ln w="0">
            <a:noFill/>
            <a:prstDash val="solid"/>
          </a:ln>
        </p:spPr>
        <p:txBody>
          <a:bodyPr anchor="t">
            <a:normAutofit fontScale="70000"/>
          </a:bodyPr>
          <a:lstStyle>
            <a:defPPr algn="r">
              <a:defRPr sz="750" b="1" i="0">
                <a:solidFill>
                  <a:srgbClr val="91AAA0"/>
                </a:solidFill>
                <a:latin typeface="Arial"/>
                <a:ea typeface="Arial"/>
                <a:cs typeface="Arial"/>
              </a:defRPr>
            </a:defPPr>
            <a:lvl1pPr algn="r">
              <a:defRPr sz="750" b="1" i="0">
                <a:solidFill>
                  <a:srgbClr val="91AAA0"/>
                </a:solidFill>
                <a:latin typeface="Arial"/>
                <a:ea typeface="Arial"/>
                <a:cs typeface="Arial"/>
              </a:defRPr>
            </a:lvl1pPr>
            <a:lvl2pPr algn="r">
              <a:defRPr sz="750" b="1" i="0">
                <a:solidFill>
                  <a:srgbClr val="91AAA0"/>
                </a:solidFill>
                <a:latin typeface="Arial"/>
                <a:ea typeface="Arial"/>
                <a:cs typeface="Arial"/>
              </a:defRPr>
            </a:lvl2pPr>
            <a:lvl3pPr algn="r">
              <a:defRPr sz="750" b="1" i="0">
                <a:solidFill>
                  <a:srgbClr val="91AAA0"/>
                </a:solidFill>
                <a:latin typeface="Arial"/>
                <a:ea typeface="Arial"/>
                <a:cs typeface="Arial"/>
              </a:defRPr>
            </a:lvl3pPr>
            <a:lvl4pPr algn="r">
              <a:defRPr sz="750" b="1" i="0">
                <a:solidFill>
                  <a:srgbClr val="91AAA0"/>
                </a:solidFill>
                <a:latin typeface="Arial"/>
                <a:ea typeface="Arial"/>
                <a:cs typeface="Arial"/>
              </a:defRPr>
            </a:lvl4pPr>
            <a:lvl5pPr algn="r">
              <a:defRPr sz="750" b="1" i="0">
                <a:solidFill>
                  <a:srgbClr val="91AAA0"/>
                </a:solidFill>
                <a:latin typeface="Arial"/>
                <a:ea typeface="Arial"/>
                <a:cs typeface="Arial"/>
              </a:defRPr>
            </a:lvl5pPr>
            <a:lvl6pPr algn="r">
              <a:defRPr sz="750" b="1" i="0">
                <a:solidFill>
                  <a:srgbClr val="91AAA0"/>
                </a:solidFill>
                <a:latin typeface="Arial"/>
                <a:ea typeface="Arial"/>
                <a:cs typeface="Arial"/>
              </a:defRPr>
            </a:lvl6pPr>
            <a:lvl7pPr algn="r">
              <a:defRPr sz="750" b="1" i="0">
                <a:solidFill>
                  <a:srgbClr val="91AAA0"/>
                </a:solidFill>
                <a:latin typeface="Arial"/>
                <a:ea typeface="Arial"/>
                <a:cs typeface="Arial"/>
              </a:defRPr>
            </a:lvl7pPr>
            <a:lvl8pPr algn="r">
              <a:defRPr sz="750" b="1" i="0">
                <a:solidFill>
                  <a:srgbClr val="91AAA0"/>
                </a:solidFill>
                <a:latin typeface="Arial"/>
                <a:ea typeface="Arial"/>
                <a:cs typeface="Arial"/>
              </a:defRPr>
            </a:lvl8pPr>
            <a:lvl9pPr algn="r">
              <a:defRPr sz="750" b="1" i="0">
                <a:solidFill>
                  <a:srgbClr val="91AAA0"/>
                </a:solidFill>
                <a:latin typeface="Arial"/>
                <a:ea typeface="Arial"/>
                <a:cs typeface="Arial"/>
              </a:defRPr>
            </a:lvl9pPr>
          </a:lstStyle>
          <a:p>
            <a:pPr algn="r">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B61B41A8-5FA5-4414-82FE-C9637E940CD8}"/>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63AE7CE9-A965-451F-9688-B6B210E59563}"/>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90514445-4B1D-4E6C-A306-CDFE58F5E9F4}"/>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PRESENTATION MAP</a:t>
            </a:r>
          </a:p>
        </p:txBody>
      </p:sp>
      <p:sp>
        <p:nvSpPr>
          <p:cNvPr id="4" name="Rectangle 3">
            <a:extLst>
              <a:ext uri="{FF2B5EF4-FFF2-40B4-BE49-F238E27FC236}">
                <a16:creationId xmlns:a16="http://schemas.microsoft.com/office/drawing/2014/main" id="{DED2C950-AE2A-429A-ADD1-C02F88172027}"/>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3  ·  02</a:t>
            </a:r>
          </a:p>
        </p:txBody>
      </p:sp>
      <p:sp>
        <p:nvSpPr>
          <p:cNvPr id="5" name="Rectangle 4">
            <a:extLst>
              <a:ext uri="{FF2B5EF4-FFF2-40B4-BE49-F238E27FC236}">
                <a16:creationId xmlns:a16="http://schemas.microsoft.com/office/drawing/2014/main" id="{AF6EF773-D808-4D67-BE95-E36726F50199}"/>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Presentation structure and speaking roles</a:t>
            </a:r>
          </a:p>
        </p:txBody>
      </p:sp>
      <p:sp>
        <p:nvSpPr>
          <p:cNvPr id="6" name="Rectangle 5">
            <a:extLst>
              <a:ext uri="{FF2B5EF4-FFF2-40B4-BE49-F238E27FC236}">
                <a16:creationId xmlns:a16="http://schemas.microsoft.com/office/drawing/2014/main" id="{79982096-F925-4972-8F10-9B8BE85729CD}"/>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A 32-minute briefing with clear handoffs</a:t>
            </a:r>
          </a:p>
        </p:txBody>
      </p:sp>
      <p:sp>
        <p:nvSpPr>
          <p:cNvPr id="7" name="Oval 6">
            <a:extLst>
              <a:ext uri="{FF2B5EF4-FFF2-40B4-BE49-F238E27FC236}">
                <a16:creationId xmlns:a16="http://schemas.microsoft.com/office/drawing/2014/main" id="{BE771355-19E1-4346-AEB4-A18F8FBE5AA1}"/>
              </a:ext>
            </a:extLst>
          </p:cNvPr>
          <p:cNvSpPr>
            <a:spLocks noGrp="1"/>
          </p:cNvSpPr>
          <p:nvPr/>
        </p:nvSpPr>
        <p:spPr>
          <a:xfrm>
            <a:off x="628650" y="1752600"/>
            <a:ext cx="609600" cy="609600"/>
          </a:xfrm>
          <a:prstGeom prst="ellipse">
            <a:avLst/>
          </a:prstGeom>
          <a:solidFill>
            <a:srgbClr val="3FC6D6"/>
          </a:solidFill>
          <a:ln w="0">
            <a:noFill/>
            <a:prstDash val="solid"/>
          </a:ln>
        </p:spPr>
      </p:sp>
      <p:sp>
        <p:nvSpPr>
          <p:cNvPr id="8" name="Rectangle 7">
            <a:extLst>
              <a:ext uri="{FF2B5EF4-FFF2-40B4-BE49-F238E27FC236}">
                <a16:creationId xmlns:a16="http://schemas.microsoft.com/office/drawing/2014/main" id="{C52600FC-C228-4007-958C-5CF681F4F378}"/>
              </a:ext>
            </a:extLst>
          </p:cNvPr>
          <p:cNvSpPr>
            <a:spLocks noGrp="1"/>
          </p:cNvSpPr>
          <p:nvPr/>
        </p:nvSpPr>
        <p:spPr>
          <a:xfrm>
            <a:off x="628650" y="1866900"/>
            <a:ext cx="609600" cy="342900"/>
          </a:xfrm>
          <a:prstGeom prst="rect">
            <a:avLst/>
          </a:prstGeom>
          <a:noFill/>
          <a:ln w="0">
            <a:noFill/>
            <a:prstDash val="solid"/>
          </a:ln>
        </p:spPr>
        <p:txBody>
          <a:bodyPr anchor="ctr">
            <a:normAutofit/>
          </a:bodyPr>
          <a:lstStyle>
            <a:defPPr algn="ctr">
              <a:defRPr sz="1500" b="1" i="0">
                <a:solidFill>
                  <a:srgbClr val="FFFFFF"/>
                </a:solidFill>
                <a:latin typeface="Arial"/>
                <a:ea typeface="Arial"/>
                <a:cs typeface="Arial"/>
              </a:defRPr>
            </a:defPPr>
            <a:lvl1pPr algn="ctr">
              <a:defRPr sz="1500" b="1" i="0">
                <a:solidFill>
                  <a:srgbClr val="FFFFFF"/>
                </a:solidFill>
                <a:latin typeface="Arial"/>
                <a:ea typeface="Arial"/>
                <a:cs typeface="Arial"/>
              </a:defRPr>
            </a:lvl1pPr>
            <a:lvl2pPr algn="ctr">
              <a:defRPr sz="1500" b="1" i="0">
                <a:solidFill>
                  <a:srgbClr val="FFFFFF"/>
                </a:solidFill>
                <a:latin typeface="Arial"/>
                <a:ea typeface="Arial"/>
                <a:cs typeface="Arial"/>
              </a:defRPr>
            </a:lvl2pPr>
            <a:lvl3pPr algn="ctr">
              <a:defRPr sz="1500" b="1" i="0">
                <a:solidFill>
                  <a:srgbClr val="FFFFFF"/>
                </a:solidFill>
                <a:latin typeface="Arial"/>
                <a:ea typeface="Arial"/>
                <a:cs typeface="Arial"/>
              </a:defRPr>
            </a:lvl3pPr>
            <a:lvl4pPr algn="ctr">
              <a:defRPr sz="1500" b="1" i="0">
                <a:solidFill>
                  <a:srgbClr val="FFFFFF"/>
                </a:solidFill>
                <a:latin typeface="Arial"/>
                <a:ea typeface="Arial"/>
                <a:cs typeface="Arial"/>
              </a:defRPr>
            </a:lvl4pPr>
            <a:lvl5pPr algn="ctr">
              <a:defRPr sz="1500" b="1" i="0">
                <a:solidFill>
                  <a:srgbClr val="FFFFFF"/>
                </a:solidFill>
                <a:latin typeface="Arial"/>
                <a:ea typeface="Arial"/>
                <a:cs typeface="Arial"/>
              </a:defRPr>
            </a:lvl5pPr>
            <a:lvl6pPr algn="ctr">
              <a:defRPr sz="1500" b="1" i="0">
                <a:solidFill>
                  <a:srgbClr val="FFFFFF"/>
                </a:solidFill>
                <a:latin typeface="Arial"/>
                <a:ea typeface="Arial"/>
                <a:cs typeface="Arial"/>
              </a:defRPr>
            </a:lvl6pPr>
            <a:lvl7pPr algn="ctr">
              <a:defRPr sz="1500" b="1" i="0">
                <a:solidFill>
                  <a:srgbClr val="FFFFFF"/>
                </a:solidFill>
                <a:latin typeface="Arial"/>
                <a:ea typeface="Arial"/>
                <a:cs typeface="Arial"/>
              </a:defRPr>
            </a:lvl7pPr>
            <a:lvl8pPr algn="ctr">
              <a:defRPr sz="1500" b="1" i="0">
                <a:solidFill>
                  <a:srgbClr val="FFFFFF"/>
                </a:solidFill>
                <a:latin typeface="Arial"/>
                <a:ea typeface="Arial"/>
                <a:cs typeface="Arial"/>
              </a:defRPr>
            </a:lvl8pPr>
            <a:lvl9pPr algn="ctr">
              <a:defRPr sz="1500" b="1" i="0">
                <a:solidFill>
                  <a:srgbClr val="FFFFFF"/>
                </a:solidFill>
                <a:latin typeface="Arial"/>
                <a:ea typeface="Arial"/>
                <a:cs typeface="Arial"/>
              </a:defRPr>
            </a:lvl9p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P3</a:t>
            </a:r>
          </a:p>
        </p:txBody>
      </p:sp>
      <p:sp>
        <p:nvSpPr>
          <p:cNvPr id="9" name="Rectangle 8">
            <a:extLst>
              <a:ext uri="{FF2B5EF4-FFF2-40B4-BE49-F238E27FC236}">
                <a16:creationId xmlns:a16="http://schemas.microsoft.com/office/drawing/2014/main" id="{D87088ED-EBC0-466C-BC14-8B2D96FC95E7}"/>
              </a:ext>
            </a:extLst>
          </p:cNvPr>
          <p:cNvSpPr>
            <a:spLocks noGrp="1"/>
          </p:cNvSpPr>
          <p:nvPr/>
        </p:nvSpPr>
        <p:spPr>
          <a:xfrm>
            <a:off x="1524000" y="1752600"/>
            <a:ext cx="952500" cy="228600"/>
          </a:xfrm>
          <a:prstGeom prst="rect">
            <a:avLst/>
          </a:prstGeom>
          <a:noFill/>
          <a:ln w="0">
            <a:noFill/>
            <a:prstDash val="solid"/>
          </a:ln>
        </p:spPr>
        <p:txBody>
          <a:bodyPr anchor="t">
            <a:normAutofit/>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MINOR</a:t>
            </a:r>
          </a:p>
        </p:txBody>
      </p:sp>
      <p:sp>
        <p:nvSpPr>
          <p:cNvPr id="10" name="Rectangle 9">
            <a:extLst>
              <a:ext uri="{FF2B5EF4-FFF2-40B4-BE49-F238E27FC236}">
                <a16:creationId xmlns:a16="http://schemas.microsoft.com/office/drawing/2014/main" id="{4FDC1007-198E-4823-937B-DF9B6C7024D8}"/>
              </a:ext>
            </a:extLst>
          </p:cNvPr>
          <p:cNvSpPr>
            <a:spLocks noGrp="1"/>
          </p:cNvSpPr>
          <p:nvPr/>
        </p:nvSpPr>
        <p:spPr>
          <a:xfrm>
            <a:off x="1524000" y="2000250"/>
            <a:ext cx="4953000" cy="323850"/>
          </a:xfrm>
          <a:prstGeom prst="rect">
            <a:avLst/>
          </a:prstGeom>
          <a:noFill/>
          <a:ln w="0">
            <a:noFill/>
            <a:prstDash val="solid"/>
          </a:ln>
        </p:spPr>
        <p:txBody>
          <a:bodyPr anchor="t">
            <a:normAutofit fontScale="88406"/>
          </a:bodyPr>
          <a:lstStyle>
            <a:defPPr algn="l">
              <a:defRPr sz="1725" b="1" i="0">
                <a:solidFill>
                  <a:srgbClr val="F4F7F5"/>
                </a:solidFill>
                <a:latin typeface="Arial"/>
                <a:ea typeface="Arial"/>
                <a:cs typeface="Arial"/>
              </a:defRPr>
            </a:defPPr>
            <a:lvl1pPr algn="l">
              <a:defRPr sz="1725" b="1" i="0">
                <a:solidFill>
                  <a:srgbClr val="F4F7F5"/>
                </a:solidFill>
                <a:latin typeface="Arial"/>
                <a:ea typeface="Arial"/>
                <a:cs typeface="Arial"/>
              </a:defRPr>
            </a:lvl1pPr>
            <a:lvl2pPr algn="l">
              <a:defRPr sz="1725" b="1" i="0">
                <a:solidFill>
                  <a:srgbClr val="F4F7F5"/>
                </a:solidFill>
                <a:latin typeface="Arial"/>
                <a:ea typeface="Arial"/>
                <a:cs typeface="Arial"/>
              </a:defRPr>
            </a:lvl2pPr>
            <a:lvl3pPr algn="l">
              <a:defRPr sz="1725" b="1" i="0">
                <a:solidFill>
                  <a:srgbClr val="F4F7F5"/>
                </a:solidFill>
                <a:latin typeface="Arial"/>
                <a:ea typeface="Arial"/>
                <a:cs typeface="Arial"/>
              </a:defRPr>
            </a:lvl3pPr>
            <a:lvl4pPr algn="l">
              <a:defRPr sz="1725" b="1" i="0">
                <a:solidFill>
                  <a:srgbClr val="F4F7F5"/>
                </a:solidFill>
                <a:latin typeface="Arial"/>
                <a:ea typeface="Arial"/>
                <a:cs typeface="Arial"/>
              </a:defRPr>
            </a:lvl4pPr>
            <a:lvl5pPr algn="l">
              <a:defRPr sz="1725" b="1" i="0">
                <a:solidFill>
                  <a:srgbClr val="F4F7F5"/>
                </a:solidFill>
                <a:latin typeface="Arial"/>
                <a:ea typeface="Arial"/>
                <a:cs typeface="Arial"/>
              </a:defRPr>
            </a:lvl5pPr>
            <a:lvl6pPr algn="l">
              <a:defRPr sz="1725" b="1" i="0">
                <a:solidFill>
                  <a:srgbClr val="F4F7F5"/>
                </a:solidFill>
                <a:latin typeface="Arial"/>
                <a:ea typeface="Arial"/>
                <a:cs typeface="Arial"/>
              </a:defRPr>
            </a:lvl6pPr>
            <a:lvl7pPr algn="l">
              <a:defRPr sz="1725" b="1" i="0">
                <a:solidFill>
                  <a:srgbClr val="F4F7F5"/>
                </a:solidFill>
                <a:latin typeface="Arial"/>
                <a:ea typeface="Arial"/>
                <a:cs typeface="Arial"/>
              </a:defRPr>
            </a:lvl7pPr>
            <a:lvl8pPr algn="l">
              <a:defRPr sz="1725" b="1" i="0">
                <a:solidFill>
                  <a:srgbClr val="F4F7F5"/>
                </a:solidFill>
                <a:latin typeface="Arial"/>
                <a:ea typeface="Arial"/>
                <a:cs typeface="Arial"/>
              </a:defRPr>
            </a:lvl8pPr>
            <a:lvl9pPr algn="l">
              <a:defRPr sz="1725" b="1" i="0">
                <a:solidFill>
                  <a:srgbClr val="F4F7F5"/>
                </a:solidFill>
                <a:latin typeface="Arial"/>
                <a:ea typeface="Arial"/>
                <a:cs typeface="Arial"/>
              </a:defRPr>
            </a:lvl9pPr>
          </a:lstStyle>
          <a:p>
            <a:pPr algn="l">
              <a:defRPr sz="1725" b="1" i="0">
                <a:solidFill>
                  <a:srgbClr val="F4F7F5"/>
                </a:solidFill>
                <a:latin typeface="Arial"/>
                <a:ea typeface="Arial"/>
                <a:cs typeface="Arial"/>
              </a:defRPr>
            </a:pPr>
            <a:r>
              <a:rPr sz="1725" b="1" i="0">
                <a:solidFill>
                  <a:srgbClr val="F4F7F5"/>
                </a:solidFill>
                <a:latin typeface="Arial"/>
                <a:ea typeface="Arial"/>
                <a:cs typeface="Arial"/>
              </a:rPr>
              <a:t>Scope, team map</a:t>
            </a:r>
          </a:p>
        </p:txBody>
      </p:sp>
      <p:sp>
        <p:nvSpPr>
          <p:cNvPr id="11" name="Rectangle 10">
            <a:extLst>
              <a:ext uri="{FF2B5EF4-FFF2-40B4-BE49-F238E27FC236}">
                <a16:creationId xmlns:a16="http://schemas.microsoft.com/office/drawing/2014/main" id="{CE9CC89E-659D-4CFA-9ACC-AE10EE728616}"/>
              </a:ext>
            </a:extLst>
          </p:cNvPr>
          <p:cNvSpPr>
            <a:spLocks noGrp="1"/>
          </p:cNvSpPr>
          <p:nvPr/>
        </p:nvSpPr>
        <p:spPr>
          <a:xfrm>
            <a:off x="7239000" y="1962150"/>
            <a:ext cx="3810000" cy="304800"/>
          </a:xfrm>
          <a:prstGeom prst="rect">
            <a:avLst/>
          </a:prstGeom>
          <a:noFill/>
          <a:ln w="0">
            <a:noFill/>
            <a:prstDash val="solid"/>
          </a:ln>
        </p:spPr>
        <p:txBody>
          <a:bodyPr anchor="t">
            <a:normAutofit/>
          </a:bodyPr>
          <a:lstStyle>
            <a:defPPr algn="r">
              <a:defRPr sz="1350" b="0" i="0">
                <a:solidFill>
                  <a:srgbClr val="AFC0B8"/>
                </a:solidFill>
                <a:latin typeface="Arial"/>
                <a:ea typeface="Arial"/>
                <a:cs typeface="Arial"/>
              </a:defRPr>
            </a:defPPr>
            <a:lvl1pPr algn="r">
              <a:defRPr sz="1350" b="0" i="0">
                <a:solidFill>
                  <a:srgbClr val="AFC0B8"/>
                </a:solidFill>
                <a:latin typeface="Arial"/>
                <a:ea typeface="Arial"/>
                <a:cs typeface="Arial"/>
              </a:defRPr>
            </a:lvl1pPr>
            <a:lvl2pPr algn="r">
              <a:defRPr sz="1350" b="0" i="0">
                <a:solidFill>
                  <a:srgbClr val="AFC0B8"/>
                </a:solidFill>
                <a:latin typeface="Arial"/>
                <a:ea typeface="Arial"/>
                <a:cs typeface="Arial"/>
              </a:defRPr>
            </a:lvl2pPr>
            <a:lvl3pPr algn="r">
              <a:defRPr sz="1350" b="0" i="0">
                <a:solidFill>
                  <a:srgbClr val="AFC0B8"/>
                </a:solidFill>
                <a:latin typeface="Arial"/>
                <a:ea typeface="Arial"/>
                <a:cs typeface="Arial"/>
              </a:defRPr>
            </a:lvl3pPr>
            <a:lvl4pPr algn="r">
              <a:defRPr sz="1350" b="0" i="0">
                <a:solidFill>
                  <a:srgbClr val="AFC0B8"/>
                </a:solidFill>
                <a:latin typeface="Arial"/>
                <a:ea typeface="Arial"/>
                <a:cs typeface="Arial"/>
              </a:defRPr>
            </a:lvl4pPr>
            <a:lvl5pPr algn="r">
              <a:defRPr sz="1350" b="0" i="0">
                <a:solidFill>
                  <a:srgbClr val="AFC0B8"/>
                </a:solidFill>
                <a:latin typeface="Arial"/>
                <a:ea typeface="Arial"/>
                <a:cs typeface="Arial"/>
              </a:defRPr>
            </a:lvl5pPr>
            <a:lvl6pPr algn="r">
              <a:defRPr sz="1350" b="0" i="0">
                <a:solidFill>
                  <a:srgbClr val="AFC0B8"/>
                </a:solidFill>
                <a:latin typeface="Arial"/>
                <a:ea typeface="Arial"/>
                <a:cs typeface="Arial"/>
              </a:defRPr>
            </a:lvl6pPr>
            <a:lvl7pPr algn="r">
              <a:defRPr sz="1350" b="0" i="0">
                <a:solidFill>
                  <a:srgbClr val="AFC0B8"/>
                </a:solidFill>
                <a:latin typeface="Arial"/>
                <a:ea typeface="Arial"/>
                <a:cs typeface="Arial"/>
              </a:defRPr>
            </a:lvl7pPr>
            <a:lvl8pPr algn="r">
              <a:defRPr sz="1350" b="0" i="0">
                <a:solidFill>
                  <a:srgbClr val="AFC0B8"/>
                </a:solidFill>
                <a:latin typeface="Arial"/>
                <a:ea typeface="Arial"/>
                <a:cs typeface="Arial"/>
              </a:defRPr>
            </a:lvl8pPr>
            <a:lvl9pPr algn="r">
              <a:defRPr sz="1350" b="0" i="0">
                <a:solidFill>
                  <a:srgbClr val="AFC0B8"/>
                </a:solidFill>
                <a:latin typeface="Arial"/>
                <a:ea typeface="Arial"/>
                <a:cs typeface="Arial"/>
              </a:defRPr>
            </a:lvl9pPr>
          </a:lstStyle>
          <a:p>
            <a:pPr algn="r">
              <a:defRPr sz="1350" b="0" i="0">
                <a:solidFill>
                  <a:srgbClr val="AFC0B8"/>
                </a:solidFill>
                <a:latin typeface="Arial"/>
                <a:ea typeface="Arial"/>
                <a:cs typeface="Arial"/>
              </a:defRPr>
            </a:pPr>
            <a:r>
              <a:rPr sz="1350" b="0" i="0">
                <a:solidFill>
                  <a:srgbClr val="AFC0B8"/>
                </a:solidFill>
                <a:latin typeface="Arial"/>
                <a:ea typeface="Arial"/>
                <a:cs typeface="Arial"/>
              </a:rPr>
              <a:t>2 min  ·  Slides 1–2</a:t>
            </a:r>
          </a:p>
        </p:txBody>
      </p:sp>
      <p:sp>
        <p:nvSpPr>
          <p:cNvPr id="12" name="Straight Connector 11">
            <a:extLst>
              <a:ext uri="{FF2B5EF4-FFF2-40B4-BE49-F238E27FC236}">
                <a16:creationId xmlns:a16="http://schemas.microsoft.com/office/drawing/2014/main" id="{88A60792-E54D-4605-AA55-ECF7CD031BA5}"/>
              </a:ext>
            </a:extLst>
          </p:cNvPr>
          <p:cNvSpPr>
            <a:spLocks noGrp="1"/>
          </p:cNvSpPr>
          <p:nvPr/>
        </p:nvSpPr>
        <p:spPr>
          <a:xfrm>
            <a:off x="1524000" y="2533650"/>
            <a:ext cx="9525000" cy="0"/>
          </a:xfrm>
          <a:prstGeom prst="line">
            <a:avLst/>
          </a:prstGeom>
          <a:noFill/>
          <a:ln w="9525">
            <a:solidFill>
              <a:srgbClr val="29433A"/>
            </a:solidFill>
            <a:prstDash val="solid"/>
          </a:ln>
        </p:spPr>
      </p:sp>
      <p:sp>
        <p:nvSpPr>
          <p:cNvPr id="13" name="Oval 12">
            <a:extLst>
              <a:ext uri="{FF2B5EF4-FFF2-40B4-BE49-F238E27FC236}">
                <a16:creationId xmlns:a16="http://schemas.microsoft.com/office/drawing/2014/main" id="{BB4AEB7E-2826-467E-AD5E-5E3DE10B8A0D}"/>
              </a:ext>
            </a:extLst>
          </p:cNvPr>
          <p:cNvSpPr>
            <a:spLocks noGrp="1"/>
          </p:cNvSpPr>
          <p:nvPr/>
        </p:nvSpPr>
        <p:spPr>
          <a:xfrm>
            <a:off x="628650" y="2743200"/>
            <a:ext cx="609600" cy="609600"/>
          </a:xfrm>
          <a:prstGeom prst="ellipse">
            <a:avLst/>
          </a:prstGeom>
          <a:solidFill>
            <a:srgbClr val="E84AAB"/>
          </a:solidFill>
          <a:ln w="0">
            <a:noFill/>
            <a:prstDash val="solid"/>
          </a:ln>
        </p:spPr>
      </p:sp>
      <p:sp>
        <p:nvSpPr>
          <p:cNvPr id="14" name="Rectangle 13">
            <a:extLst>
              <a:ext uri="{FF2B5EF4-FFF2-40B4-BE49-F238E27FC236}">
                <a16:creationId xmlns:a16="http://schemas.microsoft.com/office/drawing/2014/main" id="{5B7E505D-F7D5-4E8D-A6F0-5D806FF13925}"/>
              </a:ext>
            </a:extLst>
          </p:cNvPr>
          <p:cNvSpPr>
            <a:spLocks noGrp="1"/>
          </p:cNvSpPr>
          <p:nvPr/>
        </p:nvSpPr>
        <p:spPr>
          <a:xfrm>
            <a:off x="628650" y="2857500"/>
            <a:ext cx="609600" cy="342900"/>
          </a:xfrm>
          <a:prstGeom prst="rect">
            <a:avLst/>
          </a:prstGeom>
          <a:noFill/>
          <a:ln w="0">
            <a:noFill/>
            <a:prstDash val="solid"/>
          </a:ln>
        </p:spPr>
        <p:txBody>
          <a:bodyPr anchor="ctr">
            <a:normAutofit/>
          </a:bodyPr>
          <a:lstStyle>
            <a:defPPr algn="ctr">
              <a:defRPr sz="1500" b="1" i="0">
                <a:solidFill>
                  <a:srgbClr val="FFFFFF"/>
                </a:solidFill>
                <a:latin typeface="Arial"/>
                <a:ea typeface="Arial"/>
                <a:cs typeface="Arial"/>
              </a:defRPr>
            </a:defPPr>
            <a:lvl1pPr algn="ctr">
              <a:defRPr sz="1500" b="1" i="0">
                <a:solidFill>
                  <a:srgbClr val="FFFFFF"/>
                </a:solidFill>
                <a:latin typeface="Arial"/>
                <a:ea typeface="Arial"/>
                <a:cs typeface="Arial"/>
              </a:defRPr>
            </a:lvl1pPr>
            <a:lvl2pPr algn="ctr">
              <a:defRPr sz="1500" b="1" i="0">
                <a:solidFill>
                  <a:srgbClr val="FFFFFF"/>
                </a:solidFill>
                <a:latin typeface="Arial"/>
                <a:ea typeface="Arial"/>
                <a:cs typeface="Arial"/>
              </a:defRPr>
            </a:lvl2pPr>
            <a:lvl3pPr algn="ctr">
              <a:defRPr sz="1500" b="1" i="0">
                <a:solidFill>
                  <a:srgbClr val="FFFFFF"/>
                </a:solidFill>
                <a:latin typeface="Arial"/>
                <a:ea typeface="Arial"/>
                <a:cs typeface="Arial"/>
              </a:defRPr>
            </a:lvl3pPr>
            <a:lvl4pPr algn="ctr">
              <a:defRPr sz="1500" b="1" i="0">
                <a:solidFill>
                  <a:srgbClr val="FFFFFF"/>
                </a:solidFill>
                <a:latin typeface="Arial"/>
                <a:ea typeface="Arial"/>
                <a:cs typeface="Arial"/>
              </a:defRPr>
            </a:lvl4pPr>
            <a:lvl5pPr algn="ctr">
              <a:defRPr sz="1500" b="1" i="0">
                <a:solidFill>
                  <a:srgbClr val="FFFFFF"/>
                </a:solidFill>
                <a:latin typeface="Arial"/>
                <a:ea typeface="Arial"/>
                <a:cs typeface="Arial"/>
              </a:defRPr>
            </a:lvl5pPr>
            <a:lvl6pPr algn="ctr">
              <a:defRPr sz="1500" b="1" i="0">
                <a:solidFill>
                  <a:srgbClr val="FFFFFF"/>
                </a:solidFill>
                <a:latin typeface="Arial"/>
                <a:ea typeface="Arial"/>
                <a:cs typeface="Arial"/>
              </a:defRPr>
            </a:lvl6pPr>
            <a:lvl7pPr algn="ctr">
              <a:defRPr sz="1500" b="1" i="0">
                <a:solidFill>
                  <a:srgbClr val="FFFFFF"/>
                </a:solidFill>
                <a:latin typeface="Arial"/>
                <a:ea typeface="Arial"/>
                <a:cs typeface="Arial"/>
              </a:defRPr>
            </a:lvl7pPr>
            <a:lvl8pPr algn="ctr">
              <a:defRPr sz="1500" b="1" i="0">
                <a:solidFill>
                  <a:srgbClr val="FFFFFF"/>
                </a:solidFill>
                <a:latin typeface="Arial"/>
                <a:ea typeface="Arial"/>
                <a:cs typeface="Arial"/>
              </a:defRPr>
            </a:lvl8pPr>
            <a:lvl9pPr algn="ctr">
              <a:defRPr sz="1500" b="1" i="0">
                <a:solidFill>
                  <a:srgbClr val="FFFFFF"/>
                </a:solidFill>
                <a:latin typeface="Arial"/>
                <a:ea typeface="Arial"/>
                <a:cs typeface="Arial"/>
              </a:defRPr>
            </a:lvl9p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P1</a:t>
            </a:r>
          </a:p>
        </p:txBody>
      </p:sp>
      <p:sp>
        <p:nvSpPr>
          <p:cNvPr id="15" name="Rectangle 14">
            <a:extLst>
              <a:ext uri="{FF2B5EF4-FFF2-40B4-BE49-F238E27FC236}">
                <a16:creationId xmlns:a16="http://schemas.microsoft.com/office/drawing/2014/main" id="{AE92DC71-90F6-439C-9945-5520A6716E96}"/>
              </a:ext>
            </a:extLst>
          </p:cNvPr>
          <p:cNvSpPr>
            <a:spLocks noGrp="1"/>
          </p:cNvSpPr>
          <p:nvPr/>
        </p:nvSpPr>
        <p:spPr>
          <a:xfrm>
            <a:off x="1524000" y="2743200"/>
            <a:ext cx="952500" cy="228600"/>
          </a:xfrm>
          <a:prstGeom prst="rect">
            <a:avLst/>
          </a:prstGeom>
          <a:noFill/>
          <a:ln w="0">
            <a:noFill/>
            <a:prstDash val="solid"/>
          </a:ln>
        </p:spPr>
        <p:txBody>
          <a:bodyPr anchor="t">
            <a:normAutofit/>
          </a:bodyPr>
          <a:lstStyle>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a:pPr algn="l">
              <a:defRPr sz="900" b="1" i="0">
                <a:solidFill>
                  <a:srgbClr val="E84AAB"/>
                </a:solidFill>
                <a:latin typeface="Arial"/>
                <a:ea typeface="Arial"/>
                <a:cs typeface="Arial"/>
              </a:defRPr>
            </a:pPr>
            <a:r>
              <a:rPr sz="900" b="1" i="0">
                <a:solidFill>
                  <a:srgbClr val="E84AAB"/>
                </a:solidFill>
                <a:latin typeface="Arial"/>
                <a:ea typeface="Arial"/>
                <a:cs typeface="Arial"/>
              </a:rPr>
              <a:t>MAJOR</a:t>
            </a:r>
          </a:p>
        </p:txBody>
      </p:sp>
      <p:sp>
        <p:nvSpPr>
          <p:cNvPr id="16" name="Rectangle 15">
            <a:extLst>
              <a:ext uri="{FF2B5EF4-FFF2-40B4-BE49-F238E27FC236}">
                <a16:creationId xmlns:a16="http://schemas.microsoft.com/office/drawing/2014/main" id="{676C9A98-9FD4-4A3D-BB60-03D21BA8EA54}"/>
              </a:ext>
            </a:extLst>
          </p:cNvPr>
          <p:cNvSpPr>
            <a:spLocks noGrp="1"/>
          </p:cNvSpPr>
          <p:nvPr/>
        </p:nvSpPr>
        <p:spPr>
          <a:xfrm>
            <a:off x="1524000" y="2990850"/>
            <a:ext cx="4953000" cy="323850"/>
          </a:xfrm>
          <a:prstGeom prst="rect">
            <a:avLst/>
          </a:prstGeom>
          <a:noFill/>
          <a:ln w="0">
            <a:noFill/>
            <a:prstDash val="solid"/>
          </a:ln>
        </p:spPr>
        <p:txBody>
          <a:bodyPr anchor="t">
            <a:normAutofit fontScale="88406"/>
          </a:bodyPr>
          <a:lstStyle>
            <a:defPPr algn="l">
              <a:defRPr sz="1725" b="1" i="0">
                <a:solidFill>
                  <a:srgbClr val="F4F7F5"/>
                </a:solidFill>
                <a:latin typeface="Arial"/>
                <a:ea typeface="Arial"/>
                <a:cs typeface="Arial"/>
              </a:defRPr>
            </a:defPPr>
            <a:lvl1pPr algn="l">
              <a:defRPr sz="1725" b="1" i="0">
                <a:solidFill>
                  <a:srgbClr val="F4F7F5"/>
                </a:solidFill>
                <a:latin typeface="Arial"/>
                <a:ea typeface="Arial"/>
                <a:cs typeface="Arial"/>
              </a:defRPr>
            </a:lvl1pPr>
            <a:lvl2pPr algn="l">
              <a:defRPr sz="1725" b="1" i="0">
                <a:solidFill>
                  <a:srgbClr val="F4F7F5"/>
                </a:solidFill>
                <a:latin typeface="Arial"/>
                <a:ea typeface="Arial"/>
                <a:cs typeface="Arial"/>
              </a:defRPr>
            </a:lvl2pPr>
            <a:lvl3pPr algn="l">
              <a:defRPr sz="1725" b="1" i="0">
                <a:solidFill>
                  <a:srgbClr val="F4F7F5"/>
                </a:solidFill>
                <a:latin typeface="Arial"/>
                <a:ea typeface="Arial"/>
                <a:cs typeface="Arial"/>
              </a:defRPr>
            </a:lvl3pPr>
            <a:lvl4pPr algn="l">
              <a:defRPr sz="1725" b="1" i="0">
                <a:solidFill>
                  <a:srgbClr val="F4F7F5"/>
                </a:solidFill>
                <a:latin typeface="Arial"/>
                <a:ea typeface="Arial"/>
                <a:cs typeface="Arial"/>
              </a:defRPr>
            </a:lvl4pPr>
            <a:lvl5pPr algn="l">
              <a:defRPr sz="1725" b="1" i="0">
                <a:solidFill>
                  <a:srgbClr val="F4F7F5"/>
                </a:solidFill>
                <a:latin typeface="Arial"/>
                <a:ea typeface="Arial"/>
                <a:cs typeface="Arial"/>
              </a:defRPr>
            </a:lvl5pPr>
            <a:lvl6pPr algn="l">
              <a:defRPr sz="1725" b="1" i="0">
                <a:solidFill>
                  <a:srgbClr val="F4F7F5"/>
                </a:solidFill>
                <a:latin typeface="Arial"/>
                <a:ea typeface="Arial"/>
                <a:cs typeface="Arial"/>
              </a:defRPr>
            </a:lvl6pPr>
            <a:lvl7pPr algn="l">
              <a:defRPr sz="1725" b="1" i="0">
                <a:solidFill>
                  <a:srgbClr val="F4F7F5"/>
                </a:solidFill>
                <a:latin typeface="Arial"/>
                <a:ea typeface="Arial"/>
                <a:cs typeface="Arial"/>
              </a:defRPr>
            </a:lvl7pPr>
            <a:lvl8pPr algn="l">
              <a:defRPr sz="1725" b="1" i="0">
                <a:solidFill>
                  <a:srgbClr val="F4F7F5"/>
                </a:solidFill>
                <a:latin typeface="Arial"/>
                <a:ea typeface="Arial"/>
                <a:cs typeface="Arial"/>
              </a:defRPr>
            </a:lvl8pPr>
            <a:lvl9pPr algn="l">
              <a:defRPr sz="1725" b="1" i="0">
                <a:solidFill>
                  <a:srgbClr val="F4F7F5"/>
                </a:solidFill>
                <a:latin typeface="Arial"/>
                <a:ea typeface="Arial"/>
                <a:cs typeface="Arial"/>
              </a:defRPr>
            </a:lvl9pPr>
          </a:lstStyle>
          <a:p>
            <a:pPr algn="l">
              <a:defRPr sz="1725" b="1" i="0">
                <a:solidFill>
                  <a:srgbClr val="F4F7F5"/>
                </a:solidFill>
                <a:latin typeface="Arial"/>
                <a:ea typeface="Arial"/>
                <a:cs typeface="Arial"/>
              </a:defRPr>
            </a:pPr>
            <a:r>
              <a:rPr sz="1725" b="1" i="0">
                <a:solidFill>
                  <a:srgbClr val="F4F7F5"/>
                </a:solidFill>
                <a:latin typeface="Arial"/>
                <a:ea typeface="Arial"/>
                <a:cs typeface="Arial"/>
              </a:rPr>
              <a:t>Problem, literature, gap, model architecture</a:t>
            </a:r>
          </a:p>
        </p:txBody>
      </p:sp>
      <p:sp>
        <p:nvSpPr>
          <p:cNvPr id="17" name="Rectangle 16">
            <a:extLst>
              <a:ext uri="{FF2B5EF4-FFF2-40B4-BE49-F238E27FC236}">
                <a16:creationId xmlns:a16="http://schemas.microsoft.com/office/drawing/2014/main" id="{1258231F-3654-41C1-9D88-2ED963686155}"/>
              </a:ext>
            </a:extLst>
          </p:cNvPr>
          <p:cNvSpPr>
            <a:spLocks noGrp="1"/>
          </p:cNvSpPr>
          <p:nvPr/>
        </p:nvSpPr>
        <p:spPr>
          <a:xfrm>
            <a:off x="7239000" y="2952750"/>
            <a:ext cx="3810000" cy="304800"/>
          </a:xfrm>
          <a:prstGeom prst="rect">
            <a:avLst/>
          </a:prstGeom>
          <a:noFill/>
          <a:ln w="0">
            <a:noFill/>
            <a:prstDash val="solid"/>
          </a:ln>
        </p:spPr>
        <p:txBody>
          <a:bodyPr anchor="t">
            <a:normAutofit/>
          </a:bodyPr>
          <a:lstStyle>
            <a:defPPr algn="r">
              <a:defRPr sz="1350" b="0" i="0">
                <a:solidFill>
                  <a:srgbClr val="AFC0B8"/>
                </a:solidFill>
                <a:latin typeface="Arial"/>
                <a:ea typeface="Arial"/>
                <a:cs typeface="Arial"/>
              </a:defRPr>
            </a:defPPr>
            <a:lvl1pPr algn="r">
              <a:defRPr sz="1350" b="0" i="0">
                <a:solidFill>
                  <a:srgbClr val="AFC0B8"/>
                </a:solidFill>
                <a:latin typeface="Arial"/>
                <a:ea typeface="Arial"/>
                <a:cs typeface="Arial"/>
              </a:defRPr>
            </a:lvl1pPr>
            <a:lvl2pPr algn="r">
              <a:defRPr sz="1350" b="0" i="0">
                <a:solidFill>
                  <a:srgbClr val="AFC0B8"/>
                </a:solidFill>
                <a:latin typeface="Arial"/>
                <a:ea typeface="Arial"/>
                <a:cs typeface="Arial"/>
              </a:defRPr>
            </a:lvl2pPr>
            <a:lvl3pPr algn="r">
              <a:defRPr sz="1350" b="0" i="0">
                <a:solidFill>
                  <a:srgbClr val="AFC0B8"/>
                </a:solidFill>
                <a:latin typeface="Arial"/>
                <a:ea typeface="Arial"/>
                <a:cs typeface="Arial"/>
              </a:defRPr>
            </a:lvl3pPr>
            <a:lvl4pPr algn="r">
              <a:defRPr sz="1350" b="0" i="0">
                <a:solidFill>
                  <a:srgbClr val="AFC0B8"/>
                </a:solidFill>
                <a:latin typeface="Arial"/>
                <a:ea typeface="Arial"/>
                <a:cs typeface="Arial"/>
              </a:defRPr>
            </a:lvl4pPr>
            <a:lvl5pPr algn="r">
              <a:defRPr sz="1350" b="0" i="0">
                <a:solidFill>
                  <a:srgbClr val="AFC0B8"/>
                </a:solidFill>
                <a:latin typeface="Arial"/>
                <a:ea typeface="Arial"/>
                <a:cs typeface="Arial"/>
              </a:defRPr>
            </a:lvl5pPr>
            <a:lvl6pPr algn="r">
              <a:defRPr sz="1350" b="0" i="0">
                <a:solidFill>
                  <a:srgbClr val="AFC0B8"/>
                </a:solidFill>
                <a:latin typeface="Arial"/>
                <a:ea typeface="Arial"/>
                <a:cs typeface="Arial"/>
              </a:defRPr>
            </a:lvl6pPr>
            <a:lvl7pPr algn="r">
              <a:defRPr sz="1350" b="0" i="0">
                <a:solidFill>
                  <a:srgbClr val="AFC0B8"/>
                </a:solidFill>
                <a:latin typeface="Arial"/>
                <a:ea typeface="Arial"/>
                <a:cs typeface="Arial"/>
              </a:defRPr>
            </a:lvl7pPr>
            <a:lvl8pPr algn="r">
              <a:defRPr sz="1350" b="0" i="0">
                <a:solidFill>
                  <a:srgbClr val="AFC0B8"/>
                </a:solidFill>
                <a:latin typeface="Arial"/>
                <a:ea typeface="Arial"/>
                <a:cs typeface="Arial"/>
              </a:defRPr>
            </a:lvl8pPr>
            <a:lvl9pPr algn="r">
              <a:defRPr sz="1350" b="0" i="0">
                <a:solidFill>
                  <a:srgbClr val="AFC0B8"/>
                </a:solidFill>
                <a:latin typeface="Arial"/>
                <a:ea typeface="Arial"/>
                <a:cs typeface="Arial"/>
              </a:defRPr>
            </a:lvl9pPr>
          </a:lstStyle>
          <a:p>
            <a:pPr algn="r">
              <a:defRPr sz="1350" b="0" i="0">
                <a:solidFill>
                  <a:srgbClr val="AFC0B8"/>
                </a:solidFill>
                <a:latin typeface="Arial"/>
                <a:ea typeface="Arial"/>
                <a:cs typeface="Arial"/>
              </a:defRPr>
            </a:pPr>
            <a:r>
              <a:rPr sz="1350" b="0" i="0">
                <a:solidFill>
                  <a:srgbClr val="AFC0B8"/>
                </a:solidFill>
                <a:latin typeface="Arial"/>
                <a:ea typeface="Arial"/>
                <a:cs typeface="Arial"/>
              </a:rPr>
              <a:t>13 min  ·  Slides 3–12</a:t>
            </a:r>
          </a:p>
        </p:txBody>
      </p:sp>
      <p:sp>
        <p:nvSpPr>
          <p:cNvPr id="18" name="Straight Connector 17">
            <a:extLst>
              <a:ext uri="{FF2B5EF4-FFF2-40B4-BE49-F238E27FC236}">
                <a16:creationId xmlns:a16="http://schemas.microsoft.com/office/drawing/2014/main" id="{37F3A636-2376-4CE0-9E59-AA74CBC08D95}"/>
              </a:ext>
            </a:extLst>
          </p:cNvPr>
          <p:cNvSpPr>
            <a:spLocks noGrp="1"/>
          </p:cNvSpPr>
          <p:nvPr/>
        </p:nvSpPr>
        <p:spPr>
          <a:xfrm>
            <a:off x="1524000" y="3524250"/>
            <a:ext cx="9525000" cy="0"/>
          </a:xfrm>
          <a:prstGeom prst="line">
            <a:avLst/>
          </a:prstGeom>
          <a:noFill/>
          <a:ln w="9525">
            <a:solidFill>
              <a:srgbClr val="29433A"/>
            </a:solidFill>
            <a:prstDash val="solid"/>
          </a:ln>
        </p:spPr>
      </p:sp>
      <p:sp>
        <p:nvSpPr>
          <p:cNvPr id="19" name="Oval 18">
            <a:extLst>
              <a:ext uri="{FF2B5EF4-FFF2-40B4-BE49-F238E27FC236}">
                <a16:creationId xmlns:a16="http://schemas.microsoft.com/office/drawing/2014/main" id="{E11478FB-1BE3-42A9-9CCF-D5AADC205382}"/>
              </a:ext>
            </a:extLst>
          </p:cNvPr>
          <p:cNvSpPr>
            <a:spLocks noGrp="1"/>
          </p:cNvSpPr>
          <p:nvPr/>
        </p:nvSpPr>
        <p:spPr>
          <a:xfrm>
            <a:off x="628650" y="3733800"/>
            <a:ext cx="609600" cy="609600"/>
          </a:xfrm>
          <a:prstGeom prst="ellipse">
            <a:avLst/>
          </a:prstGeom>
          <a:solidFill>
            <a:srgbClr val="E84AAB"/>
          </a:solidFill>
          <a:ln w="0">
            <a:noFill/>
            <a:prstDash val="solid"/>
          </a:ln>
        </p:spPr>
      </p:sp>
      <p:sp>
        <p:nvSpPr>
          <p:cNvPr id="20" name="Rectangle 19">
            <a:extLst>
              <a:ext uri="{FF2B5EF4-FFF2-40B4-BE49-F238E27FC236}">
                <a16:creationId xmlns:a16="http://schemas.microsoft.com/office/drawing/2014/main" id="{FE48567F-40EA-4EC9-8B8F-6ED548B9F144}"/>
              </a:ext>
            </a:extLst>
          </p:cNvPr>
          <p:cNvSpPr>
            <a:spLocks noGrp="1"/>
          </p:cNvSpPr>
          <p:nvPr/>
        </p:nvSpPr>
        <p:spPr>
          <a:xfrm>
            <a:off x="628650" y="3848100"/>
            <a:ext cx="609600" cy="342900"/>
          </a:xfrm>
          <a:prstGeom prst="rect">
            <a:avLst/>
          </a:prstGeom>
          <a:noFill/>
          <a:ln w="0">
            <a:noFill/>
            <a:prstDash val="solid"/>
          </a:ln>
        </p:spPr>
        <p:txBody>
          <a:bodyPr anchor="ctr">
            <a:normAutofit/>
          </a:bodyPr>
          <a:lstStyle>
            <a:defPPr algn="ctr">
              <a:defRPr sz="1500" b="1" i="0">
                <a:solidFill>
                  <a:srgbClr val="FFFFFF"/>
                </a:solidFill>
                <a:latin typeface="Arial"/>
                <a:ea typeface="Arial"/>
                <a:cs typeface="Arial"/>
              </a:defRPr>
            </a:defPPr>
            <a:lvl1pPr algn="ctr">
              <a:defRPr sz="1500" b="1" i="0">
                <a:solidFill>
                  <a:srgbClr val="FFFFFF"/>
                </a:solidFill>
                <a:latin typeface="Arial"/>
                <a:ea typeface="Arial"/>
                <a:cs typeface="Arial"/>
              </a:defRPr>
            </a:lvl1pPr>
            <a:lvl2pPr algn="ctr">
              <a:defRPr sz="1500" b="1" i="0">
                <a:solidFill>
                  <a:srgbClr val="FFFFFF"/>
                </a:solidFill>
                <a:latin typeface="Arial"/>
                <a:ea typeface="Arial"/>
                <a:cs typeface="Arial"/>
              </a:defRPr>
            </a:lvl2pPr>
            <a:lvl3pPr algn="ctr">
              <a:defRPr sz="1500" b="1" i="0">
                <a:solidFill>
                  <a:srgbClr val="FFFFFF"/>
                </a:solidFill>
                <a:latin typeface="Arial"/>
                <a:ea typeface="Arial"/>
                <a:cs typeface="Arial"/>
              </a:defRPr>
            </a:lvl3pPr>
            <a:lvl4pPr algn="ctr">
              <a:defRPr sz="1500" b="1" i="0">
                <a:solidFill>
                  <a:srgbClr val="FFFFFF"/>
                </a:solidFill>
                <a:latin typeface="Arial"/>
                <a:ea typeface="Arial"/>
                <a:cs typeface="Arial"/>
              </a:defRPr>
            </a:lvl4pPr>
            <a:lvl5pPr algn="ctr">
              <a:defRPr sz="1500" b="1" i="0">
                <a:solidFill>
                  <a:srgbClr val="FFFFFF"/>
                </a:solidFill>
                <a:latin typeface="Arial"/>
                <a:ea typeface="Arial"/>
                <a:cs typeface="Arial"/>
              </a:defRPr>
            </a:lvl5pPr>
            <a:lvl6pPr algn="ctr">
              <a:defRPr sz="1500" b="1" i="0">
                <a:solidFill>
                  <a:srgbClr val="FFFFFF"/>
                </a:solidFill>
                <a:latin typeface="Arial"/>
                <a:ea typeface="Arial"/>
                <a:cs typeface="Arial"/>
              </a:defRPr>
            </a:lvl6pPr>
            <a:lvl7pPr algn="ctr">
              <a:defRPr sz="1500" b="1" i="0">
                <a:solidFill>
                  <a:srgbClr val="FFFFFF"/>
                </a:solidFill>
                <a:latin typeface="Arial"/>
                <a:ea typeface="Arial"/>
                <a:cs typeface="Arial"/>
              </a:defRPr>
            </a:lvl7pPr>
            <a:lvl8pPr algn="ctr">
              <a:defRPr sz="1500" b="1" i="0">
                <a:solidFill>
                  <a:srgbClr val="FFFFFF"/>
                </a:solidFill>
                <a:latin typeface="Arial"/>
                <a:ea typeface="Arial"/>
                <a:cs typeface="Arial"/>
              </a:defRPr>
            </a:lvl8pPr>
            <a:lvl9pPr algn="ctr">
              <a:defRPr sz="1500" b="1" i="0">
                <a:solidFill>
                  <a:srgbClr val="FFFFFF"/>
                </a:solidFill>
                <a:latin typeface="Arial"/>
                <a:ea typeface="Arial"/>
                <a:cs typeface="Arial"/>
              </a:defRPr>
            </a:lvl9p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P2</a:t>
            </a:r>
          </a:p>
        </p:txBody>
      </p:sp>
      <p:sp>
        <p:nvSpPr>
          <p:cNvPr id="21" name="Rectangle 20">
            <a:extLst>
              <a:ext uri="{FF2B5EF4-FFF2-40B4-BE49-F238E27FC236}">
                <a16:creationId xmlns:a16="http://schemas.microsoft.com/office/drawing/2014/main" id="{98139811-6B2E-402F-9D39-F88968CDEEDE}"/>
              </a:ext>
            </a:extLst>
          </p:cNvPr>
          <p:cNvSpPr>
            <a:spLocks noGrp="1"/>
          </p:cNvSpPr>
          <p:nvPr/>
        </p:nvSpPr>
        <p:spPr>
          <a:xfrm>
            <a:off x="1524000" y="3733800"/>
            <a:ext cx="952500" cy="228600"/>
          </a:xfrm>
          <a:prstGeom prst="rect">
            <a:avLst/>
          </a:prstGeom>
          <a:noFill/>
          <a:ln w="0">
            <a:noFill/>
            <a:prstDash val="solid"/>
          </a:ln>
        </p:spPr>
        <p:txBody>
          <a:bodyPr anchor="t">
            <a:normAutofit/>
          </a:bodyPr>
          <a:lstStyle>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a:pPr algn="l">
              <a:defRPr sz="900" b="1" i="0">
                <a:solidFill>
                  <a:srgbClr val="E84AAB"/>
                </a:solidFill>
                <a:latin typeface="Arial"/>
                <a:ea typeface="Arial"/>
                <a:cs typeface="Arial"/>
              </a:defRPr>
            </a:pPr>
            <a:r>
              <a:rPr sz="900" b="1" i="0">
                <a:solidFill>
                  <a:srgbClr val="E84AAB"/>
                </a:solidFill>
                <a:latin typeface="Arial"/>
                <a:ea typeface="Arial"/>
                <a:cs typeface="Arial"/>
              </a:rPr>
              <a:t>MAJOR</a:t>
            </a:r>
          </a:p>
        </p:txBody>
      </p:sp>
      <p:sp>
        <p:nvSpPr>
          <p:cNvPr id="22" name="Rectangle 21">
            <a:extLst>
              <a:ext uri="{FF2B5EF4-FFF2-40B4-BE49-F238E27FC236}">
                <a16:creationId xmlns:a16="http://schemas.microsoft.com/office/drawing/2014/main" id="{2A3D41D4-C8DC-4869-A7D5-EC511D7E7134}"/>
              </a:ext>
            </a:extLst>
          </p:cNvPr>
          <p:cNvSpPr>
            <a:spLocks noGrp="1"/>
          </p:cNvSpPr>
          <p:nvPr/>
        </p:nvSpPr>
        <p:spPr>
          <a:xfrm>
            <a:off x="1524000" y="3981450"/>
            <a:ext cx="4953000" cy="323850"/>
          </a:xfrm>
          <a:prstGeom prst="rect">
            <a:avLst/>
          </a:prstGeom>
          <a:noFill/>
          <a:ln w="0">
            <a:noFill/>
            <a:prstDash val="solid"/>
          </a:ln>
        </p:spPr>
        <p:txBody>
          <a:bodyPr anchor="t">
            <a:normAutofit fontScale="88406"/>
          </a:bodyPr>
          <a:lstStyle>
            <a:defPPr algn="l">
              <a:defRPr sz="1725" b="1" i="0">
                <a:solidFill>
                  <a:srgbClr val="F4F7F5"/>
                </a:solidFill>
                <a:latin typeface="Arial"/>
                <a:ea typeface="Arial"/>
                <a:cs typeface="Arial"/>
              </a:defRPr>
            </a:defPPr>
            <a:lvl1pPr algn="l">
              <a:defRPr sz="1725" b="1" i="0">
                <a:solidFill>
                  <a:srgbClr val="F4F7F5"/>
                </a:solidFill>
                <a:latin typeface="Arial"/>
                <a:ea typeface="Arial"/>
                <a:cs typeface="Arial"/>
              </a:defRPr>
            </a:lvl1pPr>
            <a:lvl2pPr algn="l">
              <a:defRPr sz="1725" b="1" i="0">
                <a:solidFill>
                  <a:srgbClr val="F4F7F5"/>
                </a:solidFill>
                <a:latin typeface="Arial"/>
                <a:ea typeface="Arial"/>
                <a:cs typeface="Arial"/>
              </a:defRPr>
            </a:lvl2pPr>
            <a:lvl3pPr algn="l">
              <a:defRPr sz="1725" b="1" i="0">
                <a:solidFill>
                  <a:srgbClr val="F4F7F5"/>
                </a:solidFill>
                <a:latin typeface="Arial"/>
                <a:ea typeface="Arial"/>
                <a:cs typeface="Arial"/>
              </a:defRPr>
            </a:lvl3pPr>
            <a:lvl4pPr algn="l">
              <a:defRPr sz="1725" b="1" i="0">
                <a:solidFill>
                  <a:srgbClr val="F4F7F5"/>
                </a:solidFill>
                <a:latin typeface="Arial"/>
                <a:ea typeface="Arial"/>
                <a:cs typeface="Arial"/>
              </a:defRPr>
            </a:lvl4pPr>
            <a:lvl5pPr algn="l">
              <a:defRPr sz="1725" b="1" i="0">
                <a:solidFill>
                  <a:srgbClr val="F4F7F5"/>
                </a:solidFill>
                <a:latin typeface="Arial"/>
                <a:ea typeface="Arial"/>
                <a:cs typeface="Arial"/>
              </a:defRPr>
            </a:lvl5pPr>
            <a:lvl6pPr algn="l">
              <a:defRPr sz="1725" b="1" i="0">
                <a:solidFill>
                  <a:srgbClr val="F4F7F5"/>
                </a:solidFill>
                <a:latin typeface="Arial"/>
                <a:ea typeface="Arial"/>
                <a:cs typeface="Arial"/>
              </a:defRPr>
            </a:lvl6pPr>
            <a:lvl7pPr algn="l">
              <a:defRPr sz="1725" b="1" i="0">
                <a:solidFill>
                  <a:srgbClr val="F4F7F5"/>
                </a:solidFill>
                <a:latin typeface="Arial"/>
                <a:ea typeface="Arial"/>
                <a:cs typeface="Arial"/>
              </a:defRPr>
            </a:lvl7pPr>
            <a:lvl8pPr algn="l">
              <a:defRPr sz="1725" b="1" i="0">
                <a:solidFill>
                  <a:srgbClr val="F4F7F5"/>
                </a:solidFill>
                <a:latin typeface="Arial"/>
                <a:ea typeface="Arial"/>
                <a:cs typeface="Arial"/>
              </a:defRPr>
            </a:lvl8pPr>
            <a:lvl9pPr algn="l">
              <a:defRPr sz="1725" b="1" i="0">
                <a:solidFill>
                  <a:srgbClr val="F4F7F5"/>
                </a:solidFill>
                <a:latin typeface="Arial"/>
                <a:ea typeface="Arial"/>
                <a:cs typeface="Arial"/>
              </a:defRPr>
            </a:lvl9pPr>
          </a:lstStyle>
          <a:p>
            <a:pPr algn="l">
              <a:defRPr sz="1725" b="1" i="0">
                <a:solidFill>
                  <a:srgbClr val="F4F7F5"/>
                </a:solidFill>
                <a:latin typeface="Arial"/>
                <a:ea typeface="Arial"/>
                <a:cs typeface="Arial"/>
              </a:defRPr>
            </a:pPr>
            <a:r>
              <a:rPr sz="1725" b="1" i="0">
                <a:solidFill>
                  <a:srgbClr val="F4F7F5"/>
                </a:solidFill>
                <a:latin typeface="Arial"/>
                <a:ea typeface="Arial"/>
                <a:cs typeface="Arial"/>
              </a:rPr>
              <a:t>Data, provenance, candidates, evidence</a:t>
            </a:r>
          </a:p>
        </p:txBody>
      </p:sp>
      <p:sp>
        <p:nvSpPr>
          <p:cNvPr id="23" name="Rectangle 22">
            <a:extLst>
              <a:ext uri="{FF2B5EF4-FFF2-40B4-BE49-F238E27FC236}">
                <a16:creationId xmlns:a16="http://schemas.microsoft.com/office/drawing/2014/main" id="{3E8880A2-DF8F-4DFE-BDE2-0FD231D701D0}"/>
              </a:ext>
            </a:extLst>
          </p:cNvPr>
          <p:cNvSpPr>
            <a:spLocks noGrp="1"/>
          </p:cNvSpPr>
          <p:nvPr/>
        </p:nvSpPr>
        <p:spPr>
          <a:xfrm>
            <a:off x="7239000" y="3943350"/>
            <a:ext cx="3810000" cy="304800"/>
          </a:xfrm>
          <a:prstGeom prst="rect">
            <a:avLst/>
          </a:prstGeom>
          <a:noFill/>
          <a:ln w="0">
            <a:noFill/>
            <a:prstDash val="solid"/>
          </a:ln>
        </p:spPr>
        <p:txBody>
          <a:bodyPr anchor="t">
            <a:normAutofit/>
          </a:bodyPr>
          <a:lstStyle>
            <a:defPPr algn="r">
              <a:defRPr sz="1350" b="0" i="0">
                <a:solidFill>
                  <a:srgbClr val="AFC0B8"/>
                </a:solidFill>
                <a:latin typeface="Arial"/>
                <a:ea typeface="Arial"/>
                <a:cs typeface="Arial"/>
              </a:defRPr>
            </a:defPPr>
            <a:lvl1pPr algn="r">
              <a:defRPr sz="1350" b="0" i="0">
                <a:solidFill>
                  <a:srgbClr val="AFC0B8"/>
                </a:solidFill>
                <a:latin typeface="Arial"/>
                <a:ea typeface="Arial"/>
                <a:cs typeface="Arial"/>
              </a:defRPr>
            </a:lvl1pPr>
            <a:lvl2pPr algn="r">
              <a:defRPr sz="1350" b="0" i="0">
                <a:solidFill>
                  <a:srgbClr val="AFC0B8"/>
                </a:solidFill>
                <a:latin typeface="Arial"/>
                <a:ea typeface="Arial"/>
                <a:cs typeface="Arial"/>
              </a:defRPr>
            </a:lvl2pPr>
            <a:lvl3pPr algn="r">
              <a:defRPr sz="1350" b="0" i="0">
                <a:solidFill>
                  <a:srgbClr val="AFC0B8"/>
                </a:solidFill>
                <a:latin typeface="Arial"/>
                <a:ea typeface="Arial"/>
                <a:cs typeface="Arial"/>
              </a:defRPr>
            </a:lvl3pPr>
            <a:lvl4pPr algn="r">
              <a:defRPr sz="1350" b="0" i="0">
                <a:solidFill>
                  <a:srgbClr val="AFC0B8"/>
                </a:solidFill>
                <a:latin typeface="Arial"/>
                <a:ea typeface="Arial"/>
                <a:cs typeface="Arial"/>
              </a:defRPr>
            </a:lvl4pPr>
            <a:lvl5pPr algn="r">
              <a:defRPr sz="1350" b="0" i="0">
                <a:solidFill>
                  <a:srgbClr val="AFC0B8"/>
                </a:solidFill>
                <a:latin typeface="Arial"/>
                <a:ea typeface="Arial"/>
                <a:cs typeface="Arial"/>
              </a:defRPr>
            </a:lvl5pPr>
            <a:lvl6pPr algn="r">
              <a:defRPr sz="1350" b="0" i="0">
                <a:solidFill>
                  <a:srgbClr val="AFC0B8"/>
                </a:solidFill>
                <a:latin typeface="Arial"/>
                <a:ea typeface="Arial"/>
                <a:cs typeface="Arial"/>
              </a:defRPr>
            </a:lvl6pPr>
            <a:lvl7pPr algn="r">
              <a:defRPr sz="1350" b="0" i="0">
                <a:solidFill>
                  <a:srgbClr val="AFC0B8"/>
                </a:solidFill>
                <a:latin typeface="Arial"/>
                <a:ea typeface="Arial"/>
                <a:cs typeface="Arial"/>
              </a:defRPr>
            </a:lvl7pPr>
            <a:lvl8pPr algn="r">
              <a:defRPr sz="1350" b="0" i="0">
                <a:solidFill>
                  <a:srgbClr val="AFC0B8"/>
                </a:solidFill>
                <a:latin typeface="Arial"/>
                <a:ea typeface="Arial"/>
                <a:cs typeface="Arial"/>
              </a:defRPr>
            </a:lvl8pPr>
            <a:lvl9pPr algn="r">
              <a:defRPr sz="1350" b="0" i="0">
                <a:solidFill>
                  <a:srgbClr val="AFC0B8"/>
                </a:solidFill>
                <a:latin typeface="Arial"/>
                <a:ea typeface="Arial"/>
                <a:cs typeface="Arial"/>
              </a:defRPr>
            </a:lvl9pPr>
          </a:lstStyle>
          <a:p>
            <a:pPr algn="r">
              <a:defRPr sz="1350" b="0" i="0">
                <a:solidFill>
                  <a:srgbClr val="AFC0B8"/>
                </a:solidFill>
                <a:latin typeface="Arial"/>
                <a:ea typeface="Arial"/>
                <a:cs typeface="Arial"/>
              </a:defRPr>
            </a:pPr>
            <a:r>
              <a:rPr sz="1350" b="0" i="0">
                <a:solidFill>
                  <a:srgbClr val="AFC0B8"/>
                </a:solidFill>
                <a:latin typeface="Arial"/>
                <a:ea typeface="Arial"/>
                <a:cs typeface="Arial"/>
              </a:rPr>
              <a:t>13 min  ·  Slides 13–20</a:t>
            </a:r>
          </a:p>
        </p:txBody>
      </p:sp>
      <p:sp>
        <p:nvSpPr>
          <p:cNvPr id="24" name="Straight Connector 23">
            <a:extLst>
              <a:ext uri="{FF2B5EF4-FFF2-40B4-BE49-F238E27FC236}">
                <a16:creationId xmlns:a16="http://schemas.microsoft.com/office/drawing/2014/main" id="{2D4D4D2B-E35E-4F74-AD6B-5BB3E006A75F}"/>
              </a:ext>
            </a:extLst>
          </p:cNvPr>
          <p:cNvSpPr>
            <a:spLocks noGrp="1"/>
          </p:cNvSpPr>
          <p:nvPr/>
        </p:nvSpPr>
        <p:spPr>
          <a:xfrm>
            <a:off x="1524000" y="4514850"/>
            <a:ext cx="9525000" cy="0"/>
          </a:xfrm>
          <a:prstGeom prst="line">
            <a:avLst/>
          </a:prstGeom>
          <a:noFill/>
          <a:ln w="9525">
            <a:solidFill>
              <a:srgbClr val="29433A"/>
            </a:solidFill>
            <a:prstDash val="solid"/>
          </a:ln>
        </p:spPr>
      </p:sp>
      <p:sp>
        <p:nvSpPr>
          <p:cNvPr id="25" name="Oval 24">
            <a:extLst>
              <a:ext uri="{FF2B5EF4-FFF2-40B4-BE49-F238E27FC236}">
                <a16:creationId xmlns:a16="http://schemas.microsoft.com/office/drawing/2014/main" id="{F3F4C80C-89B7-472F-9A58-7BC9D0F6B1B6}"/>
              </a:ext>
            </a:extLst>
          </p:cNvPr>
          <p:cNvSpPr>
            <a:spLocks noGrp="1"/>
          </p:cNvSpPr>
          <p:nvPr/>
        </p:nvSpPr>
        <p:spPr>
          <a:xfrm>
            <a:off x="628650" y="4724400"/>
            <a:ext cx="609600" cy="609600"/>
          </a:xfrm>
          <a:prstGeom prst="ellipse">
            <a:avLst/>
          </a:prstGeom>
          <a:solidFill>
            <a:srgbClr val="3FC6D6"/>
          </a:solidFill>
          <a:ln w="0">
            <a:noFill/>
            <a:prstDash val="solid"/>
          </a:ln>
        </p:spPr>
      </p:sp>
      <p:sp>
        <p:nvSpPr>
          <p:cNvPr id="26" name="Rectangle 25">
            <a:extLst>
              <a:ext uri="{FF2B5EF4-FFF2-40B4-BE49-F238E27FC236}">
                <a16:creationId xmlns:a16="http://schemas.microsoft.com/office/drawing/2014/main" id="{3B4E3F0A-FE11-48E8-AD02-8D72B2249068}"/>
              </a:ext>
            </a:extLst>
          </p:cNvPr>
          <p:cNvSpPr>
            <a:spLocks noGrp="1"/>
          </p:cNvSpPr>
          <p:nvPr/>
        </p:nvSpPr>
        <p:spPr>
          <a:xfrm>
            <a:off x="628650" y="4838700"/>
            <a:ext cx="609600" cy="342900"/>
          </a:xfrm>
          <a:prstGeom prst="rect">
            <a:avLst/>
          </a:prstGeom>
          <a:noFill/>
          <a:ln w="0">
            <a:noFill/>
            <a:prstDash val="solid"/>
          </a:ln>
        </p:spPr>
        <p:txBody>
          <a:bodyPr anchor="ctr">
            <a:normAutofit/>
          </a:bodyPr>
          <a:lstStyle>
            <a:defPPr algn="ctr">
              <a:defRPr sz="1500" b="1" i="0">
                <a:solidFill>
                  <a:srgbClr val="FFFFFF"/>
                </a:solidFill>
                <a:latin typeface="Arial"/>
                <a:ea typeface="Arial"/>
                <a:cs typeface="Arial"/>
              </a:defRPr>
            </a:defPPr>
            <a:lvl1pPr algn="ctr">
              <a:defRPr sz="1500" b="1" i="0">
                <a:solidFill>
                  <a:srgbClr val="FFFFFF"/>
                </a:solidFill>
                <a:latin typeface="Arial"/>
                <a:ea typeface="Arial"/>
                <a:cs typeface="Arial"/>
              </a:defRPr>
            </a:lvl1pPr>
            <a:lvl2pPr algn="ctr">
              <a:defRPr sz="1500" b="1" i="0">
                <a:solidFill>
                  <a:srgbClr val="FFFFFF"/>
                </a:solidFill>
                <a:latin typeface="Arial"/>
                <a:ea typeface="Arial"/>
                <a:cs typeface="Arial"/>
              </a:defRPr>
            </a:lvl2pPr>
            <a:lvl3pPr algn="ctr">
              <a:defRPr sz="1500" b="1" i="0">
                <a:solidFill>
                  <a:srgbClr val="FFFFFF"/>
                </a:solidFill>
                <a:latin typeface="Arial"/>
                <a:ea typeface="Arial"/>
                <a:cs typeface="Arial"/>
              </a:defRPr>
            </a:lvl3pPr>
            <a:lvl4pPr algn="ctr">
              <a:defRPr sz="1500" b="1" i="0">
                <a:solidFill>
                  <a:srgbClr val="FFFFFF"/>
                </a:solidFill>
                <a:latin typeface="Arial"/>
                <a:ea typeface="Arial"/>
                <a:cs typeface="Arial"/>
              </a:defRPr>
            </a:lvl4pPr>
            <a:lvl5pPr algn="ctr">
              <a:defRPr sz="1500" b="1" i="0">
                <a:solidFill>
                  <a:srgbClr val="FFFFFF"/>
                </a:solidFill>
                <a:latin typeface="Arial"/>
                <a:ea typeface="Arial"/>
                <a:cs typeface="Arial"/>
              </a:defRPr>
            </a:lvl5pPr>
            <a:lvl6pPr algn="ctr">
              <a:defRPr sz="1500" b="1" i="0">
                <a:solidFill>
                  <a:srgbClr val="FFFFFF"/>
                </a:solidFill>
                <a:latin typeface="Arial"/>
                <a:ea typeface="Arial"/>
                <a:cs typeface="Arial"/>
              </a:defRPr>
            </a:lvl6pPr>
            <a:lvl7pPr algn="ctr">
              <a:defRPr sz="1500" b="1" i="0">
                <a:solidFill>
                  <a:srgbClr val="FFFFFF"/>
                </a:solidFill>
                <a:latin typeface="Arial"/>
                <a:ea typeface="Arial"/>
                <a:cs typeface="Arial"/>
              </a:defRPr>
            </a:lvl7pPr>
            <a:lvl8pPr algn="ctr">
              <a:defRPr sz="1500" b="1" i="0">
                <a:solidFill>
                  <a:srgbClr val="FFFFFF"/>
                </a:solidFill>
                <a:latin typeface="Arial"/>
                <a:ea typeface="Arial"/>
                <a:cs typeface="Arial"/>
              </a:defRPr>
            </a:lvl8pPr>
            <a:lvl9pPr algn="ctr">
              <a:defRPr sz="1500" b="1" i="0">
                <a:solidFill>
                  <a:srgbClr val="FFFFFF"/>
                </a:solidFill>
                <a:latin typeface="Arial"/>
                <a:ea typeface="Arial"/>
                <a:cs typeface="Arial"/>
              </a:defRPr>
            </a:lvl9pPr>
          </a:lstStyle>
          <a:p>
            <a:pPr algn="ctr">
              <a:defRPr sz="1500" b="1" i="0">
                <a:solidFill>
                  <a:srgbClr val="FFFFFF"/>
                </a:solidFill>
                <a:latin typeface="Arial"/>
                <a:ea typeface="Arial"/>
                <a:cs typeface="Arial"/>
              </a:defRPr>
            </a:pPr>
            <a:r>
              <a:rPr sz="1500" b="1" i="0">
                <a:solidFill>
                  <a:srgbClr val="FFFFFF"/>
                </a:solidFill>
                <a:latin typeface="Arial"/>
                <a:ea typeface="Arial"/>
                <a:cs typeface="Arial"/>
              </a:rPr>
              <a:t>P4</a:t>
            </a:r>
          </a:p>
        </p:txBody>
      </p:sp>
      <p:sp>
        <p:nvSpPr>
          <p:cNvPr id="27" name="Rectangle 26">
            <a:extLst>
              <a:ext uri="{FF2B5EF4-FFF2-40B4-BE49-F238E27FC236}">
                <a16:creationId xmlns:a16="http://schemas.microsoft.com/office/drawing/2014/main" id="{E7238AA1-863C-4315-8AA4-F69F25DB0425}"/>
              </a:ext>
            </a:extLst>
          </p:cNvPr>
          <p:cNvSpPr>
            <a:spLocks noGrp="1"/>
          </p:cNvSpPr>
          <p:nvPr/>
        </p:nvSpPr>
        <p:spPr>
          <a:xfrm>
            <a:off x="1524000" y="4724400"/>
            <a:ext cx="952500" cy="228600"/>
          </a:xfrm>
          <a:prstGeom prst="rect">
            <a:avLst/>
          </a:prstGeom>
          <a:noFill/>
          <a:ln w="0">
            <a:noFill/>
            <a:prstDash val="solid"/>
          </a:ln>
        </p:spPr>
        <p:txBody>
          <a:bodyPr anchor="t">
            <a:normAutofit/>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MINOR</a:t>
            </a:r>
          </a:p>
        </p:txBody>
      </p:sp>
      <p:sp>
        <p:nvSpPr>
          <p:cNvPr id="28" name="Rectangle 27">
            <a:extLst>
              <a:ext uri="{FF2B5EF4-FFF2-40B4-BE49-F238E27FC236}">
                <a16:creationId xmlns:a16="http://schemas.microsoft.com/office/drawing/2014/main" id="{994DE8C3-FD12-4451-831E-D7B27D7E5C4E}"/>
              </a:ext>
            </a:extLst>
          </p:cNvPr>
          <p:cNvSpPr>
            <a:spLocks noGrp="1"/>
          </p:cNvSpPr>
          <p:nvPr/>
        </p:nvSpPr>
        <p:spPr>
          <a:xfrm>
            <a:off x="1524000" y="4972050"/>
            <a:ext cx="4953000" cy="323850"/>
          </a:xfrm>
          <a:prstGeom prst="rect">
            <a:avLst/>
          </a:prstGeom>
          <a:noFill/>
          <a:ln w="0">
            <a:noFill/>
            <a:prstDash val="solid"/>
          </a:ln>
        </p:spPr>
        <p:txBody>
          <a:bodyPr anchor="t">
            <a:normAutofit fontScale="88406"/>
          </a:bodyPr>
          <a:lstStyle>
            <a:defPPr algn="l">
              <a:defRPr sz="1725" b="1" i="0">
                <a:solidFill>
                  <a:srgbClr val="F4F7F5"/>
                </a:solidFill>
                <a:latin typeface="Arial"/>
                <a:ea typeface="Arial"/>
                <a:cs typeface="Arial"/>
              </a:defRPr>
            </a:defPPr>
            <a:lvl1pPr algn="l">
              <a:defRPr sz="1725" b="1" i="0">
                <a:solidFill>
                  <a:srgbClr val="F4F7F5"/>
                </a:solidFill>
                <a:latin typeface="Arial"/>
                <a:ea typeface="Arial"/>
                <a:cs typeface="Arial"/>
              </a:defRPr>
            </a:lvl1pPr>
            <a:lvl2pPr algn="l">
              <a:defRPr sz="1725" b="1" i="0">
                <a:solidFill>
                  <a:srgbClr val="F4F7F5"/>
                </a:solidFill>
                <a:latin typeface="Arial"/>
                <a:ea typeface="Arial"/>
                <a:cs typeface="Arial"/>
              </a:defRPr>
            </a:lvl2pPr>
            <a:lvl3pPr algn="l">
              <a:defRPr sz="1725" b="1" i="0">
                <a:solidFill>
                  <a:srgbClr val="F4F7F5"/>
                </a:solidFill>
                <a:latin typeface="Arial"/>
                <a:ea typeface="Arial"/>
                <a:cs typeface="Arial"/>
              </a:defRPr>
            </a:lvl3pPr>
            <a:lvl4pPr algn="l">
              <a:defRPr sz="1725" b="1" i="0">
                <a:solidFill>
                  <a:srgbClr val="F4F7F5"/>
                </a:solidFill>
                <a:latin typeface="Arial"/>
                <a:ea typeface="Arial"/>
                <a:cs typeface="Arial"/>
              </a:defRPr>
            </a:lvl4pPr>
            <a:lvl5pPr algn="l">
              <a:defRPr sz="1725" b="1" i="0">
                <a:solidFill>
                  <a:srgbClr val="F4F7F5"/>
                </a:solidFill>
                <a:latin typeface="Arial"/>
                <a:ea typeface="Arial"/>
                <a:cs typeface="Arial"/>
              </a:defRPr>
            </a:lvl5pPr>
            <a:lvl6pPr algn="l">
              <a:defRPr sz="1725" b="1" i="0">
                <a:solidFill>
                  <a:srgbClr val="F4F7F5"/>
                </a:solidFill>
                <a:latin typeface="Arial"/>
                <a:ea typeface="Arial"/>
                <a:cs typeface="Arial"/>
              </a:defRPr>
            </a:lvl6pPr>
            <a:lvl7pPr algn="l">
              <a:defRPr sz="1725" b="1" i="0">
                <a:solidFill>
                  <a:srgbClr val="F4F7F5"/>
                </a:solidFill>
                <a:latin typeface="Arial"/>
                <a:ea typeface="Arial"/>
                <a:cs typeface="Arial"/>
              </a:defRPr>
            </a:lvl7pPr>
            <a:lvl8pPr algn="l">
              <a:defRPr sz="1725" b="1" i="0">
                <a:solidFill>
                  <a:srgbClr val="F4F7F5"/>
                </a:solidFill>
                <a:latin typeface="Arial"/>
                <a:ea typeface="Arial"/>
                <a:cs typeface="Arial"/>
              </a:defRPr>
            </a:lvl8pPr>
            <a:lvl9pPr algn="l">
              <a:defRPr sz="1725" b="1" i="0">
                <a:solidFill>
                  <a:srgbClr val="F4F7F5"/>
                </a:solidFill>
                <a:latin typeface="Arial"/>
                <a:ea typeface="Arial"/>
                <a:cs typeface="Arial"/>
              </a:defRPr>
            </a:lvl9pPr>
          </a:lstStyle>
          <a:p>
            <a:pPr algn="l">
              <a:defRPr sz="1725" b="1" i="0">
                <a:solidFill>
                  <a:srgbClr val="F4F7F5"/>
                </a:solidFill>
                <a:latin typeface="Arial"/>
                <a:ea typeface="Arial"/>
                <a:cs typeface="Arial"/>
              </a:defRPr>
            </a:pPr>
            <a:r>
              <a:rPr sz="1725" b="1" i="0">
                <a:solidFill>
                  <a:srgbClr val="F4F7F5"/>
                </a:solidFill>
                <a:latin typeface="Arial"/>
                <a:ea typeface="Arial"/>
                <a:cs typeface="Arial"/>
              </a:rPr>
              <a:t>Interface, readiness, references, conclusion</a:t>
            </a:r>
          </a:p>
        </p:txBody>
      </p:sp>
      <p:sp>
        <p:nvSpPr>
          <p:cNvPr id="29" name="Rectangle 28">
            <a:extLst>
              <a:ext uri="{FF2B5EF4-FFF2-40B4-BE49-F238E27FC236}">
                <a16:creationId xmlns:a16="http://schemas.microsoft.com/office/drawing/2014/main" id="{E8379DC8-CE2F-4556-A3B3-3A32CEDB5E02}"/>
              </a:ext>
            </a:extLst>
          </p:cNvPr>
          <p:cNvSpPr>
            <a:spLocks noGrp="1"/>
          </p:cNvSpPr>
          <p:nvPr/>
        </p:nvSpPr>
        <p:spPr>
          <a:xfrm>
            <a:off x="7239000" y="4933950"/>
            <a:ext cx="3810000" cy="304800"/>
          </a:xfrm>
          <a:prstGeom prst="rect">
            <a:avLst/>
          </a:prstGeom>
          <a:noFill/>
          <a:ln w="0">
            <a:noFill/>
            <a:prstDash val="solid"/>
          </a:ln>
        </p:spPr>
        <p:txBody>
          <a:bodyPr anchor="t">
            <a:normAutofit/>
          </a:bodyPr>
          <a:lstStyle>
            <a:defPPr algn="r">
              <a:defRPr sz="1350" b="0" i="0">
                <a:solidFill>
                  <a:srgbClr val="AFC0B8"/>
                </a:solidFill>
                <a:latin typeface="Arial"/>
                <a:ea typeface="Arial"/>
                <a:cs typeface="Arial"/>
              </a:defRPr>
            </a:defPPr>
            <a:lvl1pPr algn="r">
              <a:defRPr sz="1350" b="0" i="0">
                <a:solidFill>
                  <a:srgbClr val="AFC0B8"/>
                </a:solidFill>
                <a:latin typeface="Arial"/>
                <a:ea typeface="Arial"/>
                <a:cs typeface="Arial"/>
              </a:defRPr>
            </a:lvl1pPr>
            <a:lvl2pPr algn="r">
              <a:defRPr sz="1350" b="0" i="0">
                <a:solidFill>
                  <a:srgbClr val="AFC0B8"/>
                </a:solidFill>
                <a:latin typeface="Arial"/>
                <a:ea typeface="Arial"/>
                <a:cs typeface="Arial"/>
              </a:defRPr>
            </a:lvl2pPr>
            <a:lvl3pPr algn="r">
              <a:defRPr sz="1350" b="0" i="0">
                <a:solidFill>
                  <a:srgbClr val="AFC0B8"/>
                </a:solidFill>
                <a:latin typeface="Arial"/>
                <a:ea typeface="Arial"/>
                <a:cs typeface="Arial"/>
              </a:defRPr>
            </a:lvl3pPr>
            <a:lvl4pPr algn="r">
              <a:defRPr sz="1350" b="0" i="0">
                <a:solidFill>
                  <a:srgbClr val="AFC0B8"/>
                </a:solidFill>
                <a:latin typeface="Arial"/>
                <a:ea typeface="Arial"/>
                <a:cs typeface="Arial"/>
              </a:defRPr>
            </a:lvl4pPr>
            <a:lvl5pPr algn="r">
              <a:defRPr sz="1350" b="0" i="0">
                <a:solidFill>
                  <a:srgbClr val="AFC0B8"/>
                </a:solidFill>
                <a:latin typeface="Arial"/>
                <a:ea typeface="Arial"/>
                <a:cs typeface="Arial"/>
              </a:defRPr>
            </a:lvl5pPr>
            <a:lvl6pPr algn="r">
              <a:defRPr sz="1350" b="0" i="0">
                <a:solidFill>
                  <a:srgbClr val="AFC0B8"/>
                </a:solidFill>
                <a:latin typeface="Arial"/>
                <a:ea typeface="Arial"/>
                <a:cs typeface="Arial"/>
              </a:defRPr>
            </a:lvl6pPr>
            <a:lvl7pPr algn="r">
              <a:defRPr sz="1350" b="0" i="0">
                <a:solidFill>
                  <a:srgbClr val="AFC0B8"/>
                </a:solidFill>
                <a:latin typeface="Arial"/>
                <a:ea typeface="Arial"/>
                <a:cs typeface="Arial"/>
              </a:defRPr>
            </a:lvl7pPr>
            <a:lvl8pPr algn="r">
              <a:defRPr sz="1350" b="0" i="0">
                <a:solidFill>
                  <a:srgbClr val="AFC0B8"/>
                </a:solidFill>
                <a:latin typeface="Arial"/>
                <a:ea typeface="Arial"/>
                <a:cs typeface="Arial"/>
              </a:defRPr>
            </a:lvl8pPr>
            <a:lvl9pPr algn="r">
              <a:defRPr sz="1350" b="0" i="0">
                <a:solidFill>
                  <a:srgbClr val="AFC0B8"/>
                </a:solidFill>
                <a:latin typeface="Arial"/>
                <a:ea typeface="Arial"/>
                <a:cs typeface="Arial"/>
              </a:defRPr>
            </a:lvl9pPr>
          </a:lstStyle>
          <a:p>
            <a:pPr algn="r">
              <a:defRPr sz="1350" b="0" i="0">
                <a:solidFill>
                  <a:srgbClr val="AFC0B8"/>
                </a:solidFill>
                <a:latin typeface="Arial"/>
                <a:ea typeface="Arial"/>
                <a:cs typeface="Arial"/>
              </a:defRPr>
            </a:pPr>
            <a:r>
              <a:rPr sz="1350" b="0" i="0">
                <a:solidFill>
                  <a:srgbClr val="AFC0B8"/>
                </a:solidFill>
                <a:latin typeface="Arial"/>
                <a:ea typeface="Arial"/>
                <a:cs typeface="Arial"/>
              </a:rPr>
              <a:t>4 min  ·  Slides 21–25</a:t>
            </a:r>
          </a:p>
        </p:txBody>
      </p:sp>
    </p:spTree>
    <p:extLst>
      <p:ext uri="{BB962C8B-B14F-4D97-AF65-F5344CB8AC3E}">
        <p14:creationId xmlns:p14="http://schemas.microsoft.com/office/powerpoint/2010/main" val="1778448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83FACBE-B6E8-4149-AD37-A6B4D55B6A3A}"/>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02D4F690-002D-4E26-87FC-EB9B0D20B8A9}"/>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EB3FC6CC-A33E-4654-AC52-D9D643960084}"/>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a:ext uri="{FF2B5EF4-FFF2-40B4-BE49-F238E27FC236}">
                <a16:creationId xmlns:a16="http://schemas.microsoft.com/office/drawing/2014/main" id="{D814E881-F13F-48FD-BDEE-D4363A1DCD72}"/>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a:ext uri="{FF2B5EF4-FFF2-40B4-BE49-F238E27FC236}">
                <a16:creationId xmlns:a16="http://schemas.microsoft.com/office/drawing/2014/main" id="{1933EC6B-5FDD-4814-97CB-D6D6372B9084}"/>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a:ext uri="{FF2B5EF4-FFF2-40B4-BE49-F238E27FC236}">
                <a16:creationId xmlns:a16="http://schemas.microsoft.com/office/drawing/2014/main" id="{322D8915-8A09-4F50-8C44-8BD7B02D0F90}"/>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a:ext uri="{FF2B5EF4-FFF2-40B4-BE49-F238E27FC236}">
                <a16:creationId xmlns:a16="http://schemas.microsoft.com/office/drawing/2014/main" id="{AA29C8ED-6FF9-4742-97A3-C08F069AFB51}"/>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a:ext uri="{FF2B5EF4-FFF2-40B4-BE49-F238E27FC236}">
                <a16:creationId xmlns:a16="http://schemas.microsoft.com/office/drawing/2014/main" id="{996F5E90-7985-4E75-A2B5-34E85D60EEA4}"/>
              </a:ext>
            </a:extLst>
          </p:cNvPr>
          <p:cNvSpPr>
            <a:spLocks noGrp="1"/>
          </p:cNvSpPr>
          <p:nvPr/>
        </p:nvSpPr>
        <p:spPr>
          <a:xfrm>
            <a:off x="895350" y="2152650"/>
            <a:ext cx="2286000" cy="323850"/>
          </a:xfrm>
          <a:prstGeom prst="rect">
            <a:avLst/>
          </a:prstGeom>
          <a:noFill/>
          <a:ln w="0">
            <a:noFill/>
            <a:prstDash val="solid"/>
          </a:ln>
        </p:spPr>
        <p:txBody>
          <a:bodyPr anchor="t">
            <a:normAutofit/>
          </a:bodyPr>
          <a:lstStyle>
            <a:defPPr algn="ctr">
              <a:defRPr sz="1425" b="1" i="0">
                <a:solidFill>
                  <a:srgbClr val="4E9BEC"/>
                </a:solidFill>
                <a:latin typeface="Arial"/>
                <a:ea typeface="Arial"/>
                <a:cs typeface="Arial"/>
              </a:defRPr>
            </a:defPPr>
            <a:lvl1pPr algn="ctr">
              <a:defRPr sz="1425" b="1" i="0">
                <a:solidFill>
                  <a:srgbClr val="4E9BEC"/>
                </a:solidFill>
                <a:latin typeface="Arial"/>
                <a:ea typeface="Arial"/>
                <a:cs typeface="Arial"/>
              </a:defRPr>
            </a:lvl1pPr>
            <a:lvl2pPr algn="ctr">
              <a:defRPr sz="1425" b="1" i="0">
                <a:solidFill>
                  <a:srgbClr val="4E9BEC"/>
                </a:solidFill>
                <a:latin typeface="Arial"/>
                <a:ea typeface="Arial"/>
                <a:cs typeface="Arial"/>
              </a:defRPr>
            </a:lvl2pPr>
            <a:lvl3pPr algn="ctr">
              <a:defRPr sz="1425" b="1" i="0">
                <a:solidFill>
                  <a:srgbClr val="4E9BEC"/>
                </a:solidFill>
                <a:latin typeface="Arial"/>
                <a:ea typeface="Arial"/>
                <a:cs typeface="Arial"/>
              </a:defRPr>
            </a:lvl3pPr>
            <a:lvl4pPr algn="ctr">
              <a:defRPr sz="1425" b="1" i="0">
                <a:solidFill>
                  <a:srgbClr val="4E9BEC"/>
                </a:solidFill>
                <a:latin typeface="Arial"/>
                <a:ea typeface="Arial"/>
                <a:cs typeface="Arial"/>
              </a:defRPr>
            </a:lvl4pPr>
            <a:lvl5pPr algn="ctr">
              <a:defRPr sz="1425" b="1" i="0">
                <a:solidFill>
                  <a:srgbClr val="4E9BEC"/>
                </a:solidFill>
                <a:latin typeface="Arial"/>
                <a:ea typeface="Arial"/>
                <a:cs typeface="Arial"/>
              </a:defRPr>
            </a:lvl5pPr>
            <a:lvl6pPr algn="ctr">
              <a:defRPr sz="1425" b="1" i="0">
                <a:solidFill>
                  <a:srgbClr val="4E9BEC"/>
                </a:solidFill>
                <a:latin typeface="Arial"/>
                <a:ea typeface="Arial"/>
                <a:cs typeface="Arial"/>
              </a:defRPr>
            </a:lvl6pPr>
            <a:lvl7pPr algn="ctr">
              <a:defRPr sz="1425" b="1" i="0">
                <a:solidFill>
                  <a:srgbClr val="4E9BEC"/>
                </a:solidFill>
                <a:latin typeface="Arial"/>
                <a:ea typeface="Arial"/>
                <a:cs typeface="Arial"/>
              </a:defRPr>
            </a:lvl7pPr>
            <a:lvl8pPr algn="ctr">
              <a:defRPr sz="1425" b="1" i="0">
                <a:solidFill>
                  <a:srgbClr val="4E9BEC"/>
                </a:solidFill>
                <a:latin typeface="Arial"/>
                <a:ea typeface="Arial"/>
                <a:cs typeface="Arial"/>
              </a:defRPr>
            </a:lvl8pPr>
            <a:lvl9pPr algn="ctr">
              <a:defRPr sz="1425" b="1" i="0">
                <a:solidFill>
                  <a:srgbClr val="4E9BEC"/>
                </a:solidFill>
                <a:latin typeface="Arial"/>
                <a:ea typeface="Arial"/>
                <a:cs typeface="Arial"/>
              </a:defRPr>
            </a:lvl9pPr>
          </a:lstStyle>
          <a:p>
            <a:pPr algn="ctr">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a:ext uri="{FF2B5EF4-FFF2-40B4-BE49-F238E27FC236}">
                <a16:creationId xmlns:a16="http://schemas.microsoft.com/office/drawing/2014/main" id="{624E0F32-487A-4624-8545-E20C878EE9E1}"/>
              </a:ext>
            </a:extLst>
          </p:cNvPr>
          <p:cNvSpPr>
            <a:spLocks noGrp="1"/>
          </p:cNvSpPr>
          <p:nvPr/>
        </p:nvSpPr>
        <p:spPr>
          <a:xfrm>
            <a:off x="723900" y="2619375"/>
            <a:ext cx="2667000" cy="1028700"/>
          </a:xfrm>
          <a:prstGeom prst="roundRect">
            <a:avLst>
              <a:gd name="adj" fmla="val 11111"/>
            </a:avLst>
          </a:prstGeom>
          <a:solidFill>
            <a:srgbClr val="DDEBFA"/>
          </a:solidFill>
          <a:ln w="19050">
            <a:solidFill>
              <a:srgbClr val="4E9BEC"/>
            </a:solidFill>
            <a:prstDash val="solid"/>
          </a:ln>
        </p:spPr>
      </p:sp>
      <p:sp>
        <p:nvSpPr>
          <p:cNvPr id="10" name="Rectangle 9">
            <a:extLst>
              <a:ext uri="{FF2B5EF4-FFF2-40B4-BE49-F238E27FC236}">
                <a16:creationId xmlns:a16="http://schemas.microsoft.com/office/drawing/2014/main" id="{FAC3371D-2804-49BF-8FC8-C99A36B40DA5}"/>
              </a:ext>
            </a:extLst>
          </p:cNvPr>
          <p:cNvSpPr>
            <a:spLocks noGrp="1"/>
          </p:cNvSpPr>
          <p:nvPr/>
        </p:nvSpPr>
        <p:spPr>
          <a:xfrm>
            <a:off x="914400" y="2914650"/>
            <a:ext cx="2286000" cy="419100"/>
          </a:xfrm>
          <a:prstGeom prst="rect">
            <a:avLst/>
          </a:prstGeom>
          <a:noFill/>
          <a:ln w="0">
            <a:noFill/>
            <a:prstDash val="solid"/>
          </a:ln>
        </p:spPr>
        <p:txBody>
          <a:bodyPr anchor="t">
            <a:normAutofit/>
          </a:bodyPr>
          <a:lstStyle>
            <a:defPPr algn="ctr">
              <a:defRPr sz="1725" b="1" i="0">
                <a:solidFill>
                  <a:srgbClr val="4E9BEC"/>
                </a:solidFill>
                <a:latin typeface="Arial"/>
                <a:ea typeface="Arial"/>
                <a:cs typeface="Arial"/>
              </a:defRPr>
            </a:defPPr>
            <a:lvl1pPr algn="ctr">
              <a:defRPr sz="1725" b="1" i="0">
                <a:solidFill>
                  <a:srgbClr val="4E9BEC"/>
                </a:solidFill>
                <a:latin typeface="Arial"/>
                <a:ea typeface="Arial"/>
                <a:cs typeface="Arial"/>
              </a:defRPr>
            </a:lvl1pPr>
            <a:lvl2pPr algn="ctr">
              <a:defRPr sz="1725" b="1" i="0">
                <a:solidFill>
                  <a:srgbClr val="4E9BEC"/>
                </a:solidFill>
                <a:latin typeface="Arial"/>
                <a:ea typeface="Arial"/>
                <a:cs typeface="Arial"/>
              </a:defRPr>
            </a:lvl2pPr>
            <a:lvl3pPr algn="ctr">
              <a:defRPr sz="1725" b="1" i="0">
                <a:solidFill>
                  <a:srgbClr val="4E9BEC"/>
                </a:solidFill>
                <a:latin typeface="Arial"/>
                <a:ea typeface="Arial"/>
                <a:cs typeface="Arial"/>
              </a:defRPr>
            </a:lvl3pPr>
            <a:lvl4pPr algn="ctr">
              <a:defRPr sz="1725" b="1" i="0">
                <a:solidFill>
                  <a:srgbClr val="4E9BEC"/>
                </a:solidFill>
                <a:latin typeface="Arial"/>
                <a:ea typeface="Arial"/>
                <a:cs typeface="Arial"/>
              </a:defRPr>
            </a:lvl4pPr>
            <a:lvl5pPr algn="ctr">
              <a:defRPr sz="1725" b="1" i="0">
                <a:solidFill>
                  <a:srgbClr val="4E9BEC"/>
                </a:solidFill>
                <a:latin typeface="Arial"/>
                <a:ea typeface="Arial"/>
                <a:cs typeface="Arial"/>
              </a:defRPr>
            </a:lvl5pPr>
            <a:lvl6pPr algn="ctr">
              <a:defRPr sz="1725" b="1" i="0">
                <a:solidFill>
                  <a:srgbClr val="4E9BEC"/>
                </a:solidFill>
                <a:latin typeface="Arial"/>
                <a:ea typeface="Arial"/>
                <a:cs typeface="Arial"/>
              </a:defRPr>
            </a:lvl6pPr>
            <a:lvl7pPr algn="ctr">
              <a:defRPr sz="1725" b="1" i="0">
                <a:solidFill>
                  <a:srgbClr val="4E9BEC"/>
                </a:solidFill>
                <a:latin typeface="Arial"/>
                <a:ea typeface="Arial"/>
                <a:cs typeface="Arial"/>
              </a:defRPr>
            </a:lvl7pPr>
            <a:lvl8pPr algn="ctr">
              <a:defRPr sz="1725" b="1" i="0">
                <a:solidFill>
                  <a:srgbClr val="4E9BEC"/>
                </a:solidFill>
                <a:latin typeface="Arial"/>
                <a:ea typeface="Arial"/>
                <a:cs typeface="Arial"/>
              </a:defRPr>
            </a:lvl8pPr>
            <a:lvl9pPr algn="ctr">
              <a:defRPr sz="1725" b="1" i="0">
                <a:solidFill>
                  <a:srgbClr val="4E9BEC"/>
                </a:solidFill>
                <a:latin typeface="Arial"/>
                <a:ea typeface="Arial"/>
                <a:cs typeface="Arial"/>
              </a:defRPr>
            </a:lvl9pPr>
          </a:lstStyle>
          <a:p>
            <a:pPr algn="ctr">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a:ext uri="{FF2B5EF4-FFF2-40B4-BE49-F238E27FC236}">
                <a16:creationId xmlns:a16="http://schemas.microsoft.com/office/drawing/2014/main" id="{62B0DB38-788D-4541-99AB-F9254E2C4741}"/>
              </a:ext>
            </a:extLst>
          </p:cNvPr>
          <p:cNvSpPr>
            <a:spLocks noGrp="1"/>
          </p:cNvSpPr>
          <p:nvPr/>
        </p:nvSpPr>
        <p:spPr>
          <a:xfrm>
            <a:off x="3390900" y="3133725"/>
            <a:ext cx="1266825" cy="0"/>
          </a:xfrm>
          <a:prstGeom prst="line">
            <a:avLst/>
          </a:prstGeom>
          <a:noFill/>
          <a:ln w="28575">
            <a:solidFill>
              <a:srgbClr val="AFC0B8"/>
            </a:solidFill>
            <a:prstDash val="solid"/>
          </a:ln>
        </p:spPr>
      </p:sp>
      <p:sp>
        <p:nvSpPr>
          <p:cNvPr id="12" name="Rectangle: Rounded Corners 11">
            <a:extLst>
              <a:ext uri="{FF2B5EF4-FFF2-40B4-BE49-F238E27FC236}">
                <a16:creationId xmlns:a16="http://schemas.microsoft.com/office/drawing/2014/main" id="{FED5645D-2A42-456E-A109-A91BD7469EDC}"/>
              </a:ext>
            </a:extLst>
          </p:cNvPr>
          <p:cNvSpPr>
            <a:spLocks noGrp="1"/>
          </p:cNvSpPr>
          <p:nvPr/>
        </p:nvSpPr>
        <p:spPr>
          <a:xfrm>
            <a:off x="4657725" y="2790825"/>
            <a:ext cx="2876550" cy="685800"/>
          </a:xfrm>
          <a:prstGeom prst="roundRect">
            <a:avLst>
              <a:gd name="adj" fmla="val 16667"/>
            </a:avLst>
          </a:prstGeom>
          <a:solidFill>
            <a:srgbClr val="FFF4C8"/>
          </a:solidFill>
          <a:ln w="19050">
            <a:solidFill>
              <a:srgbClr val="F1C84B"/>
            </a:solidFill>
            <a:prstDash val="solid"/>
          </a:ln>
        </p:spPr>
      </p:sp>
      <p:sp>
        <p:nvSpPr>
          <p:cNvPr id="13" name="Rectangle 12">
            <a:extLst>
              <a:ext uri="{FF2B5EF4-FFF2-40B4-BE49-F238E27FC236}">
                <a16:creationId xmlns:a16="http://schemas.microsoft.com/office/drawing/2014/main" id="{A3E8A75E-92E3-486B-81C5-92EC949AE43F}"/>
              </a:ext>
            </a:extLst>
          </p:cNvPr>
          <p:cNvSpPr>
            <a:spLocks noGrp="1"/>
          </p:cNvSpPr>
          <p:nvPr/>
        </p:nvSpPr>
        <p:spPr>
          <a:xfrm>
            <a:off x="4895850" y="2943225"/>
            <a:ext cx="2400300" cy="361950"/>
          </a:xfrm>
          <a:prstGeom prst="rect">
            <a:avLst/>
          </a:prstGeom>
          <a:noFill/>
          <a:ln w="0">
            <a:noFill/>
            <a:prstDash val="solid"/>
          </a:ln>
        </p:spPr>
        <p:txBody>
          <a:bodyPr anchor="t">
            <a:normAutofit/>
          </a:bodyPr>
          <a:lstStyle>
            <a:defPPr algn="ctr">
              <a:defRPr sz="1575" b="1" i="0">
                <a:solidFill>
                  <a:srgbClr val="6D5700"/>
                </a:solidFill>
                <a:latin typeface="Arial"/>
                <a:ea typeface="Arial"/>
                <a:cs typeface="Arial"/>
              </a:defRPr>
            </a:defPPr>
            <a:lvl1pPr algn="ctr">
              <a:defRPr sz="1575" b="1" i="0">
                <a:solidFill>
                  <a:srgbClr val="6D5700"/>
                </a:solidFill>
                <a:latin typeface="Arial"/>
                <a:ea typeface="Arial"/>
                <a:cs typeface="Arial"/>
              </a:defRPr>
            </a:lvl1pPr>
            <a:lvl2pPr algn="ctr">
              <a:defRPr sz="1575" b="1" i="0">
                <a:solidFill>
                  <a:srgbClr val="6D5700"/>
                </a:solidFill>
                <a:latin typeface="Arial"/>
                <a:ea typeface="Arial"/>
                <a:cs typeface="Arial"/>
              </a:defRPr>
            </a:lvl2pPr>
            <a:lvl3pPr algn="ctr">
              <a:defRPr sz="1575" b="1" i="0">
                <a:solidFill>
                  <a:srgbClr val="6D5700"/>
                </a:solidFill>
                <a:latin typeface="Arial"/>
                <a:ea typeface="Arial"/>
                <a:cs typeface="Arial"/>
              </a:defRPr>
            </a:lvl3pPr>
            <a:lvl4pPr algn="ctr">
              <a:defRPr sz="1575" b="1" i="0">
                <a:solidFill>
                  <a:srgbClr val="6D5700"/>
                </a:solidFill>
                <a:latin typeface="Arial"/>
                <a:ea typeface="Arial"/>
                <a:cs typeface="Arial"/>
              </a:defRPr>
            </a:lvl4pPr>
            <a:lvl5pPr algn="ctr">
              <a:defRPr sz="1575" b="1" i="0">
                <a:solidFill>
                  <a:srgbClr val="6D5700"/>
                </a:solidFill>
                <a:latin typeface="Arial"/>
                <a:ea typeface="Arial"/>
                <a:cs typeface="Arial"/>
              </a:defRPr>
            </a:lvl5pPr>
            <a:lvl6pPr algn="ctr">
              <a:defRPr sz="1575" b="1" i="0">
                <a:solidFill>
                  <a:srgbClr val="6D5700"/>
                </a:solidFill>
                <a:latin typeface="Arial"/>
                <a:ea typeface="Arial"/>
                <a:cs typeface="Arial"/>
              </a:defRPr>
            </a:lvl6pPr>
            <a:lvl7pPr algn="ctr">
              <a:defRPr sz="1575" b="1" i="0">
                <a:solidFill>
                  <a:srgbClr val="6D5700"/>
                </a:solidFill>
                <a:latin typeface="Arial"/>
                <a:ea typeface="Arial"/>
                <a:cs typeface="Arial"/>
              </a:defRPr>
            </a:lvl7pPr>
            <a:lvl8pPr algn="ctr">
              <a:defRPr sz="1575" b="1" i="0">
                <a:solidFill>
                  <a:srgbClr val="6D5700"/>
                </a:solidFill>
                <a:latin typeface="Arial"/>
                <a:ea typeface="Arial"/>
                <a:cs typeface="Arial"/>
              </a:defRPr>
            </a:lvl8pPr>
            <a:lvl9pPr algn="ctr">
              <a:defRPr sz="1575" b="1" i="0">
                <a:solidFill>
                  <a:srgbClr val="6D5700"/>
                </a:solidFill>
                <a:latin typeface="Arial"/>
                <a:ea typeface="Arial"/>
                <a:cs typeface="Arial"/>
              </a:defRPr>
            </a:lvl9pPr>
          </a:lstStyle>
          <a:p>
            <a:pPr algn="ctr">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a:ext uri="{FF2B5EF4-FFF2-40B4-BE49-F238E27FC236}">
                <a16:creationId xmlns:a16="http://schemas.microsoft.com/office/drawing/2014/main" id="{2C57F4E0-74AE-4AE6-BF20-65C77ACDBFA7}"/>
              </a:ext>
            </a:extLst>
          </p:cNvPr>
          <p:cNvSpPr>
            <a:spLocks noGrp="1"/>
          </p:cNvSpPr>
          <p:nvPr/>
        </p:nvSpPr>
        <p:spPr>
          <a:xfrm>
            <a:off x="7534275" y="3133725"/>
            <a:ext cx="1266825" cy="0"/>
          </a:xfrm>
          <a:prstGeom prst="line">
            <a:avLst/>
          </a:prstGeom>
          <a:noFill/>
          <a:ln w="28575">
            <a:solidFill>
              <a:srgbClr val="AFC0B8"/>
            </a:solidFill>
            <a:prstDash val="solid"/>
          </a:ln>
        </p:spPr>
      </p:sp>
      <p:sp>
        <p:nvSpPr>
          <p:cNvPr id="15" name="Rectangle 14">
            <a:extLst>
              <a:ext uri="{FF2B5EF4-FFF2-40B4-BE49-F238E27FC236}">
                <a16:creationId xmlns:a16="http://schemas.microsoft.com/office/drawing/2014/main" id="{FF42EA5B-B888-4258-B68D-91A1B1A68CAD}"/>
              </a:ext>
            </a:extLst>
          </p:cNvPr>
          <p:cNvSpPr>
            <a:spLocks noGrp="1"/>
          </p:cNvSpPr>
          <p:nvPr/>
        </p:nvSpPr>
        <p:spPr>
          <a:xfrm>
            <a:off x="9010650" y="2152650"/>
            <a:ext cx="2286000" cy="323850"/>
          </a:xfrm>
          <a:prstGeom prst="rect">
            <a:avLst/>
          </a:prstGeom>
          <a:noFill/>
          <a:ln w="0">
            <a:noFill/>
            <a:prstDash val="solid"/>
          </a:ln>
        </p:spPr>
        <p:txBody>
          <a:bodyPr anchor="t">
            <a:normAutofit/>
          </a:bodyPr>
          <a:lstStyle>
            <a:defPPr algn="ctr">
              <a:defRPr sz="1425" b="1" i="0">
                <a:solidFill>
                  <a:srgbClr val="D66A87"/>
                </a:solidFill>
                <a:latin typeface="Arial"/>
                <a:ea typeface="Arial"/>
                <a:cs typeface="Arial"/>
              </a:defRPr>
            </a:defPPr>
            <a:lvl1pPr algn="ctr">
              <a:defRPr sz="1425" b="1" i="0">
                <a:solidFill>
                  <a:srgbClr val="D66A87"/>
                </a:solidFill>
                <a:latin typeface="Arial"/>
                <a:ea typeface="Arial"/>
                <a:cs typeface="Arial"/>
              </a:defRPr>
            </a:lvl1pPr>
            <a:lvl2pPr algn="ctr">
              <a:defRPr sz="1425" b="1" i="0">
                <a:solidFill>
                  <a:srgbClr val="D66A87"/>
                </a:solidFill>
                <a:latin typeface="Arial"/>
                <a:ea typeface="Arial"/>
                <a:cs typeface="Arial"/>
              </a:defRPr>
            </a:lvl2pPr>
            <a:lvl3pPr algn="ctr">
              <a:defRPr sz="1425" b="1" i="0">
                <a:solidFill>
                  <a:srgbClr val="D66A87"/>
                </a:solidFill>
                <a:latin typeface="Arial"/>
                <a:ea typeface="Arial"/>
                <a:cs typeface="Arial"/>
              </a:defRPr>
            </a:lvl3pPr>
            <a:lvl4pPr algn="ctr">
              <a:defRPr sz="1425" b="1" i="0">
                <a:solidFill>
                  <a:srgbClr val="D66A87"/>
                </a:solidFill>
                <a:latin typeface="Arial"/>
                <a:ea typeface="Arial"/>
                <a:cs typeface="Arial"/>
              </a:defRPr>
            </a:lvl4pPr>
            <a:lvl5pPr algn="ctr">
              <a:defRPr sz="1425" b="1" i="0">
                <a:solidFill>
                  <a:srgbClr val="D66A87"/>
                </a:solidFill>
                <a:latin typeface="Arial"/>
                <a:ea typeface="Arial"/>
                <a:cs typeface="Arial"/>
              </a:defRPr>
            </a:lvl5pPr>
            <a:lvl6pPr algn="ctr">
              <a:defRPr sz="1425" b="1" i="0">
                <a:solidFill>
                  <a:srgbClr val="D66A87"/>
                </a:solidFill>
                <a:latin typeface="Arial"/>
                <a:ea typeface="Arial"/>
                <a:cs typeface="Arial"/>
              </a:defRPr>
            </a:lvl6pPr>
            <a:lvl7pPr algn="ctr">
              <a:defRPr sz="1425" b="1" i="0">
                <a:solidFill>
                  <a:srgbClr val="D66A87"/>
                </a:solidFill>
                <a:latin typeface="Arial"/>
                <a:ea typeface="Arial"/>
                <a:cs typeface="Arial"/>
              </a:defRPr>
            </a:lvl7pPr>
            <a:lvl8pPr algn="ctr">
              <a:defRPr sz="1425" b="1" i="0">
                <a:solidFill>
                  <a:srgbClr val="D66A87"/>
                </a:solidFill>
                <a:latin typeface="Arial"/>
                <a:ea typeface="Arial"/>
                <a:cs typeface="Arial"/>
              </a:defRPr>
            </a:lvl8pPr>
            <a:lvl9pPr algn="ctr">
              <a:defRPr sz="1425" b="1" i="0">
                <a:solidFill>
                  <a:srgbClr val="D66A87"/>
                </a:solidFill>
                <a:latin typeface="Arial"/>
                <a:ea typeface="Arial"/>
                <a:cs typeface="Arial"/>
              </a:defRPr>
            </a:lvl9pPr>
          </a:lstStyle>
          <a:p>
            <a:pPr algn="ctr">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a:ext uri="{FF2B5EF4-FFF2-40B4-BE49-F238E27FC236}">
                <a16:creationId xmlns:a16="http://schemas.microsoft.com/office/drawing/2014/main" id="{8CCBC133-6EBD-492D-9E40-3DA24A9B6559}"/>
              </a:ext>
            </a:extLst>
          </p:cNvPr>
          <p:cNvSpPr>
            <a:spLocks noGrp="1"/>
          </p:cNvSpPr>
          <p:nvPr/>
        </p:nvSpPr>
        <p:spPr>
          <a:xfrm>
            <a:off x="8801100" y="2619375"/>
            <a:ext cx="2667000" cy="1028700"/>
          </a:xfrm>
          <a:prstGeom prst="roundRect">
            <a:avLst>
              <a:gd name="adj" fmla="val 11111"/>
            </a:avLst>
          </a:prstGeom>
          <a:solidFill>
            <a:srgbClr val="F3DFE5"/>
          </a:solidFill>
          <a:ln w="19050">
            <a:solidFill>
              <a:srgbClr val="D66A87"/>
            </a:solidFill>
            <a:prstDash val="solid"/>
          </a:ln>
        </p:spPr>
      </p:sp>
      <p:sp>
        <p:nvSpPr>
          <p:cNvPr id="17" name="Rectangle 16">
            <a:extLst>
              <a:ext uri="{FF2B5EF4-FFF2-40B4-BE49-F238E27FC236}">
                <a16:creationId xmlns:a16="http://schemas.microsoft.com/office/drawing/2014/main" id="{1242D1A1-4373-4E0F-ACDC-287998AEEDC3}"/>
              </a:ext>
            </a:extLst>
          </p:cNvPr>
          <p:cNvSpPr>
            <a:spLocks noGrp="1"/>
          </p:cNvSpPr>
          <p:nvPr/>
        </p:nvSpPr>
        <p:spPr>
          <a:xfrm>
            <a:off x="8991600" y="2914650"/>
            <a:ext cx="2286000" cy="419100"/>
          </a:xfrm>
          <a:prstGeom prst="rect">
            <a:avLst/>
          </a:prstGeom>
          <a:noFill/>
          <a:ln w="0">
            <a:noFill/>
            <a:prstDash val="solid"/>
          </a:ln>
        </p:spPr>
        <p:txBody>
          <a:bodyPr anchor="t">
            <a:normAutofit/>
          </a:bodyPr>
          <a:lstStyle>
            <a:defPPr algn="ctr">
              <a:defRPr sz="1725" b="1" i="0">
                <a:solidFill>
                  <a:srgbClr val="D66A87"/>
                </a:solidFill>
                <a:latin typeface="Arial"/>
                <a:ea typeface="Arial"/>
                <a:cs typeface="Arial"/>
              </a:defRPr>
            </a:defPPr>
            <a:lvl1pPr algn="ctr">
              <a:defRPr sz="1725" b="1" i="0">
                <a:solidFill>
                  <a:srgbClr val="D66A87"/>
                </a:solidFill>
                <a:latin typeface="Arial"/>
                <a:ea typeface="Arial"/>
                <a:cs typeface="Arial"/>
              </a:defRPr>
            </a:lvl1pPr>
            <a:lvl2pPr algn="ctr">
              <a:defRPr sz="1725" b="1" i="0">
                <a:solidFill>
                  <a:srgbClr val="D66A87"/>
                </a:solidFill>
                <a:latin typeface="Arial"/>
                <a:ea typeface="Arial"/>
                <a:cs typeface="Arial"/>
              </a:defRPr>
            </a:lvl2pPr>
            <a:lvl3pPr algn="ctr">
              <a:defRPr sz="1725" b="1" i="0">
                <a:solidFill>
                  <a:srgbClr val="D66A87"/>
                </a:solidFill>
                <a:latin typeface="Arial"/>
                <a:ea typeface="Arial"/>
                <a:cs typeface="Arial"/>
              </a:defRPr>
            </a:lvl3pPr>
            <a:lvl4pPr algn="ctr">
              <a:defRPr sz="1725" b="1" i="0">
                <a:solidFill>
                  <a:srgbClr val="D66A87"/>
                </a:solidFill>
                <a:latin typeface="Arial"/>
                <a:ea typeface="Arial"/>
                <a:cs typeface="Arial"/>
              </a:defRPr>
            </a:lvl4pPr>
            <a:lvl5pPr algn="ctr">
              <a:defRPr sz="1725" b="1" i="0">
                <a:solidFill>
                  <a:srgbClr val="D66A87"/>
                </a:solidFill>
                <a:latin typeface="Arial"/>
                <a:ea typeface="Arial"/>
                <a:cs typeface="Arial"/>
              </a:defRPr>
            </a:lvl5pPr>
            <a:lvl6pPr algn="ctr">
              <a:defRPr sz="1725" b="1" i="0">
                <a:solidFill>
                  <a:srgbClr val="D66A87"/>
                </a:solidFill>
                <a:latin typeface="Arial"/>
                <a:ea typeface="Arial"/>
                <a:cs typeface="Arial"/>
              </a:defRPr>
            </a:lvl6pPr>
            <a:lvl7pPr algn="ctr">
              <a:defRPr sz="1725" b="1" i="0">
                <a:solidFill>
                  <a:srgbClr val="D66A87"/>
                </a:solidFill>
                <a:latin typeface="Arial"/>
                <a:ea typeface="Arial"/>
                <a:cs typeface="Arial"/>
              </a:defRPr>
            </a:lvl7pPr>
            <a:lvl8pPr algn="ctr">
              <a:defRPr sz="1725" b="1" i="0">
                <a:solidFill>
                  <a:srgbClr val="D66A87"/>
                </a:solidFill>
                <a:latin typeface="Arial"/>
                <a:ea typeface="Arial"/>
                <a:cs typeface="Arial"/>
              </a:defRPr>
            </a:lvl8pPr>
            <a:lvl9pPr algn="ctr">
              <a:defRPr sz="1725" b="1" i="0">
                <a:solidFill>
                  <a:srgbClr val="D66A87"/>
                </a:solidFill>
                <a:latin typeface="Arial"/>
                <a:ea typeface="Arial"/>
                <a:cs typeface="Arial"/>
              </a:defRPr>
            </a:lvl9pPr>
          </a:lstStyle>
          <a:p>
            <a:pPr algn="ctr">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a:ext uri="{FF2B5EF4-FFF2-40B4-BE49-F238E27FC236}">
                <a16:creationId xmlns:a16="http://schemas.microsoft.com/office/drawing/2014/main" id="{1B65027B-1F0E-4DA4-A59A-3D1774EF69BF}"/>
              </a:ext>
            </a:extLst>
          </p:cNvPr>
          <p:cNvSpPr>
            <a:spLocks noGrp="1"/>
          </p:cNvSpPr>
          <p:nvPr/>
        </p:nvSpPr>
        <p:spPr>
          <a:xfrm>
            <a:off x="1238250" y="4257675"/>
            <a:ext cx="9525000" cy="1409700"/>
          </a:xfrm>
          <a:prstGeom prst="rect">
            <a:avLst/>
          </a:prstGeom>
          <a:noFill/>
          <a:ln w="0">
            <a:noFill/>
            <a:prstDash val="solid"/>
          </a:ln>
        </p:spPr>
        <p:txBody>
          <a:bodyPr>
            <a:normAutofit/>
          </a:bodyPr>
          <a:lstStyle>
            <a:defPPr>
              <a:defRPr sz="1500">
                <a:solidFill>
                  <a:srgbClr val="F4F7F5"/>
                </a:solidFill>
                <a:latin typeface="Arial"/>
                <a:ea typeface="Arial"/>
                <a:cs typeface="Arial"/>
              </a:defRPr>
            </a:defPPr>
            <a:lvl1pPr>
              <a:defRPr sz="1500">
                <a:solidFill>
                  <a:srgbClr val="F4F7F5"/>
                </a:solidFill>
                <a:latin typeface="Arial"/>
                <a:ea typeface="Arial"/>
                <a:cs typeface="Arial"/>
              </a:defRPr>
            </a:lvl1pPr>
            <a:lvl2pPr>
              <a:defRPr sz="1500">
                <a:solidFill>
                  <a:srgbClr val="F4F7F5"/>
                </a:solidFill>
                <a:latin typeface="Arial"/>
                <a:ea typeface="Arial"/>
                <a:cs typeface="Arial"/>
              </a:defRPr>
            </a:lvl2pPr>
            <a:lvl3pPr>
              <a:defRPr sz="1500">
                <a:solidFill>
                  <a:srgbClr val="F4F7F5"/>
                </a:solidFill>
                <a:latin typeface="Arial"/>
                <a:ea typeface="Arial"/>
                <a:cs typeface="Arial"/>
              </a:defRPr>
            </a:lvl3pPr>
            <a:lvl4pPr>
              <a:defRPr sz="1500">
                <a:solidFill>
                  <a:srgbClr val="F4F7F5"/>
                </a:solidFill>
                <a:latin typeface="Arial"/>
                <a:ea typeface="Arial"/>
                <a:cs typeface="Arial"/>
              </a:defRPr>
            </a:lvl4pPr>
            <a:lvl5pPr>
              <a:defRPr sz="1500">
                <a:solidFill>
                  <a:srgbClr val="F4F7F5"/>
                </a:solidFill>
                <a:latin typeface="Arial"/>
                <a:ea typeface="Arial"/>
                <a:cs typeface="Arial"/>
              </a:defRPr>
            </a:lvl5pPr>
            <a:lvl6pPr>
              <a:defRPr sz="1500">
                <a:solidFill>
                  <a:srgbClr val="F4F7F5"/>
                </a:solidFill>
                <a:latin typeface="Arial"/>
                <a:ea typeface="Arial"/>
                <a:cs typeface="Arial"/>
              </a:defRPr>
            </a:lvl6pPr>
            <a:lvl7pPr>
              <a:defRPr sz="1500">
                <a:solidFill>
                  <a:srgbClr val="F4F7F5"/>
                </a:solidFill>
                <a:latin typeface="Arial"/>
                <a:ea typeface="Arial"/>
                <a:cs typeface="Arial"/>
              </a:defRPr>
            </a:lvl7pPr>
            <a:lvl8pPr>
              <a:defRPr sz="1500">
                <a:solidFill>
                  <a:srgbClr val="F4F7F5"/>
                </a:solidFill>
                <a:latin typeface="Arial"/>
                <a:ea typeface="Arial"/>
                <a:cs typeface="Arial"/>
              </a:defRPr>
            </a:lvl8pPr>
            <a:lvl9pPr>
              <a:defRPr sz="1500">
                <a:solidFill>
                  <a:srgbClr val="F4F7F5"/>
                </a:solidFill>
                <a:latin typeface="Arial"/>
                <a:ea typeface="Arial"/>
                <a:cs typeface="Arial"/>
              </a:defRPr>
            </a:lvl9pPr>
          </a:lstStyle>
          <a:p>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a:ext uri="{FF2B5EF4-FFF2-40B4-BE49-F238E27FC236}">
                <a16:creationId xmlns:a16="http://schemas.microsoft.com/office/drawing/2014/main" id="{3C624598-FB89-4718-83D0-AA78CA94AE99}"/>
              </a:ext>
            </a:extLst>
          </p:cNvPr>
          <p:cNvSpPr>
            <a:spLocks noGrp="1"/>
          </p:cNvSpPr>
          <p:nvPr/>
        </p:nvSpPr>
        <p:spPr>
          <a:xfrm>
            <a:off x="1247775" y="5810250"/>
            <a:ext cx="9429750" cy="361950"/>
          </a:xfrm>
          <a:prstGeom prst="rect">
            <a:avLst/>
          </a:prstGeom>
          <a:noFill/>
          <a:ln w="0">
            <a:noFill/>
            <a:prstDash val="solid"/>
          </a:ln>
        </p:spPr>
        <p:txBody>
          <a:bodyPr anchor="t">
            <a:normAutofit/>
          </a:bodyPr>
          <a:lstStyle>
            <a:defPPr algn="l">
              <a:defRPr sz="1350" b="1" i="0">
                <a:solidFill>
                  <a:srgbClr val="3FC6D6"/>
                </a:solidFill>
                <a:latin typeface="Arial"/>
                <a:ea typeface="Arial"/>
                <a:cs typeface="Arial"/>
              </a:defRPr>
            </a:defPPr>
            <a:lvl1pPr algn="l">
              <a:defRPr sz="1350" b="1" i="0">
                <a:solidFill>
                  <a:srgbClr val="3FC6D6"/>
                </a:solidFill>
                <a:latin typeface="Arial"/>
                <a:ea typeface="Arial"/>
                <a:cs typeface="Arial"/>
              </a:defRPr>
            </a:lvl1pPr>
            <a:lvl2pPr algn="l">
              <a:defRPr sz="1350" b="1" i="0">
                <a:solidFill>
                  <a:srgbClr val="3FC6D6"/>
                </a:solidFill>
                <a:latin typeface="Arial"/>
                <a:ea typeface="Arial"/>
                <a:cs typeface="Arial"/>
              </a:defRPr>
            </a:lvl2pPr>
            <a:lvl3pPr algn="l">
              <a:defRPr sz="1350" b="1" i="0">
                <a:solidFill>
                  <a:srgbClr val="3FC6D6"/>
                </a:solidFill>
                <a:latin typeface="Arial"/>
                <a:ea typeface="Arial"/>
                <a:cs typeface="Arial"/>
              </a:defRPr>
            </a:lvl3pPr>
            <a:lvl4pPr algn="l">
              <a:defRPr sz="1350" b="1" i="0">
                <a:solidFill>
                  <a:srgbClr val="3FC6D6"/>
                </a:solidFill>
                <a:latin typeface="Arial"/>
                <a:ea typeface="Arial"/>
                <a:cs typeface="Arial"/>
              </a:defRPr>
            </a:lvl4pPr>
            <a:lvl5pPr algn="l">
              <a:defRPr sz="1350" b="1" i="0">
                <a:solidFill>
                  <a:srgbClr val="3FC6D6"/>
                </a:solidFill>
                <a:latin typeface="Arial"/>
                <a:ea typeface="Arial"/>
                <a:cs typeface="Arial"/>
              </a:defRPr>
            </a:lvl5pPr>
            <a:lvl6pPr algn="l">
              <a:defRPr sz="1350" b="1" i="0">
                <a:solidFill>
                  <a:srgbClr val="3FC6D6"/>
                </a:solidFill>
                <a:latin typeface="Arial"/>
                <a:ea typeface="Arial"/>
                <a:cs typeface="Arial"/>
              </a:defRPr>
            </a:lvl6pPr>
            <a:lvl7pPr algn="l">
              <a:defRPr sz="1350" b="1" i="0">
                <a:solidFill>
                  <a:srgbClr val="3FC6D6"/>
                </a:solidFill>
                <a:latin typeface="Arial"/>
                <a:ea typeface="Arial"/>
                <a:cs typeface="Arial"/>
              </a:defRPr>
            </a:lvl7pPr>
            <a:lvl8pPr algn="l">
              <a:defRPr sz="1350" b="1" i="0">
                <a:solidFill>
                  <a:srgbClr val="3FC6D6"/>
                </a:solidFill>
                <a:latin typeface="Arial"/>
                <a:ea typeface="Arial"/>
                <a:cs typeface="Arial"/>
              </a:defRPr>
            </a:lvl8pPr>
            <a:lvl9pPr algn="l">
              <a:defRPr sz="1350" b="1" i="0">
                <a:solidFill>
                  <a:srgbClr val="3FC6D6"/>
                </a:solidFill>
                <a:latin typeface="Arial"/>
                <a:ea typeface="Arial"/>
                <a:cs typeface="Arial"/>
              </a:defRPr>
            </a:lvl9pPr>
          </a:lstStyle>
          <a:p>
            <a:pPr algn="l">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A4DFBF35-37E8-47FF-85BE-8B7D2FBA9FCF}"/>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6008FCED-DCF3-4AB3-A718-B6C0B8D27AE7}"/>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D2509935-4CDA-4ECC-89CE-F51E17AD74CB}"/>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LITERATURE</a:t>
            </a:r>
          </a:p>
        </p:txBody>
      </p:sp>
      <p:sp>
        <p:nvSpPr>
          <p:cNvPr id="4" name="Rectangle 3">
            <a:extLst>
              <a:ext uri="{FF2B5EF4-FFF2-40B4-BE49-F238E27FC236}">
                <a16:creationId xmlns:a16="http://schemas.microsoft.com/office/drawing/2014/main" id="{436202E4-0BA8-48EB-89F8-CEE08B85AAAA}"/>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Primary literature: LINKER (2000), SynLinker (2015), DFLpred (2016), TransDFL (2023), Li et al. (2026)</a:t>
            </a:r>
          </a:p>
        </p:txBody>
      </p:sp>
      <p:sp>
        <p:nvSpPr>
          <p:cNvPr id="5" name="Rectangle 4">
            <a:extLst>
              <a:ext uri="{FF2B5EF4-FFF2-40B4-BE49-F238E27FC236}">
                <a16:creationId xmlns:a16="http://schemas.microsoft.com/office/drawing/2014/main" id="{675AD153-EE02-4B63-817B-EB027871D7C0}"/>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Rectangle 5">
            <a:extLst>
              <a:ext uri="{FF2B5EF4-FFF2-40B4-BE49-F238E27FC236}">
                <a16:creationId xmlns:a16="http://schemas.microsoft.com/office/drawing/2014/main" id="{B34F0E24-FB36-4307-B721-AD966D6F89B1}"/>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Published methods span several linker tasks</a:t>
            </a:r>
          </a:p>
        </p:txBody>
      </p:sp>
      <p:sp>
        <p:nvSpPr>
          <p:cNvPr id="7" name="Rectangle 6">
            <a:extLst>
              <a:ext uri="{FF2B5EF4-FFF2-40B4-BE49-F238E27FC236}">
                <a16:creationId xmlns:a16="http://schemas.microsoft.com/office/drawing/2014/main" id="{F3AACC7A-E7E2-486F-B915-2ABA076FEEAD}"/>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Generation, retrieval, residue detection, and one-system functional modelling solve different problems</a:t>
            </a:r>
          </a:p>
        </p:txBody>
      </p:sp>
      <p:sp>
        <p:nvSpPr>
          <p:cNvPr id="8" name="Straight Connector 7">
            <a:extLst>
              <a:ext uri="{FF2B5EF4-FFF2-40B4-BE49-F238E27FC236}">
                <a16:creationId xmlns:a16="http://schemas.microsoft.com/office/drawing/2014/main" id="{6A1C0DCD-EE92-4AB8-856C-A6E0771E80C6}"/>
              </a:ext>
            </a:extLst>
          </p:cNvPr>
          <p:cNvSpPr>
            <a:spLocks noGrp="1"/>
          </p:cNvSpPr>
          <p:nvPr/>
        </p:nvSpPr>
        <p:spPr>
          <a:xfrm>
            <a:off x="952500" y="3171825"/>
            <a:ext cx="10191750" cy="0"/>
          </a:xfrm>
          <a:prstGeom prst="line">
            <a:avLst/>
          </a:prstGeom>
          <a:noFill/>
          <a:ln w="38100">
            <a:solidFill>
              <a:srgbClr val="29433A"/>
            </a:solidFill>
            <a:prstDash val="solid"/>
          </a:ln>
        </p:spPr>
      </p:sp>
      <p:sp>
        <p:nvSpPr>
          <p:cNvPr id="9" name="Oval 8">
            <a:extLst>
              <a:ext uri="{FF2B5EF4-FFF2-40B4-BE49-F238E27FC236}">
                <a16:creationId xmlns:a16="http://schemas.microsoft.com/office/drawing/2014/main" id="{1736DFA6-317A-47B7-AE6D-EA5EC007E39E}"/>
              </a:ext>
            </a:extLst>
          </p:cNvPr>
          <p:cNvSpPr>
            <a:spLocks noGrp="1"/>
          </p:cNvSpPr>
          <p:nvPr/>
        </p:nvSpPr>
        <p:spPr>
          <a:xfrm>
            <a:off x="952500" y="2952750"/>
            <a:ext cx="438150" cy="438150"/>
          </a:xfrm>
          <a:prstGeom prst="ellipse">
            <a:avLst/>
          </a:prstGeom>
          <a:solidFill>
            <a:srgbClr val="4E9BEC"/>
          </a:solidFill>
          <a:ln w="19050">
            <a:solidFill>
              <a:srgbClr val="FFFFFF"/>
            </a:solidFill>
            <a:prstDash val="solid"/>
          </a:ln>
        </p:spPr>
      </p:sp>
      <p:sp>
        <p:nvSpPr>
          <p:cNvPr id="10" name="Rectangle 9">
            <a:extLst>
              <a:ext uri="{FF2B5EF4-FFF2-40B4-BE49-F238E27FC236}">
                <a16:creationId xmlns:a16="http://schemas.microsoft.com/office/drawing/2014/main" id="{C3BF08C5-DEBE-40E8-A8E5-8105FF5FBA3C}"/>
              </a:ext>
            </a:extLst>
          </p:cNvPr>
          <p:cNvSpPr>
            <a:spLocks noGrp="1"/>
          </p:cNvSpPr>
          <p:nvPr/>
        </p:nvSpPr>
        <p:spPr>
          <a:xfrm>
            <a:off x="857250" y="2466975"/>
            <a:ext cx="628650" cy="266700"/>
          </a:xfrm>
          <a:prstGeom prst="rect">
            <a:avLst/>
          </a:prstGeom>
          <a:noFill/>
          <a:ln w="0">
            <a:noFill/>
            <a:prstDash val="solid"/>
          </a:ln>
        </p:spPr>
        <p:txBody>
          <a:bodyPr anchor="t">
            <a:normAutofit fontScale="90196"/>
          </a:bodyPr>
          <a:lstStyle>
            <a:defPPr algn="ctr">
              <a:defRPr sz="1275" b="1" i="0">
                <a:solidFill>
                  <a:srgbClr val="4E9BEC"/>
                </a:solidFill>
                <a:latin typeface="Arial"/>
                <a:ea typeface="Arial"/>
                <a:cs typeface="Arial"/>
              </a:defRPr>
            </a:defPPr>
            <a:lvl1pPr algn="ctr">
              <a:defRPr sz="1275" b="1" i="0">
                <a:solidFill>
                  <a:srgbClr val="4E9BEC"/>
                </a:solidFill>
                <a:latin typeface="Arial"/>
                <a:ea typeface="Arial"/>
                <a:cs typeface="Arial"/>
              </a:defRPr>
            </a:lvl1pPr>
            <a:lvl2pPr algn="ctr">
              <a:defRPr sz="1275" b="1" i="0">
                <a:solidFill>
                  <a:srgbClr val="4E9BEC"/>
                </a:solidFill>
                <a:latin typeface="Arial"/>
                <a:ea typeface="Arial"/>
                <a:cs typeface="Arial"/>
              </a:defRPr>
            </a:lvl2pPr>
            <a:lvl3pPr algn="ctr">
              <a:defRPr sz="1275" b="1" i="0">
                <a:solidFill>
                  <a:srgbClr val="4E9BEC"/>
                </a:solidFill>
                <a:latin typeface="Arial"/>
                <a:ea typeface="Arial"/>
                <a:cs typeface="Arial"/>
              </a:defRPr>
            </a:lvl3pPr>
            <a:lvl4pPr algn="ctr">
              <a:defRPr sz="1275" b="1" i="0">
                <a:solidFill>
                  <a:srgbClr val="4E9BEC"/>
                </a:solidFill>
                <a:latin typeface="Arial"/>
                <a:ea typeface="Arial"/>
                <a:cs typeface="Arial"/>
              </a:defRPr>
            </a:lvl4pPr>
            <a:lvl5pPr algn="ctr">
              <a:defRPr sz="1275" b="1" i="0">
                <a:solidFill>
                  <a:srgbClr val="4E9BEC"/>
                </a:solidFill>
                <a:latin typeface="Arial"/>
                <a:ea typeface="Arial"/>
                <a:cs typeface="Arial"/>
              </a:defRPr>
            </a:lvl5pPr>
            <a:lvl6pPr algn="ctr">
              <a:defRPr sz="1275" b="1" i="0">
                <a:solidFill>
                  <a:srgbClr val="4E9BEC"/>
                </a:solidFill>
                <a:latin typeface="Arial"/>
                <a:ea typeface="Arial"/>
                <a:cs typeface="Arial"/>
              </a:defRPr>
            </a:lvl6pPr>
            <a:lvl7pPr algn="ctr">
              <a:defRPr sz="1275" b="1" i="0">
                <a:solidFill>
                  <a:srgbClr val="4E9BEC"/>
                </a:solidFill>
                <a:latin typeface="Arial"/>
                <a:ea typeface="Arial"/>
                <a:cs typeface="Arial"/>
              </a:defRPr>
            </a:lvl7pPr>
            <a:lvl8pPr algn="ctr">
              <a:defRPr sz="1275" b="1" i="0">
                <a:solidFill>
                  <a:srgbClr val="4E9BEC"/>
                </a:solidFill>
                <a:latin typeface="Arial"/>
                <a:ea typeface="Arial"/>
                <a:cs typeface="Arial"/>
              </a:defRPr>
            </a:lvl8pPr>
            <a:lvl9pPr algn="ctr">
              <a:defRPr sz="1275" b="1" i="0">
                <a:solidFill>
                  <a:srgbClr val="4E9BEC"/>
                </a:solidFill>
                <a:latin typeface="Arial"/>
                <a:ea typeface="Arial"/>
                <a:cs typeface="Arial"/>
              </a:defRPr>
            </a:lvl9pPr>
          </a:lstStyle>
          <a:p>
            <a:pPr algn="ctr">
              <a:defRPr sz="1275" b="1" i="0">
                <a:solidFill>
                  <a:srgbClr val="4E9BEC"/>
                </a:solidFill>
                <a:latin typeface="Arial"/>
                <a:ea typeface="Arial"/>
                <a:cs typeface="Arial"/>
              </a:defRPr>
            </a:pPr>
            <a:r>
              <a:rPr sz="1275" b="1" i="0">
                <a:solidFill>
                  <a:srgbClr val="4E9BEC"/>
                </a:solidFill>
                <a:latin typeface="Arial"/>
                <a:ea typeface="Arial"/>
                <a:cs typeface="Arial"/>
              </a:rPr>
              <a:t>2000</a:t>
            </a:r>
          </a:p>
        </p:txBody>
      </p:sp>
      <p:sp>
        <p:nvSpPr>
          <p:cNvPr id="11" name="Rectangle 10">
            <a:extLst>
              <a:ext uri="{FF2B5EF4-FFF2-40B4-BE49-F238E27FC236}">
                <a16:creationId xmlns:a16="http://schemas.microsoft.com/office/drawing/2014/main" id="{EDC276DC-5FA6-44AD-830E-950B1C069057}"/>
              </a:ext>
            </a:extLst>
          </p:cNvPr>
          <p:cNvSpPr>
            <a:spLocks noGrp="1"/>
          </p:cNvSpPr>
          <p:nvPr/>
        </p:nvSpPr>
        <p:spPr>
          <a:xfrm>
            <a:off x="400050" y="3676650"/>
            <a:ext cx="1543050" cy="285750"/>
          </a:xfrm>
          <a:prstGeom prst="rect">
            <a:avLst/>
          </a:prstGeom>
          <a:noFill/>
          <a:ln w="0">
            <a:noFill/>
            <a:prstDash val="solid"/>
          </a:ln>
        </p:spPr>
        <p:txBody>
          <a:bodyPr anchor="t">
            <a:normAutofit fontScale="85000"/>
          </a:bodyPr>
          <a:lstStyle>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a:pPr algn="ctr">
              <a:defRPr sz="1500" b="1" i="0">
                <a:solidFill>
                  <a:srgbClr val="F4F7F5"/>
                </a:solidFill>
                <a:latin typeface="Arial"/>
                <a:ea typeface="Arial"/>
                <a:cs typeface="Arial"/>
              </a:defRPr>
            </a:pPr>
            <a:r>
              <a:rPr sz="1500" b="1" i="0">
                <a:solidFill>
                  <a:srgbClr val="F4F7F5"/>
                </a:solidFill>
                <a:latin typeface="Arial"/>
                <a:ea typeface="Arial"/>
                <a:cs typeface="Arial"/>
              </a:rPr>
              <a:t>LINKER</a:t>
            </a:r>
          </a:p>
        </p:txBody>
      </p:sp>
      <p:sp>
        <p:nvSpPr>
          <p:cNvPr id="12" name="Rectangle 11">
            <a:extLst>
              <a:ext uri="{FF2B5EF4-FFF2-40B4-BE49-F238E27FC236}">
                <a16:creationId xmlns:a16="http://schemas.microsoft.com/office/drawing/2014/main" id="{8C036DA3-FB5F-432E-985B-87A32203D8A2}"/>
              </a:ext>
            </a:extLst>
          </p:cNvPr>
          <p:cNvSpPr>
            <a:spLocks noGrp="1"/>
          </p:cNvSpPr>
          <p:nvPr/>
        </p:nvSpPr>
        <p:spPr>
          <a:xfrm>
            <a:off x="228600" y="4067175"/>
            <a:ext cx="1885950" cy="723900"/>
          </a:xfrm>
          <a:prstGeom prst="rect">
            <a:avLst/>
          </a:prstGeom>
          <a:noFill/>
          <a:ln w="0">
            <a:noFill/>
            <a:prstDash val="solid"/>
          </a:ln>
        </p:spPr>
        <p:txBody>
          <a:bodyPr anchor="t">
            <a:normAutofit/>
          </a:bodyPr>
          <a:lstStyle>
            <a:defPPr algn="ctr">
              <a:defRPr sz="1125" b="0" i="0">
                <a:solidFill>
                  <a:srgbClr val="AFC0B8"/>
                </a:solidFill>
                <a:latin typeface="Arial"/>
                <a:ea typeface="Arial"/>
                <a:cs typeface="Arial"/>
              </a:defRPr>
            </a:defPPr>
            <a:lvl1pPr algn="ctr">
              <a:defRPr sz="1125" b="0" i="0">
                <a:solidFill>
                  <a:srgbClr val="AFC0B8"/>
                </a:solidFill>
                <a:latin typeface="Arial"/>
                <a:ea typeface="Arial"/>
                <a:cs typeface="Arial"/>
              </a:defRPr>
            </a:lvl1pPr>
            <a:lvl2pPr algn="ctr">
              <a:defRPr sz="1125" b="0" i="0">
                <a:solidFill>
                  <a:srgbClr val="AFC0B8"/>
                </a:solidFill>
                <a:latin typeface="Arial"/>
                <a:ea typeface="Arial"/>
                <a:cs typeface="Arial"/>
              </a:defRPr>
            </a:lvl2pPr>
            <a:lvl3pPr algn="ctr">
              <a:defRPr sz="1125" b="0" i="0">
                <a:solidFill>
                  <a:srgbClr val="AFC0B8"/>
                </a:solidFill>
                <a:latin typeface="Arial"/>
                <a:ea typeface="Arial"/>
                <a:cs typeface="Arial"/>
              </a:defRPr>
            </a:lvl3pPr>
            <a:lvl4pPr algn="ctr">
              <a:defRPr sz="1125" b="0" i="0">
                <a:solidFill>
                  <a:srgbClr val="AFC0B8"/>
                </a:solidFill>
                <a:latin typeface="Arial"/>
                <a:ea typeface="Arial"/>
                <a:cs typeface="Arial"/>
              </a:defRPr>
            </a:lvl4pPr>
            <a:lvl5pPr algn="ctr">
              <a:defRPr sz="1125" b="0" i="0">
                <a:solidFill>
                  <a:srgbClr val="AFC0B8"/>
                </a:solidFill>
                <a:latin typeface="Arial"/>
                <a:ea typeface="Arial"/>
                <a:cs typeface="Arial"/>
              </a:defRPr>
            </a:lvl5pPr>
            <a:lvl6pPr algn="ctr">
              <a:defRPr sz="1125" b="0" i="0">
                <a:solidFill>
                  <a:srgbClr val="AFC0B8"/>
                </a:solidFill>
                <a:latin typeface="Arial"/>
                <a:ea typeface="Arial"/>
                <a:cs typeface="Arial"/>
              </a:defRPr>
            </a:lvl6pPr>
            <a:lvl7pPr algn="ctr">
              <a:defRPr sz="1125" b="0" i="0">
                <a:solidFill>
                  <a:srgbClr val="AFC0B8"/>
                </a:solidFill>
                <a:latin typeface="Arial"/>
                <a:ea typeface="Arial"/>
                <a:cs typeface="Arial"/>
              </a:defRPr>
            </a:lvl7pPr>
            <a:lvl8pPr algn="ctr">
              <a:defRPr sz="1125" b="0" i="0">
                <a:solidFill>
                  <a:srgbClr val="AFC0B8"/>
                </a:solidFill>
                <a:latin typeface="Arial"/>
                <a:ea typeface="Arial"/>
                <a:cs typeface="Arial"/>
              </a:defRPr>
            </a:lvl8pPr>
            <a:lvl9pPr algn="ctr">
              <a:defRPr sz="1125" b="0" i="0">
                <a:solidFill>
                  <a:srgbClr val="AFC0B8"/>
                </a:solidFill>
                <a:latin typeface="Arial"/>
                <a:ea typeface="Arial"/>
                <a:cs typeface="Arial"/>
              </a:defRPr>
            </a:lvl9pPr>
          </a:lstStyle>
          <a:p>
            <a:pPr algn="ctr">
              <a:defRPr sz="1125" b="0" i="0">
                <a:solidFill>
                  <a:srgbClr val="AFC0B8"/>
                </a:solidFill>
                <a:latin typeface="Arial"/>
                <a:ea typeface="Arial"/>
                <a:cs typeface="Arial"/>
              </a:defRPr>
            </a:pPr>
            <a:r>
              <a:rPr sz="1125" b="0" i="0">
                <a:solidFill>
                  <a:srgbClr val="AFC0B8"/>
                </a:solidFill>
                <a:latin typeface="Arial"/>
                <a:ea typeface="Arial"/>
                <a:cs typeface="Arial"/>
              </a:rPr>
              <a:t>PDB loop-derived</a:t>
            </a:r>
          </a:p>
          <a:p>
            <a:pPr algn="ctr">
              <a:defRPr sz="1125" b="0" i="0">
                <a:solidFill>
                  <a:srgbClr val="AFC0B8"/>
                </a:solidFill>
                <a:latin typeface="Arial"/>
                <a:ea typeface="Arial"/>
                <a:cs typeface="Arial"/>
              </a:defRPr>
            </a:pPr>
            <a:r>
              <a:rPr sz="1125" b="0" i="0">
                <a:solidFill>
                  <a:srgbClr val="AFC0B8"/>
                </a:solidFill>
                <a:latin typeface="Arial"/>
                <a:ea typeface="Arial"/>
                <a:cs typeface="Arial"/>
              </a:rPr>
              <a:t>sequence generation</a:t>
            </a:r>
          </a:p>
        </p:txBody>
      </p:sp>
      <p:sp>
        <p:nvSpPr>
          <p:cNvPr id="13" name="Oval 12">
            <a:extLst>
              <a:ext uri="{FF2B5EF4-FFF2-40B4-BE49-F238E27FC236}">
                <a16:creationId xmlns:a16="http://schemas.microsoft.com/office/drawing/2014/main" id="{7DF6BD63-9C3D-47AF-AEA5-58D167EA5043}"/>
              </a:ext>
            </a:extLst>
          </p:cNvPr>
          <p:cNvSpPr>
            <a:spLocks noGrp="1"/>
          </p:cNvSpPr>
          <p:nvPr/>
        </p:nvSpPr>
        <p:spPr>
          <a:xfrm>
            <a:off x="3457575" y="2952750"/>
            <a:ext cx="438150" cy="438150"/>
          </a:xfrm>
          <a:prstGeom prst="ellipse">
            <a:avLst/>
          </a:prstGeom>
          <a:solidFill>
            <a:srgbClr val="2DBD73"/>
          </a:solidFill>
          <a:ln w="19050">
            <a:solidFill>
              <a:srgbClr val="FFFFFF"/>
            </a:solidFill>
            <a:prstDash val="solid"/>
          </a:ln>
        </p:spPr>
      </p:sp>
      <p:sp>
        <p:nvSpPr>
          <p:cNvPr id="14" name="Rectangle 13">
            <a:extLst>
              <a:ext uri="{FF2B5EF4-FFF2-40B4-BE49-F238E27FC236}">
                <a16:creationId xmlns:a16="http://schemas.microsoft.com/office/drawing/2014/main" id="{74931553-FA83-483F-8496-07B0D98C9FC3}"/>
              </a:ext>
            </a:extLst>
          </p:cNvPr>
          <p:cNvSpPr>
            <a:spLocks noGrp="1"/>
          </p:cNvSpPr>
          <p:nvPr/>
        </p:nvSpPr>
        <p:spPr>
          <a:xfrm>
            <a:off x="3362325" y="2466975"/>
            <a:ext cx="628650" cy="266700"/>
          </a:xfrm>
          <a:prstGeom prst="rect">
            <a:avLst/>
          </a:prstGeom>
          <a:noFill/>
          <a:ln w="0">
            <a:noFill/>
            <a:prstDash val="solid"/>
          </a:ln>
        </p:spPr>
        <p:txBody>
          <a:bodyPr anchor="t">
            <a:normAutofit fontScale="90196"/>
          </a:bodyPr>
          <a:lstStyle>
            <a:defPPr algn="ctr">
              <a:defRPr sz="1275" b="1" i="0">
                <a:solidFill>
                  <a:srgbClr val="2DBD73"/>
                </a:solidFill>
                <a:latin typeface="Arial"/>
                <a:ea typeface="Arial"/>
                <a:cs typeface="Arial"/>
              </a:defRPr>
            </a:defPPr>
            <a:lvl1pPr algn="ctr">
              <a:defRPr sz="1275" b="1" i="0">
                <a:solidFill>
                  <a:srgbClr val="2DBD73"/>
                </a:solidFill>
                <a:latin typeface="Arial"/>
                <a:ea typeface="Arial"/>
                <a:cs typeface="Arial"/>
              </a:defRPr>
            </a:lvl1pPr>
            <a:lvl2pPr algn="ctr">
              <a:defRPr sz="1275" b="1" i="0">
                <a:solidFill>
                  <a:srgbClr val="2DBD73"/>
                </a:solidFill>
                <a:latin typeface="Arial"/>
                <a:ea typeface="Arial"/>
                <a:cs typeface="Arial"/>
              </a:defRPr>
            </a:lvl2pPr>
            <a:lvl3pPr algn="ctr">
              <a:defRPr sz="1275" b="1" i="0">
                <a:solidFill>
                  <a:srgbClr val="2DBD73"/>
                </a:solidFill>
                <a:latin typeface="Arial"/>
                <a:ea typeface="Arial"/>
                <a:cs typeface="Arial"/>
              </a:defRPr>
            </a:lvl3pPr>
            <a:lvl4pPr algn="ctr">
              <a:defRPr sz="1275" b="1" i="0">
                <a:solidFill>
                  <a:srgbClr val="2DBD73"/>
                </a:solidFill>
                <a:latin typeface="Arial"/>
                <a:ea typeface="Arial"/>
                <a:cs typeface="Arial"/>
              </a:defRPr>
            </a:lvl4pPr>
            <a:lvl5pPr algn="ctr">
              <a:defRPr sz="1275" b="1" i="0">
                <a:solidFill>
                  <a:srgbClr val="2DBD73"/>
                </a:solidFill>
                <a:latin typeface="Arial"/>
                <a:ea typeface="Arial"/>
                <a:cs typeface="Arial"/>
              </a:defRPr>
            </a:lvl5pPr>
            <a:lvl6pPr algn="ctr">
              <a:defRPr sz="1275" b="1" i="0">
                <a:solidFill>
                  <a:srgbClr val="2DBD73"/>
                </a:solidFill>
                <a:latin typeface="Arial"/>
                <a:ea typeface="Arial"/>
                <a:cs typeface="Arial"/>
              </a:defRPr>
            </a:lvl6pPr>
            <a:lvl7pPr algn="ctr">
              <a:defRPr sz="1275" b="1" i="0">
                <a:solidFill>
                  <a:srgbClr val="2DBD73"/>
                </a:solidFill>
                <a:latin typeface="Arial"/>
                <a:ea typeface="Arial"/>
                <a:cs typeface="Arial"/>
              </a:defRPr>
            </a:lvl7pPr>
            <a:lvl8pPr algn="ctr">
              <a:defRPr sz="1275" b="1" i="0">
                <a:solidFill>
                  <a:srgbClr val="2DBD73"/>
                </a:solidFill>
                <a:latin typeface="Arial"/>
                <a:ea typeface="Arial"/>
                <a:cs typeface="Arial"/>
              </a:defRPr>
            </a:lvl8pPr>
            <a:lvl9pPr algn="ctr">
              <a:defRPr sz="1275" b="1" i="0">
                <a:solidFill>
                  <a:srgbClr val="2DBD73"/>
                </a:solidFill>
                <a:latin typeface="Arial"/>
                <a:ea typeface="Arial"/>
                <a:cs typeface="Arial"/>
              </a:defRPr>
            </a:lvl9pPr>
          </a:lstStyle>
          <a:p>
            <a:pPr algn="ctr">
              <a:defRPr sz="1275" b="1" i="0">
                <a:solidFill>
                  <a:srgbClr val="2DBD73"/>
                </a:solidFill>
                <a:latin typeface="Arial"/>
                <a:ea typeface="Arial"/>
                <a:cs typeface="Arial"/>
              </a:defRPr>
            </a:pPr>
            <a:r>
              <a:rPr sz="1275" b="1" i="0">
                <a:solidFill>
                  <a:srgbClr val="2DBD73"/>
                </a:solidFill>
                <a:latin typeface="Arial"/>
                <a:ea typeface="Arial"/>
                <a:cs typeface="Arial"/>
              </a:rPr>
              <a:t>2015</a:t>
            </a:r>
          </a:p>
        </p:txBody>
      </p:sp>
      <p:sp>
        <p:nvSpPr>
          <p:cNvPr id="15" name="Rectangle 14">
            <a:extLst>
              <a:ext uri="{FF2B5EF4-FFF2-40B4-BE49-F238E27FC236}">
                <a16:creationId xmlns:a16="http://schemas.microsoft.com/office/drawing/2014/main" id="{B9AB239F-668A-48CD-933C-0DAD1D6C970C}"/>
              </a:ext>
            </a:extLst>
          </p:cNvPr>
          <p:cNvSpPr>
            <a:spLocks noGrp="1"/>
          </p:cNvSpPr>
          <p:nvPr/>
        </p:nvSpPr>
        <p:spPr>
          <a:xfrm>
            <a:off x="2905125" y="3676650"/>
            <a:ext cx="1543050" cy="285750"/>
          </a:xfrm>
          <a:prstGeom prst="rect">
            <a:avLst/>
          </a:prstGeom>
          <a:noFill/>
          <a:ln w="0">
            <a:noFill/>
            <a:prstDash val="solid"/>
          </a:ln>
        </p:spPr>
        <p:txBody>
          <a:bodyPr anchor="t">
            <a:normAutofit fontScale="85000"/>
          </a:bodyPr>
          <a:lstStyle>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a:pPr algn="ctr">
              <a:defRPr sz="1500" b="1" i="0">
                <a:solidFill>
                  <a:srgbClr val="F4F7F5"/>
                </a:solidFill>
                <a:latin typeface="Arial"/>
                <a:ea typeface="Arial"/>
                <a:cs typeface="Arial"/>
              </a:defRPr>
            </a:pPr>
            <a:r>
              <a:rPr sz="1500" b="1" i="0">
                <a:solidFill>
                  <a:srgbClr val="F4F7F5"/>
                </a:solidFill>
                <a:latin typeface="Arial"/>
                <a:ea typeface="Arial"/>
                <a:cs typeface="Arial"/>
              </a:rPr>
              <a:t>SynLinker</a:t>
            </a:r>
          </a:p>
        </p:txBody>
      </p:sp>
      <p:sp>
        <p:nvSpPr>
          <p:cNvPr id="16" name="Rectangle 15">
            <a:extLst>
              <a:ext uri="{FF2B5EF4-FFF2-40B4-BE49-F238E27FC236}">
                <a16:creationId xmlns:a16="http://schemas.microsoft.com/office/drawing/2014/main" id="{37BEDD6A-4214-432F-87DD-F05A2E1C9112}"/>
              </a:ext>
            </a:extLst>
          </p:cNvPr>
          <p:cNvSpPr>
            <a:spLocks noGrp="1"/>
          </p:cNvSpPr>
          <p:nvPr/>
        </p:nvSpPr>
        <p:spPr>
          <a:xfrm>
            <a:off x="2733675" y="4067175"/>
            <a:ext cx="1885950" cy="723900"/>
          </a:xfrm>
          <a:prstGeom prst="rect">
            <a:avLst/>
          </a:prstGeom>
          <a:noFill/>
          <a:ln w="0">
            <a:noFill/>
            <a:prstDash val="solid"/>
          </a:ln>
        </p:spPr>
        <p:txBody>
          <a:bodyPr anchor="t">
            <a:normAutofit/>
          </a:bodyPr>
          <a:lstStyle>
            <a:defPPr algn="ctr">
              <a:defRPr sz="1125" b="0" i="0">
                <a:solidFill>
                  <a:srgbClr val="AFC0B8"/>
                </a:solidFill>
                <a:latin typeface="Arial"/>
                <a:ea typeface="Arial"/>
                <a:cs typeface="Arial"/>
              </a:defRPr>
            </a:defPPr>
            <a:lvl1pPr algn="ctr">
              <a:defRPr sz="1125" b="0" i="0">
                <a:solidFill>
                  <a:srgbClr val="AFC0B8"/>
                </a:solidFill>
                <a:latin typeface="Arial"/>
                <a:ea typeface="Arial"/>
                <a:cs typeface="Arial"/>
              </a:defRPr>
            </a:lvl1pPr>
            <a:lvl2pPr algn="ctr">
              <a:defRPr sz="1125" b="0" i="0">
                <a:solidFill>
                  <a:srgbClr val="AFC0B8"/>
                </a:solidFill>
                <a:latin typeface="Arial"/>
                <a:ea typeface="Arial"/>
                <a:cs typeface="Arial"/>
              </a:defRPr>
            </a:lvl2pPr>
            <a:lvl3pPr algn="ctr">
              <a:defRPr sz="1125" b="0" i="0">
                <a:solidFill>
                  <a:srgbClr val="AFC0B8"/>
                </a:solidFill>
                <a:latin typeface="Arial"/>
                <a:ea typeface="Arial"/>
                <a:cs typeface="Arial"/>
              </a:defRPr>
            </a:lvl3pPr>
            <a:lvl4pPr algn="ctr">
              <a:defRPr sz="1125" b="0" i="0">
                <a:solidFill>
                  <a:srgbClr val="AFC0B8"/>
                </a:solidFill>
                <a:latin typeface="Arial"/>
                <a:ea typeface="Arial"/>
                <a:cs typeface="Arial"/>
              </a:defRPr>
            </a:lvl4pPr>
            <a:lvl5pPr algn="ctr">
              <a:defRPr sz="1125" b="0" i="0">
                <a:solidFill>
                  <a:srgbClr val="AFC0B8"/>
                </a:solidFill>
                <a:latin typeface="Arial"/>
                <a:ea typeface="Arial"/>
                <a:cs typeface="Arial"/>
              </a:defRPr>
            </a:lvl5pPr>
            <a:lvl6pPr algn="ctr">
              <a:defRPr sz="1125" b="0" i="0">
                <a:solidFill>
                  <a:srgbClr val="AFC0B8"/>
                </a:solidFill>
                <a:latin typeface="Arial"/>
                <a:ea typeface="Arial"/>
                <a:cs typeface="Arial"/>
              </a:defRPr>
            </a:lvl6pPr>
            <a:lvl7pPr algn="ctr">
              <a:defRPr sz="1125" b="0" i="0">
                <a:solidFill>
                  <a:srgbClr val="AFC0B8"/>
                </a:solidFill>
                <a:latin typeface="Arial"/>
                <a:ea typeface="Arial"/>
                <a:cs typeface="Arial"/>
              </a:defRPr>
            </a:lvl7pPr>
            <a:lvl8pPr algn="ctr">
              <a:defRPr sz="1125" b="0" i="0">
                <a:solidFill>
                  <a:srgbClr val="AFC0B8"/>
                </a:solidFill>
                <a:latin typeface="Arial"/>
                <a:ea typeface="Arial"/>
                <a:cs typeface="Arial"/>
              </a:defRPr>
            </a:lvl8pPr>
            <a:lvl9pPr algn="ctr">
              <a:defRPr sz="1125" b="0" i="0">
                <a:solidFill>
                  <a:srgbClr val="AFC0B8"/>
                </a:solidFill>
                <a:latin typeface="Arial"/>
                <a:ea typeface="Arial"/>
                <a:cs typeface="Arial"/>
              </a:defRPr>
            </a:lvl9pPr>
          </a:lstStyle>
          <a:p>
            <a:pPr algn="ctr">
              <a:defRPr sz="1125" b="0" i="0">
                <a:solidFill>
                  <a:srgbClr val="AFC0B8"/>
                </a:solidFill>
                <a:latin typeface="Arial"/>
                <a:ea typeface="Arial"/>
                <a:cs typeface="Arial"/>
              </a:defRPr>
            </a:pPr>
            <a:r>
              <a:rPr sz="1125" b="0" i="0">
                <a:solidFill>
                  <a:srgbClr val="AFC0B8"/>
                </a:solidFill>
                <a:latin typeface="Arial"/>
                <a:ea typeface="Arial"/>
                <a:cs typeface="Arial"/>
              </a:rPr>
              <a:t>2,260 linkers +</a:t>
            </a:r>
          </a:p>
          <a:p>
            <a:pPr algn="ctr">
              <a:defRPr sz="1125" b="0" i="0">
                <a:solidFill>
                  <a:srgbClr val="AFC0B8"/>
                </a:solidFill>
                <a:latin typeface="Arial"/>
                <a:ea typeface="Arial"/>
                <a:cs typeface="Arial"/>
              </a:defRPr>
            </a:pPr>
            <a:r>
              <a:rPr sz="1125" b="0" i="0">
                <a:solidFill>
                  <a:srgbClr val="AFC0B8"/>
                </a:solidFill>
                <a:latin typeface="Arial"/>
                <a:ea typeface="Arial"/>
                <a:cs typeface="Arial"/>
              </a:rPr>
              <a:t>fusion construction</a:t>
            </a:r>
          </a:p>
        </p:txBody>
      </p:sp>
      <p:sp>
        <p:nvSpPr>
          <p:cNvPr id="17" name="Oval 16">
            <a:extLst>
              <a:ext uri="{FF2B5EF4-FFF2-40B4-BE49-F238E27FC236}">
                <a16:creationId xmlns:a16="http://schemas.microsoft.com/office/drawing/2014/main" id="{D294CAE0-CEC1-4DBD-8C1C-1135F039D852}"/>
              </a:ext>
            </a:extLst>
          </p:cNvPr>
          <p:cNvSpPr>
            <a:spLocks noGrp="1"/>
          </p:cNvSpPr>
          <p:nvPr/>
        </p:nvSpPr>
        <p:spPr>
          <a:xfrm>
            <a:off x="5962650" y="2952750"/>
            <a:ext cx="438150" cy="438150"/>
          </a:xfrm>
          <a:prstGeom prst="ellipse">
            <a:avLst/>
          </a:prstGeom>
          <a:solidFill>
            <a:srgbClr val="E84AAB"/>
          </a:solidFill>
          <a:ln w="19050">
            <a:solidFill>
              <a:srgbClr val="FFFFFF"/>
            </a:solidFill>
            <a:prstDash val="solid"/>
          </a:ln>
        </p:spPr>
      </p:sp>
      <p:sp>
        <p:nvSpPr>
          <p:cNvPr id="18" name="Rectangle 17">
            <a:extLst>
              <a:ext uri="{FF2B5EF4-FFF2-40B4-BE49-F238E27FC236}">
                <a16:creationId xmlns:a16="http://schemas.microsoft.com/office/drawing/2014/main" id="{491D1317-B88F-4EA1-8BA4-B001CD35FBB2}"/>
              </a:ext>
            </a:extLst>
          </p:cNvPr>
          <p:cNvSpPr>
            <a:spLocks noGrp="1"/>
          </p:cNvSpPr>
          <p:nvPr/>
        </p:nvSpPr>
        <p:spPr>
          <a:xfrm>
            <a:off x="5867400" y="2466975"/>
            <a:ext cx="628650" cy="266700"/>
          </a:xfrm>
          <a:prstGeom prst="rect">
            <a:avLst/>
          </a:prstGeom>
          <a:noFill/>
          <a:ln w="0">
            <a:noFill/>
            <a:prstDash val="solid"/>
          </a:ln>
        </p:spPr>
        <p:txBody>
          <a:bodyPr anchor="t">
            <a:normAutofit fontScale="90196"/>
          </a:bodyPr>
          <a:lstStyle>
            <a:defPPr algn="ctr">
              <a:defRPr sz="1275" b="1" i="0">
                <a:solidFill>
                  <a:srgbClr val="E84AAB"/>
                </a:solidFill>
                <a:latin typeface="Arial"/>
                <a:ea typeface="Arial"/>
                <a:cs typeface="Arial"/>
              </a:defRPr>
            </a:defPPr>
            <a:lvl1pPr algn="ctr">
              <a:defRPr sz="1275" b="1" i="0">
                <a:solidFill>
                  <a:srgbClr val="E84AAB"/>
                </a:solidFill>
                <a:latin typeface="Arial"/>
                <a:ea typeface="Arial"/>
                <a:cs typeface="Arial"/>
              </a:defRPr>
            </a:lvl1pPr>
            <a:lvl2pPr algn="ctr">
              <a:defRPr sz="1275" b="1" i="0">
                <a:solidFill>
                  <a:srgbClr val="E84AAB"/>
                </a:solidFill>
                <a:latin typeface="Arial"/>
                <a:ea typeface="Arial"/>
                <a:cs typeface="Arial"/>
              </a:defRPr>
            </a:lvl2pPr>
            <a:lvl3pPr algn="ctr">
              <a:defRPr sz="1275" b="1" i="0">
                <a:solidFill>
                  <a:srgbClr val="E84AAB"/>
                </a:solidFill>
                <a:latin typeface="Arial"/>
                <a:ea typeface="Arial"/>
                <a:cs typeface="Arial"/>
              </a:defRPr>
            </a:lvl3pPr>
            <a:lvl4pPr algn="ctr">
              <a:defRPr sz="1275" b="1" i="0">
                <a:solidFill>
                  <a:srgbClr val="E84AAB"/>
                </a:solidFill>
                <a:latin typeface="Arial"/>
                <a:ea typeface="Arial"/>
                <a:cs typeface="Arial"/>
              </a:defRPr>
            </a:lvl4pPr>
            <a:lvl5pPr algn="ctr">
              <a:defRPr sz="1275" b="1" i="0">
                <a:solidFill>
                  <a:srgbClr val="E84AAB"/>
                </a:solidFill>
                <a:latin typeface="Arial"/>
                <a:ea typeface="Arial"/>
                <a:cs typeface="Arial"/>
              </a:defRPr>
            </a:lvl5pPr>
            <a:lvl6pPr algn="ctr">
              <a:defRPr sz="1275" b="1" i="0">
                <a:solidFill>
                  <a:srgbClr val="E84AAB"/>
                </a:solidFill>
                <a:latin typeface="Arial"/>
                <a:ea typeface="Arial"/>
                <a:cs typeface="Arial"/>
              </a:defRPr>
            </a:lvl6pPr>
            <a:lvl7pPr algn="ctr">
              <a:defRPr sz="1275" b="1" i="0">
                <a:solidFill>
                  <a:srgbClr val="E84AAB"/>
                </a:solidFill>
                <a:latin typeface="Arial"/>
                <a:ea typeface="Arial"/>
                <a:cs typeface="Arial"/>
              </a:defRPr>
            </a:lvl7pPr>
            <a:lvl8pPr algn="ctr">
              <a:defRPr sz="1275" b="1" i="0">
                <a:solidFill>
                  <a:srgbClr val="E84AAB"/>
                </a:solidFill>
                <a:latin typeface="Arial"/>
                <a:ea typeface="Arial"/>
                <a:cs typeface="Arial"/>
              </a:defRPr>
            </a:lvl8pPr>
            <a:lvl9pPr algn="ctr">
              <a:defRPr sz="1275" b="1" i="0">
                <a:solidFill>
                  <a:srgbClr val="E84AAB"/>
                </a:solidFill>
                <a:latin typeface="Arial"/>
                <a:ea typeface="Arial"/>
                <a:cs typeface="Arial"/>
              </a:defRPr>
            </a:lvl9pPr>
          </a:lstStyle>
          <a:p>
            <a:pPr algn="ctr">
              <a:defRPr sz="1275" b="1" i="0">
                <a:solidFill>
                  <a:srgbClr val="E84AAB"/>
                </a:solidFill>
                <a:latin typeface="Arial"/>
                <a:ea typeface="Arial"/>
                <a:cs typeface="Arial"/>
              </a:defRPr>
            </a:pPr>
            <a:r>
              <a:rPr sz="1275" b="1" i="0">
                <a:solidFill>
                  <a:srgbClr val="E84AAB"/>
                </a:solidFill>
                <a:latin typeface="Arial"/>
                <a:ea typeface="Arial"/>
                <a:cs typeface="Arial"/>
              </a:rPr>
              <a:t>2016</a:t>
            </a:r>
          </a:p>
        </p:txBody>
      </p:sp>
      <p:sp>
        <p:nvSpPr>
          <p:cNvPr id="19" name="Rectangle 18">
            <a:extLst>
              <a:ext uri="{FF2B5EF4-FFF2-40B4-BE49-F238E27FC236}">
                <a16:creationId xmlns:a16="http://schemas.microsoft.com/office/drawing/2014/main" id="{3C9E48FE-E859-49DF-A32C-ED851161EA9F}"/>
              </a:ext>
            </a:extLst>
          </p:cNvPr>
          <p:cNvSpPr>
            <a:spLocks noGrp="1"/>
          </p:cNvSpPr>
          <p:nvPr/>
        </p:nvSpPr>
        <p:spPr>
          <a:xfrm>
            <a:off x="5410200" y="3676650"/>
            <a:ext cx="1543050" cy="285750"/>
          </a:xfrm>
          <a:prstGeom prst="rect">
            <a:avLst/>
          </a:prstGeom>
          <a:noFill/>
          <a:ln w="0">
            <a:noFill/>
            <a:prstDash val="solid"/>
          </a:ln>
        </p:spPr>
        <p:txBody>
          <a:bodyPr anchor="t">
            <a:normAutofit fontScale="85000"/>
          </a:bodyPr>
          <a:lstStyle>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a:pPr algn="ctr">
              <a:defRPr sz="1500" b="1" i="0">
                <a:solidFill>
                  <a:srgbClr val="F4F7F5"/>
                </a:solidFill>
                <a:latin typeface="Arial"/>
                <a:ea typeface="Arial"/>
                <a:cs typeface="Arial"/>
              </a:defRPr>
            </a:pPr>
            <a:r>
              <a:rPr sz="1500" b="1" i="0">
                <a:solidFill>
                  <a:srgbClr val="F4F7F5"/>
                </a:solidFill>
                <a:latin typeface="Arial"/>
                <a:ea typeface="Arial"/>
                <a:cs typeface="Arial"/>
              </a:rPr>
              <a:t>DFLpred</a:t>
            </a:r>
          </a:p>
        </p:txBody>
      </p:sp>
      <p:sp>
        <p:nvSpPr>
          <p:cNvPr id="20" name="Rectangle 19">
            <a:extLst>
              <a:ext uri="{FF2B5EF4-FFF2-40B4-BE49-F238E27FC236}">
                <a16:creationId xmlns:a16="http://schemas.microsoft.com/office/drawing/2014/main" id="{52BBA912-8A55-409F-8AF7-C4D0C0EEFD0F}"/>
              </a:ext>
            </a:extLst>
          </p:cNvPr>
          <p:cNvSpPr>
            <a:spLocks noGrp="1"/>
          </p:cNvSpPr>
          <p:nvPr/>
        </p:nvSpPr>
        <p:spPr>
          <a:xfrm>
            <a:off x="5238750" y="4067175"/>
            <a:ext cx="1885950" cy="723900"/>
          </a:xfrm>
          <a:prstGeom prst="rect">
            <a:avLst/>
          </a:prstGeom>
          <a:noFill/>
          <a:ln w="0">
            <a:noFill/>
            <a:prstDash val="solid"/>
          </a:ln>
        </p:spPr>
        <p:txBody>
          <a:bodyPr anchor="t">
            <a:normAutofit/>
          </a:bodyPr>
          <a:lstStyle>
            <a:defPPr algn="ctr">
              <a:defRPr sz="1125" b="0" i="0">
                <a:solidFill>
                  <a:srgbClr val="AFC0B8"/>
                </a:solidFill>
                <a:latin typeface="Arial"/>
                <a:ea typeface="Arial"/>
                <a:cs typeface="Arial"/>
              </a:defRPr>
            </a:defPPr>
            <a:lvl1pPr algn="ctr">
              <a:defRPr sz="1125" b="0" i="0">
                <a:solidFill>
                  <a:srgbClr val="AFC0B8"/>
                </a:solidFill>
                <a:latin typeface="Arial"/>
                <a:ea typeface="Arial"/>
                <a:cs typeface="Arial"/>
              </a:defRPr>
            </a:lvl1pPr>
            <a:lvl2pPr algn="ctr">
              <a:defRPr sz="1125" b="0" i="0">
                <a:solidFill>
                  <a:srgbClr val="AFC0B8"/>
                </a:solidFill>
                <a:latin typeface="Arial"/>
                <a:ea typeface="Arial"/>
                <a:cs typeface="Arial"/>
              </a:defRPr>
            </a:lvl2pPr>
            <a:lvl3pPr algn="ctr">
              <a:defRPr sz="1125" b="0" i="0">
                <a:solidFill>
                  <a:srgbClr val="AFC0B8"/>
                </a:solidFill>
                <a:latin typeface="Arial"/>
                <a:ea typeface="Arial"/>
                <a:cs typeface="Arial"/>
              </a:defRPr>
            </a:lvl3pPr>
            <a:lvl4pPr algn="ctr">
              <a:defRPr sz="1125" b="0" i="0">
                <a:solidFill>
                  <a:srgbClr val="AFC0B8"/>
                </a:solidFill>
                <a:latin typeface="Arial"/>
                <a:ea typeface="Arial"/>
                <a:cs typeface="Arial"/>
              </a:defRPr>
            </a:lvl4pPr>
            <a:lvl5pPr algn="ctr">
              <a:defRPr sz="1125" b="0" i="0">
                <a:solidFill>
                  <a:srgbClr val="AFC0B8"/>
                </a:solidFill>
                <a:latin typeface="Arial"/>
                <a:ea typeface="Arial"/>
                <a:cs typeface="Arial"/>
              </a:defRPr>
            </a:lvl5pPr>
            <a:lvl6pPr algn="ctr">
              <a:defRPr sz="1125" b="0" i="0">
                <a:solidFill>
                  <a:srgbClr val="AFC0B8"/>
                </a:solidFill>
                <a:latin typeface="Arial"/>
                <a:ea typeface="Arial"/>
                <a:cs typeface="Arial"/>
              </a:defRPr>
            </a:lvl6pPr>
            <a:lvl7pPr algn="ctr">
              <a:defRPr sz="1125" b="0" i="0">
                <a:solidFill>
                  <a:srgbClr val="AFC0B8"/>
                </a:solidFill>
                <a:latin typeface="Arial"/>
                <a:ea typeface="Arial"/>
                <a:cs typeface="Arial"/>
              </a:defRPr>
            </a:lvl7pPr>
            <a:lvl8pPr algn="ctr">
              <a:defRPr sz="1125" b="0" i="0">
                <a:solidFill>
                  <a:srgbClr val="AFC0B8"/>
                </a:solidFill>
                <a:latin typeface="Arial"/>
                <a:ea typeface="Arial"/>
                <a:cs typeface="Arial"/>
              </a:defRPr>
            </a:lvl8pPr>
            <a:lvl9pPr algn="ctr">
              <a:defRPr sz="1125" b="0" i="0">
                <a:solidFill>
                  <a:srgbClr val="AFC0B8"/>
                </a:solidFill>
                <a:latin typeface="Arial"/>
                <a:ea typeface="Arial"/>
                <a:cs typeface="Arial"/>
              </a:defRPr>
            </a:lvl9pPr>
          </a:lstStyle>
          <a:p>
            <a:pPr algn="ctr">
              <a:defRPr sz="1125" b="0" i="0">
                <a:solidFill>
                  <a:srgbClr val="AFC0B8"/>
                </a:solidFill>
                <a:latin typeface="Arial"/>
                <a:ea typeface="Arial"/>
                <a:cs typeface="Arial"/>
              </a:defRPr>
            </a:pPr>
            <a:r>
              <a:rPr sz="1125" b="0" i="0">
                <a:solidFill>
                  <a:srgbClr val="AFC0B8"/>
                </a:solidFill>
                <a:latin typeface="Arial"/>
                <a:ea typeface="Arial"/>
                <a:cs typeface="Arial"/>
              </a:rPr>
              <a:t>Per-residue</a:t>
            </a:r>
          </a:p>
          <a:p>
            <a:pPr algn="ctr">
              <a:defRPr sz="1125" b="0" i="0">
                <a:solidFill>
                  <a:srgbClr val="AFC0B8"/>
                </a:solidFill>
                <a:latin typeface="Arial"/>
                <a:ea typeface="Arial"/>
                <a:cs typeface="Arial"/>
              </a:defRPr>
            </a:pPr>
            <a:r>
              <a:rPr sz="1125" b="0" i="0">
                <a:solidFill>
                  <a:srgbClr val="AFC0B8"/>
                </a:solidFill>
                <a:latin typeface="Arial"/>
                <a:ea typeface="Arial"/>
                <a:cs typeface="Arial"/>
              </a:rPr>
              <a:t>DFL propensity</a:t>
            </a:r>
          </a:p>
        </p:txBody>
      </p:sp>
      <p:sp>
        <p:nvSpPr>
          <p:cNvPr id="21" name="Oval 20">
            <a:extLst>
              <a:ext uri="{FF2B5EF4-FFF2-40B4-BE49-F238E27FC236}">
                <a16:creationId xmlns:a16="http://schemas.microsoft.com/office/drawing/2014/main" id="{B534BC54-6ADC-4ED1-8E82-00DFBFF20ABA}"/>
              </a:ext>
            </a:extLst>
          </p:cNvPr>
          <p:cNvSpPr>
            <a:spLocks noGrp="1"/>
          </p:cNvSpPr>
          <p:nvPr/>
        </p:nvSpPr>
        <p:spPr>
          <a:xfrm>
            <a:off x="8467725" y="2952750"/>
            <a:ext cx="438150" cy="438150"/>
          </a:xfrm>
          <a:prstGeom prst="ellipse">
            <a:avLst/>
          </a:prstGeom>
          <a:solidFill>
            <a:srgbClr val="3FC6D6"/>
          </a:solidFill>
          <a:ln w="19050">
            <a:solidFill>
              <a:srgbClr val="FFFFFF"/>
            </a:solidFill>
            <a:prstDash val="solid"/>
          </a:ln>
        </p:spPr>
      </p:sp>
      <p:sp>
        <p:nvSpPr>
          <p:cNvPr id="22" name="Rectangle 21">
            <a:extLst>
              <a:ext uri="{FF2B5EF4-FFF2-40B4-BE49-F238E27FC236}">
                <a16:creationId xmlns:a16="http://schemas.microsoft.com/office/drawing/2014/main" id="{5F1CED1E-E250-4943-9FD6-3C0875B438CE}"/>
              </a:ext>
            </a:extLst>
          </p:cNvPr>
          <p:cNvSpPr>
            <a:spLocks noGrp="1"/>
          </p:cNvSpPr>
          <p:nvPr/>
        </p:nvSpPr>
        <p:spPr>
          <a:xfrm>
            <a:off x="8372475" y="2466975"/>
            <a:ext cx="628650" cy="266700"/>
          </a:xfrm>
          <a:prstGeom prst="rect">
            <a:avLst/>
          </a:prstGeom>
          <a:noFill/>
          <a:ln w="0">
            <a:noFill/>
            <a:prstDash val="solid"/>
          </a:ln>
        </p:spPr>
        <p:txBody>
          <a:bodyPr anchor="t">
            <a:normAutofit fontScale="90196"/>
          </a:bodyPr>
          <a:lstStyle>
            <a:defPPr algn="ctr">
              <a:defRPr sz="1275" b="1" i="0">
                <a:solidFill>
                  <a:srgbClr val="3FC6D6"/>
                </a:solidFill>
                <a:latin typeface="Arial"/>
                <a:ea typeface="Arial"/>
                <a:cs typeface="Arial"/>
              </a:defRPr>
            </a:defPPr>
            <a:lvl1pPr algn="ctr">
              <a:defRPr sz="1275" b="1" i="0">
                <a:solidFill>
                  <a:srgbClr val="3FC6D6"/>
                </a:solidFill>
                <a:latin typeface="Arial"/>
                <a:ea typeface="Arial"/>
                <a:cs typeface="Arial"/>
              </a:defRPr>
            </a:lvl1pPr>
            <a:lvl2pPr algn="ctr">
              <a:defRPr sz="1275" b="1" i="0">
                <a:solidFill>
                  <a:srgbClr val="3FC6D6"/>
                </a:solidFill>
                <a:latin typeface="Arial"/>
                <a:ea typeface="Arial"/>
                <a:cs typeface="Arial"/>
              </a:defRPr>
            </a:lvl2pPr>
            <a:lvl3pPr algn="ctr">
              <a:defRPr sz="1275" b="1" i="0">
                <a:solidFill>
                  <a:srgbClr val="3FC6D6"/>
                </a:solidFill>
                <a:latin typeface="Arial"/>
                <a:ea typeface="Arial"/>
                <a:cs typeface="Arial"/>
              </a:defRPr>
            </a:lvl3pPr>
            <a:lvl4pPr algn="ctr">
              <a:defRPr sz="1275" b="1" i="0">
                <a:solidFill>
                  <a:srgbClr val="3FC6D6"/>
                </a:solidFill>
                <a:latin typeface="Arial"/>
                <a:ea typeface="Arial"/>
                <a:cs typeface="Arial"/>
              </a:defRPr>
            </a:lvl4pPr>
            <a:lvl5pPr algn="ctr">
              <a:defRPr sz="1275" b="1" i="0">
                <a:solidFill>
                  <a:srgbClr val="3FC6D6"/>
                </a:solidFill>
                <a:latin typeface="Arial"/>
                <a:ea typeface="Arial"/>
                <a:cs typeface="Arial"/>
              </a:defRPr>
            </a:lvl5pPr>
            <a:lvl6pPr algn="ctr">
              <a:defRPr sz="1275" b="1" i="0">
                <a:solidFill>
                  <a:srgbClr val="3FC6D6"/>
                </a:solidFill>
                <a:latin typeface="Arial"/>
                <a:ea typeface="Arial"/>
                <a:cs typeface="Arial"/>
              </a:defRPr>
            </a:lvl6pPr>
            <a:lvl7pPr algn="ctr">
              <a:defRPr sz="1275" b="1" i="0">
                <a:solidFill>
                  <a:srgbClr val="3FC6D6"/>
                </a:solidFill>
                <a:latin typeface="Arial"/>
                <a:ea typeface="Arial"/>
                <a:cs typeface="Arial"/>
              </a:defRPr>
            </a:lvl7pPr>
            <a:lvl8pPr algn="ctr">
              <a:defRPr sz="1275" b="1" i="0">
                <a:solidFill>
                  <a:srgbClr val="3FC6D6"/>
                </a:solidFill>
                <a:latin typeface="Arial"/>
                <a:ea typeface="Arial"/>
                <a:cs typeface="Arial"/>
              </a:defRPr>
            </a:lvl8pPr>
            <a:lvl9pPr algn="ctr">
              <a:defRPr sz="1275" b="1" i="0">
                <a:solidFill>
                  <a:srgbClr val="3FC6D6"/>
                </a:solidFill>
                <a:latin typeface="Arial"/>
                <a:ea typeface="Arial"/>
                <a:cs typeface="Arial"/>
              </a:defRPr>
            </a:lvl9pPr>
          </a:lstStyle>
          <a:p>
            <a:pPr algn="ctr">
              <a:defRPr sz="1275" b="1" i="0">
                <a:solidFill>
                  <a:srgbClr val="3FC6D6"/>
                </a:solidFill>
                <a:latin typeface="Arial"/>
                <a:ea typeface="Arial"/>
                <a:cs typeface="Arial"/>
              </a:defRPr>
            </a:pPr>
            <a:r>
              <a:rPr sz="1275" b="1" i="0">
                <a:solidFill>
                  <a:srgbClr val="3FC6D6"/>
                </a:solidFill>
                <a:latin typeface="Arial"/>
                <a:ea typeface="Arial"/>
                <a:cs typeface="Arial"/>
              </a:rPr>
              <a:t>2023</a:t>
            </a:r>
          </a:p>
        </p:txBody>
      </p:sp>
      <p:sp>
        <p:nvSpPr>
          <p:cNvPr id="23" name="Rectangle 22">
            <a:extLst>
              <a:ext uri="{FF2B5EF4-FFF2-40B4-BE49-F238E27FC236}">
                <a16:creationId xmlns:a16="http://schemas.microsoft.com/office/drawing/2014/main" id="{5B855996-02DA-4CDB-8D38-E473CB4570EC}"/>
              </a:ext>
            </a:extLst>
          </p:cNvPr>
          <p:cNvSpPr>
            <a:spLocks noGrp="1"/>
          </p:cNvSpPr>
          <p:nvPr/>
        </p:nvSpPr>
        <p:spPr>
          <a:xfrm>
            <a:off x="7915275" y="3676650"/>
            <a:ext cx="1543050" cy="285750"/>
          </a:xfrm>
          <a:prstGeom prst="rect">
            <a:avLst/>
          </a:prstGeom>
          <a:noFill/>
          <a:ln w="0">
            <a:noFill/>
            <a:prstDash val="solid"/>
          </a:ln>
        </p:spPr>
        <p:txBody>
          <a:bodyPr anchor="t">
            <a:normAutofit fontScale="85000"/>
          </a:bodyPr>
          <a:lstStyle>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a:pPr algn="ctr">
              <a:defRPr sz="1500" b="1" i="0">
                <a:solidFill>
                  <a:srgbClr val="F4F7F5"/>
                </a:solidFill>
                <a:latin typeface="Arial"/>
                <a:ea typeface="Arial"/>
                <a:cs typeface="Arial"/>
              </a:defRPr>
            </a:pPr>
            <a:r>
              <a:rPr sz="1500" b="1" i="0">
                <a:solidFill>
                  <a:srgbClr val="F4F7F5"/>
                </a:solidFill>
                <a:latin typeface="Arial"/>
                <a:ea typeface="Arial"/>
                <a:cs typeface="Arial"/>
              </a:rPr>
              <a:t>TransDFL</a:t>
            </a:r>
          </a:p>
        </p:txBody>
      </p:sp>
      <p:sp>
        <p:nvSpPr>
          <p:cNvPr id="24" name="Rectangle 23">
            <a:extLst>
              <a:ext uri="{FF2B5EF4-FFF2-40B4-BE49-F238E27FC236}">
                <a16:creationId xmlns:a16="http://schemas.microsoft.com/office/drawing/2014/main" id="{E420E45D-3C5F-4DF0-873B-2D1ADC0D39B4}"/>
              </a:ext>
            </a:extLst>
          </p:cNvPr>
          <p:cNvSpPr>
            <a:spLocks noGrp="1"/>
          </p:cNvSpPr>
          <p:nvPr/>
        </p:nvSpPr>
        <p:spPr>
          <a:xfrm>
            <a:off x="7743825" y="4067175"/>
            <a:ext cx="1885950" cy="723900"/>
          </a:xfrm>
          <a:prstGeom prst="rect">
            <a:avLst/>
          </a:prstGeom>
          <a:noFill/>
          <a:ln w="0">
            <a:noFill/>
            <a:prstDash val="solid"/>
          </a:ln>
        </p:spPr>
        <p:txBody>
          <a:bodyPr anchor="t">
            <a:normAutofit/>
          </a:bodyPr>
          <a:lstStyle>
            <a:defPPr algn="ctr">
              <a:defRPr sz="1125" b="0" i="0">
                <a:solidFill>
                  <a:srgbClr val="AFC0B8"/>
                </a:solidFill>
                <a:latin typeface="Arial"/>
                <a:ea typeface="Arial"/>
                <a:cs typeface="Arial"/>
              </a:defRPr>
            </a:defPPr>
            <a:lvl1pPr algn="ctr">
              <a:defRPr sz="1125" b="0" i="0">
                <a:solidFill>
                  <a:srgbClr val="AFC0B8"/>
                </a:solidFill>
                <a:latin typeface="Arial"/>
                <a:ea typeface="Arial"/>
                <a:cs typeface="Arial"/>
              </a:defRPr>
            </a:lvl1pPr>
            <a:lvl2pPr algn="ctr">
              <a:defRPr sz="1125" b="0" i="0">
                <a:solidFill>
                  <a:srgbClr val="AFC0B8"/>
                </a:solidFill>
                <a:latin typeface="Arial"/>
                <a:ea typeface="Arial"/>
                <a:cs typeface="Arial"/>
              </a:defRPr>
            </a:lvl2pPr>
            <a:lvl3pPr algn="ctr">
              <a:defRPr sz="1125" b="0" i="0">
                <a:solidFill>
                  <a:srgbClr val="AFC0B8"/>
                </a:solidFill>
                <a:latin typeface="Arial"/>
                <a:ea typeface="Arial"/>
                <a:cs typeface="Arial"/>
              </a:defRPr>
            </a:lvl3pPr>
            <a:lvl4pPr algn="ctr">
              <a:defRPr sz="1125" b="0" i="0">
                <a:solidFill>
                  <a:srgbClr val="AFC0B8"/>
                </a:solidFill>
                <a:latin typeface="Arial"/>
                <a:ea typeface="Arial"/>
                <a:cs typeface="Arial"/>
              </a:defRPr>
            </a:lvl4pPr>
            <a:lvl5pPr algn="ctr">
              <a:defRPr sz="1125" b="0" i="0">
                <a:solidFill>
                  <a:srgbClr val="AFC0B8"/>
                </a:solidFill>
                <a:latin typeface="Arial"/>
                <a:ea typeface="Arial"/>
                <a:cs typeface="Arial"/>
              </a:defRPr>
            </a:lvl5pPr>
            <a:lvl6pPr algn="ctr">
              <a:defRPr sz="1125" b="0" i="0">
                <a:solidFill>
                  <a:srgbClr val="AFC0B8"/>
                </a:solidFill>
                <a:latin typeface="Arial"/>
                <a:ea typeface="Arial"/>
                <a:cs typeface="Arial"/>
              </a:defRPr>
            </a:lvl6pPr>
            <a:lvl7pPr algn="ctr">
              <a:defRPr sz="1125" b="0" i="0">
                <a:solidFill>
                  <a:srgbClr val="AFC0B8"/>
                </a:solidFill>
                <a:latin typeface="Arial"/>
                <a:ea typeface="Arial"/>
                <a:cs typeface="Arial"/>
              </a:defRPr>
            </a:lvl7pPr>
            <a:lvl8pPr algn="ctr">
              <a:defRPr sz="1125" b="0" i="0">
                <a:solidFill>
                  <a:srgbClr val="AFC0B8"/>
                </a:solidFill>
                <a:latin typeface="Arial"/>
                <a:ea typeface="Arial"/>
                <a:cs typeface="Arial"/>
              </a:defRPr>
            </a:lvl8pPr>
            <a:lvl9pPr algn="ctr">
              <a:defRPr sz="1125" b="0" i="0">
                <a:solidFill>
                  <a:srgbClr val="AFC0B8"/>
                </a:solidFill>
                <a:latin typeface="Arial"/>
                <a:ea typeface="Arial"/>
                <a:cs typeface="Arial"/>
              </a:defRPr>
            </a:lvl9pPr>
          </a:lstStyle>
          <a:p>
            <a:pPr algn="ctr">
              <a:defRPr sz="1125" b="0" i="0">
                <a:solidFill>
                  <a:srgbClr val="AFC0B8"/>
                </a:solidFill>
                <a:latin typeface="Arial"/>
                <a:ea typeface="Arial"/>
                <a:cs typeface="Arial"/>
              </a:defRPr>
            </a:pPr>
            <a:r>
              <a:rPr sz="1125" b="0" i="0">
                <a:solidFill>
                  <a:srgbClr val="AFC0B8"/>
                </a:solidFill>
                <a:latin typeface="Arial"/>
                <a:ea typeface="Arial"/>
                <a:cs typeface="Arial"/>
              </a:rPr>
              <a:t>Transfer-learning</a:t>
            </a:r>
          </a:p>
          <a:p>
            <a:pPr algn="ctr">
              <a:defRPr sz="1125" b="0" i="0">
                <a:solidFill>
                  <a:srgbClr val="AFC0B8"/>
                </a:solidFill>
                <a:latin typeface="Arial"/>
                <a:ea typeface="Arial"/>
                <a:cs typeface="Arial"/>
              </a:defRPr>
            </a:pPr>
            <a:r>
              <a:rPr sz="1125" b="0" i="0">
                <a:solidFill>
                  <a:srgbClr val="AFC0B8"/>
                </a:solidFill>
                <a:latin typeface="Arial"/>
                <a:ea typeface="Arial"/>
                <a:cs typeface="Arial"/>
              </a:rPr>
              <a:t>DFL identification</a:t>
            </a:r>
          </a:p>
        </p:txBody>
      </p:sp>
      <p:sp>
        <p:nvSpPr>
          <p:cNvPr id="25" name="Oval 24">
            <a:extLst>
              <a:ext uri="{FF2B5EF4-FFF2-40B4-BE49-F238E27FC236}">
                <a16:creationId xmlns:a16="http://schemas.microsoft.com/office/drawing/2014/main" id="{83765B29-E2FB-4A49-9AE4-31FB14D84798}"/>
              </a:ext>
            </a:extLst>
          </p:cNvPr>
          <p:cNvSpPr>
            <a:spLocks noGrp="1"/>
          </p:cNvSpPr>
          <p:nvPr/>
        </p:nvSpPr>
        <p:spPr>
          <a:xfrm>
            <a:off x="10972800" y="2952750"/>
            <a:ext cx="438150" cy="438150"/>
          </a:xfrm>
          <a:prstGeom prst="ellipse">
            <a:avLst/>
          </a:prstGeom>
          <a:solidFill>
            <a:srgbClr val="E46760"/>
          </a:solidFill>
          <a:ln w="19050">
            <a:solidFill>
              <a:srgbClr val="FFFFFF"/>
            </a:solidFill>
            <a:prstDash val="solid"/>
          </a:ln>
        </p:spPr>
      </p:sp>
      <p:sp>
        <p:nvSpPr>
          <p:cNvPr id="26" name="Rectangle 25">
            <a:extLst>
              <a:ext uri="{FF2B5EF4-FFF2-40B4-BE49-F238E27FC236}">
                <a16:creationId xmlns:a16="http://schemas.microsoft.com/office/drawing/2014/main" id="{0B2009A1-0503-47E8-B276-777FE4C274D2}"/>
              </a:ext>
            </a:extLst>
          </p:cNvPr>
          <p:cNvSpPr>
            <a:spLocks noGrp="1"/>
          </p:cNvSpPr>
          <p:nvPr/>
        </p:nvSpPr>
        <p:spPr>
          <a:xfrm>
            <a:off x="10877550" y="2466975"/>
            <a:ext cx="628650" cy="266700"/>
          </a:xfrm>
          <a:prstGeom prst="rect">
            <a:avLst/>
          </a:prstGeom>
          <a:noFill/>
          <a:ln w="0">
            <a:noFill/>
            <a:prstDash val="solid"/>
          </a:ln>
        </p:spPr>
        <p:txBody>
          <a:bodyPr anchor="t">
            <a:normAutofit fontScale="90196"/>
          </a:bodyPr>
          <a:lstStyle>
            <a:defPPr algn="ctr">
              <a:defRPr sz="1275" b="1" i="0">
                <a:solidFill>
                  <a:srgbClr val="E46760"/>
                </a:solidFill>
                <a:latin typeface="Arial"/>
                <a:ea typeface="Arial"/>
                <a:cs typeface="Arial"/>
              </a:defRPr>
            </a:defPPr>
            <a:lvl1pPr algn="ctr">
              <a:defRPr sz="1275" b="1" i="0">
                <a:solidFill>
                  <a:srgbClr val="E46760"/>
                </a:solidFill>
                <a:latin typeface="Arial"/>
                <a:ea typeface="Arial"/>
                <a:cs typeface="Arial"/>
              </a:defRPr>
            </a:lvl1pPr>
            <a:lvl2pPr algn="ctr">
              <a:defRPr sz="1275" b="1" i="0">
                <a:solidFill>
                  <a:srgbClr val="E46760"/>
                </a:solidFill>
                <a:latin typeface="Arial"/>
                <a:ea typeface="Arial"/>
                <a:cs typeface="Arial"/>
              </a:defRPr>
            </a:lvl2pPr>
            <a:lvl3pPr algn="ctr">
              <a:defRPr sz="1275" b="1" i="0">
                <a:solidFill>
                  <a:srgbClr val="E46760"/>
                </a:solidFill>
                <a:latin typeface="Arial"/>
                <a:ea typeface="Arial"/>
                <a:cs typeface="Arial"/>
              </a:defRPr>
            </a:lvl3pPr>
            <a:lvl4pPr algn="ctr">
              <a:defRPr sz="1275" b="1" i="0">
                <a:solidFill>
                  <a:srgbClr val="E46760"/>
                </a:solidFill>
                <a:latin typeface="Arial"/>
                <a:ea typeface="Arial"/>
                <a:cs typeface="Arial"/>
              </a:defRPr>
            </a:lvl4pPr>
            <a:lvl5pPr algn="ctr">
              <a:defRPr sz="1275" b="1" i="0">
                <a:solidFill>
                  <a:srgbClr val="E46760"/>
                </a:solidFill>
                <a:latin typeface="Arial"/>
                <a:ea typeface="Arial"/>
                <a:cs typeface="Arial"/>
              </a:defRPr>
            </a:lvl5pPr>
            <a:lvl6pPr algn="ctr">
              <a:defRPr sz="1275" b="1" i="0">
                <a:solidFill>
                  <a:srgbClr val="E46760"/>
                </a:solidFill>
                <a:latin typeface="Arial"/>
                <a:ea typeface="Arial"/>
                <a:cs typeface="Arial"/>
              </a:defRPr>
            </a:lvl6pPr>
            <a:lvl7pPr algn="ctr">
              <a:defRPr sz="1275" b="1" i="0">
                <a:solidFill>
                  <a:srgbClr val="E46760"/>
                </a:solidFill>
                <a:latin typeface="Arial"/>
                <a:ea typeface="Arial"/>
                <a:cs typeface="Arial"/>
              </a:defRPr>
            </a:lvl7pPr>
            <a:lvl8pPr algn="ctr">
              <a:defRPr sz="1275" b="1" i="0">
                <a:solidFill>
                  <a:srgbClr val="E46760"/>
                </a:solidFill>
                <a:latin typeface="Arial"/>
                <a:ea typeface="Arial"/>
                <a:cs typeface="Arial"/>
              </a:defRPr>
            </a:lvl8pPr>
            <a:lvl9pPr algn="ctr">
              <a:defRPr sz="1275" b="1" i="0">
                <a:solidFill>
                  <a:srgbClr val="E46760"/>
                </a:solidFill>
                <a:latin typeface="Arial"/>
                <a:ea typeface="Arial"/>
                <a:cs typeface="Arial"/>
              </a:defRPr>
            </a:lvl9pPr>
          </a:lstStyle>
          <a:p>
            <a:pPr algn="ctr">
              <a:defRPr sz="1275" b="1" i="0">
                <a:solidFill>
                  <a:srgbClr val="E46760"/>
                </a:solidFill>
                <a:latin typeface="Arial"/>
                <a:ea typeface="Arial"/>
                <a:cs typeface="Arial"/>
              </a:defRPr>
            </a:pPr>
            <a:r>
              <a:rPr sz="1275" b="1" i="0">
                <a:solidFill>
                  <a:srgbClr val="E46760"/>
                </a:solidFill>
                <a:latin typeface="Arial"/>
                <a:ea typeface="Arial"/>
                <a:cs typeface="Arial"/>
              </a:rPr>
              <a:t>2026</a:t>
            </a:r>
          </a:p>
        </p:txBody>
      </p:sp>
      <p:sp>
        <p:nvSpPr>
          <p:cNvPr id="27" name="Rectangle 26">
            <a:extLst>
              <a:ext uri="{FF2B5EF4-FFF2-40B4-BE49-F238E27FC236}">
                <a16:creationId xmlns:a16="http://schemas.microsoft.com/office/drawing/2014/main" id="{83FC075A-A29C-420E-A8FF-E23073E06114}"/>
              </a:ext>
            </a:extLst>
          </p:cNvPr>
          <p:cNvSpPr>
            <a:spLocks noGrp="1"/>
          </p:cNvSpPr>
          <p:nvPr/>
        </p:nvSpPr>
        <p:spPr>
          <a:xfrm>
            <a:off x="10420350" y="3676650"/>
            <a:ext cx="1543050" cy="285750"/>
          </a:xfrm>
          <a:prstGeom prst="rect">
            <a:avLst/>
          </a:prstGeom>
          <a:noFill/>
          <a:ln w="0">
            <a:noFill/>
            <a:prstDash val="solid"/>
          </a:ln>
        </p:spPr>
        <p:txBody>
          <a:bodyPr anchor="t">
            <a:normAutofit fontScale="85000"/>
          </a:bodyPr>
          <a:lstStyle>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a:pPr algn="ctr">
              <a:defRPr sz="1500" b="1" i="0">
                <a:solidFill>
                  <a:srgbClr val="F4F7F5"/>
                </a:solidFill>
                <a:latin typeface="Arial"/>
                <a:ea typeface="Arial"/>
                <a:cs typeface="Arial"/>
              </a:defRPr>
            </a:pPr>
            <a:r>
              <a:rPr sz="1500" b="1" i="0">
                <a:solidFill>
                  <a:srgbClr val="F4F7F5"/>
                </a:solidFill>
                <a:latin typeface="Arial"/>
                <a:ea typeface="Arial"/>
                <a:cs typeface="Arial"/>
              </a:rPr>
              <a:t>Li et al.</a:t>
            </a:r>
          </a:p>
        </p:txBody>
      </p:sp>
      <p:sp>
        <p:nvSpPr>
          <p:cNvPr id="28" name="Rectangle 27">
            <a:extLst>
              <a:ext uri="{FF2B5EF4-FFF2-40B4-BE49-F238E27FC236}">
                <a16:creationId xmlns:a16="http://schemas.microsoft.com/office/drawing/2014/main" id="{E7F2A9D7-C32C-42C6-8830-0BCE22BAB52C}"/>
              </a:ext>
            </a:extLst>
          </p:cNvPr>
          <p:cNvSpPr>
            <a:spLocks noGrp="1"/>
          </p:cNvSpPr>
          <p:nvPr/>
        </p:nvSpPr>
        <p:spPr>
          <a:xfrm>
            <a:off x="10248900" y="4067175"/>
            <a:ext cx="1885950" cy="723900"/>
          </a:xfrm>
          <a:prstGeom prst="rect">
            <a:avLst/>
          </a:prstGeom>
          <a:noFill/>
          <a:ln w="0">
            <a:noFill/>
            <a:prstDash val="solid"/>
          </a:ln>
        </p:spPr>
        <p:txBody>
          <a:bodyPr anchor="t">
            <a:normAutofit/>
          </a:bodyPr>
          <a:lstStyle>
            <a:defPPr algn="ctr">
              <a:defRPr sz="1125" b="0" i="0">
                <a:solidFill>
                  <a:srgbClr val="AFC0B8"/>
                </a:solidFill>
                <a:latin typeface="Arial"/>
                <a:ea typeface="Arial"/>
                <a:cs typeface="Arial"/>
              </a:defRPr>
            </a:defPPr>
            <a:lvl1pPr algn="ctr">
              <a:defRPr sz="1125" b="0" i="0">
                <a:solidFill>
                  <a:srgbClr val="AFC0B8"/>
                </a:solidFill>
                <a:latin typeface="Arial"/>
                <a:ea typeface="Arial"/>
                <a:cs typeface="Arial"/>
              </a:defRPr>
            </a:lvl1pPr>
            <a:lvl2pPr algn="ctr">
              <a:defRPr sz="1125" b="0" i="0">
                <a:solidFill>
                  <a:srgbClr val="AFC0B8"/>
                </a:solidFill>
                <a:latin typeface="Arial"/>
                <a:ea typeface="Arial"/>
                <a:cs typeface="Arial"/>
              </a:defRPr>
            </a:lvl2pPr>
            <a:lvl3pPr algn="ctr">
              <a:defRPr sz="1125" b="0" i="0">
                <a:solidFill>
                  <a:srgbClr val="AFC0B8"/>
                </a:solidFill>
                <a:latin typeface="Arial"/>
                <a:ea typeface="Arial"/>
                <a:cs typeface="Arial"/>
              </a:defRPr>
            </a:lvl3pPr>
            <a:lvl4pPr algn="ctr">
              <a:defRPr sz="1125" b="0" i="0">
                <a:solidFill>
                  <a:srgbClr val="AFC0B8"/>
                </a:solidFill>
                <a:latin typeface="Arial"/>
                <a:ea typeface="Arial"/>
                <a:cs typeface="Arial"/>
              </a:defRPr>
            </a:lvl4pPr>
            <a:lvl5pPr algn="ctr">
              <a:defRPr sz="1125" b="0" i="0">
                <a:solidFill>
                  <a:srgbClr val="AFC0B8"/>
                </a:solidFill>
                <a:latin typeface="Arial"/>
                <a:ea typeface="Arial"/>
                <a:cs typeface="Arial"/>
              </a:defRPr>
            </a:lvl5pPr>
            <a:lvl6pPr algn="ctr">
              <a:defRPr sz="1125" b="0" i="0">
                <a:solidFill>
                  <a:srgbClr val="AFC0B8"/>
                </a:solidFill>
                <a:latin typeface="Arial"/>
                <a:ea typeface="Arial"/>
                <a:cs typeface="Arial"/>
              </a:defRPr>
            </a:lvl6pPr>
            <a:lvl7pPr algn="ctr">
              <a:defRPr sz="1125" b="0" i="0">
                <a:solidFill>
                  <a:srgbClr val="AFC0B8"/>
                </a:solidFill>
                <a:latin typeface="Arial"/>
                <a:ea typeface="Arial"/>
                <a:cs typeface="Arial"/>
              </a:defRPr>
            </a:lvl7pPr>
            <a:lvl8pPr algn="ctr">
              <a:defRPr sz="1125" b="0" i="0">
                <a:solidFill>
                  <a:srgbClr val="AFC0B8"/>
                </a:solidFill>
                <a:latin typeface="Arial"/>
                <a:ea typeface="Arial"/>
                <a:cs typeface="Arial"/>
              </a:defRPr>
            </a:lvl8pPr>
            <a:lvl9pPr algn="ctr">
              <a:defRPr sz="1125" b="0" i="0">
                <a:solidFill>
                  <a:srgbClr val="AFC0B8"/>
                </a:solidFill>
                <a:latin typeface="Arial"/>
                <a:ea typeface="Arial"/>
                <a:cs typeface="Arial"/>
              </a:defRPr>
            </a:lvl9pPr>
          </a:lstStyle>
          <a:p>
            <a:pPr algn="ctr">
              <a:defRPr sz="1125" b="0" i="0">
                <a:solidFill>
                  <a:srgbClr val="AFC0B8"/>
                </a:solidFill>
                <a:latin typeface="Arial"/>
                <a:ea typeface="Arial"/>
                <a:cs typeface="Arial"/>
              </a:defRPr>
            </a:pPr>
            <a:r>
              <a:rPr sz="1125" b="0" i="0">
                <a:solidFill>
                  <a:srgbClr val="AFC0B8"/>
                </a:solidFill>
                <a:latin typeface="Arial"/>
                <a:ea typeface="Arial"/>
                <a:cs typeface="Arial"/>
              </a:rPr>
              <a:t>370-linker functional</a:t>
            </a:r>
          </a:p>
          <a:p>
            <a:pPr algn="ctr">
              <a:defRPr sz="1125" b="0" i="0">
                <a:solidFill>
                  <a:srgbClr val="AFC0B8"/>
                </a:solidFill>
                <a:latin typeface="Arial"/>
                <a:ea typeface="Arial"/>
                <a:cs typeface="Arial"/>
              </a:defRPr>
            </a:pPr>
            <a:r>
              <a:rPr sz="1125" b="0" i="0">
                <a:solidFill>
                  <a:srgbClr val="AFC0B8"/>
                </a:solidFill>
                <a:latin typeface="Arial"/>
                <a:ea typeface="Arial"/>
                <a:cs typeface="Arial"/>
              </a:rPr>
              <a:t>model for one fusion</a:t>
            </a:r>
          </a:p>
        </p:txBody>
      </p:sp>
      <p:sp>
        <p:nvSpPr>
          <p:cNvPr id="29" name="Straight Connector 28">
            <a:extLst>
              <a:ext uri="{FF2B5EF4-FFF2-40B4-BE49-F238E27FC236}">
                <a16:creationId xmlns:a16="http://schemas.microsoft.com/office/drawing/2014/main" id="{0C0F1DC8-F415-4F52-BD0F-0059638BCE4A}"/>
              </a:ext>
            </a:extLst>
          </p:cNvPr>
          <p:cNvSpPr>
            <a:spLocks noGrp="1"/>
          </p:cNvSpPr>
          <p:nvPr/>
        </p:nvSpPr>
        <p:spPr>
          <a:xfrm>
            <a:off x="1352550" y="5391150"/>
            <a:ext cx="9486900" cy="0"/>
          </a:xfrm>
          <a:prstGeom prst="line">
            <a:avLst/>
          </a:prstGeom>
          <a:noFill/>
          <a:ln w="19050">
            <a:solidFill>
              <a:srgbClr val="3FC6D6"/>
            </a:solidFill>
            <a:prstDash val="solid"/>
          </a:ln>
        </p:spPr>
      </p:sp>
      <p:sp>
        <p:nvSpPr>
          <p:cNvPr id="30" name="Rectangle 29">
            <a:extLst>
              <a:ext uri="{FF2B5EF4-FFF2-40B4-BE49-F238E27FC236}">
                <a16:creationId xmlns:a16="http://schemas.microsoft.com/office/drawing/2014/main" id="{73E317F2-7DEB-452F-B39C-C9D175589C5A}"/>
              </a:ext>
            </a:extLst>
          </p:cNvPr>
          <p:cNvSpPr>
            <a:spLocks noGrp="1"/>
          </p:cNvSpPr>
          <p:nvPr/>
        </p:nvSpPr>
        <p:spPr>
          <a:xfrm>
            <a:off x="1685925" y="5524500"/>
            <a:ext cx="8820150" cy="381000"/>
          </a:xfrm>
          <a:prstGeom prst="rect">
            <a:avLst/>
          </a:prstGeom>
          <a:noFill/>
          <a:ln w="0">
            <a:noFill/>
            <a:prstDash val="solid"/>
          </a:ln>
        </p:spPr>
        <p:txBody>
          <a:bodyPr anchor="t">
            <a:normAutofit fontScale="86913"/>
          </a:bodyPr>
          <a:lstStyle>
            <a:defPPr algn="ctr">
              <a:defRPr sz="1425" b="1" i="0">
                <a:solidFill>
                  <a:srgbClr val="3FC6D6"/>
                </a:solidFill>
                <a:latin typeface="Arial"/>
                <a:ea typeface="Arial"/>
                <a:cs typeface="Arial"/>
              </a:defRPr>
            </a:defPPr>
            <a:lvl1pPr algn="ctr">
              <a:defRPr sz="1425" b="1" i="0">
                <a:solidFill>
                  <a:srgbClr val="3FC6D6"/>
                </a:solidFill>
                <a:latin typeface="Arial"/>
                <a:ea typeface="Arial"/>
                <a:cs typeface="Arial"/>
              </a:defRPr>
            </a:lvl1pPr>
            <a:lvl2pPr algn="ctr">
              <a:defRPr sz="1425" b="1" i="0">
                <a:solidFill>
                  <a:srgbClr val="3FC6D6"/>
                </a:solidFill>
                <a:latin typeface="Arial"/>
                <a:ea typeface="Arial"/>
                <a:cs typeface="Arial"/>
              </a:defRPr>
            </a:lvl2pPr>
            <a:lvl3pPr algn="ctr">
              <a:defRPr sz="1425" b="1" i="0">
                <a:solidFill>
                  <a:srgbClr val="3FC6D6"/>
                </a:solidFill>
                <a:latin typeface="Arial"/>
                <a:ea typeface="Arial"/>
                <a:cs typeface="Arial"/>
              </a:defRPr>
            </a:lvl3pPr>
            <a:lvl4pPr algn="ctr">
              <a:defRPr sz="1425" b="1" i="0">
                <a:solidFill>
                  <a:srgbClr val="3FC6D6"/>
                </a:solidFill>
                <a:latin typeface="Arial"/>
                <a:ea typeface="Arial"/>
                <a:cs typeface="Arial"/>
              </a:defRPr>
            </a:lvl4pPr>
            <a:lvl5pPr algn="ctr">
              <a:defRPr sz="1425" b="1" i="0">
                <a:solidFill>
                  <a:srgbClr val="3FC6D6"/>
                </a:solidFill>
                <a:latin typeface="Arial"/>
                <a:ea typeface="Arial"/>
                <a:cs typeface="Arial"/>
              </a:defRPr>
            </a:lvl5pPr>
            <a:lvl6pPr algn="ctr">
              <a:defRPr sz="1425" b="1" i="0">
                <a:solidFill>
                  <a:srgbClr val="3FC6D6"/>
                </a:solidFill>
                <a:latin typeface="Arial"/>
                <a:ea typeface="Arial"/>
                <a:cs typeface="Arial"/>
              </a:defRPr>
            </a:lvl6pPr>
            <a:lvl7pPr algn="ctr">
              <a:defRPr sz="1425" b="1" i="0">
                <a:solidFill>
                  <a:srgbClr val="3FC6D6"/>
                </a:solidFill>
                <a:latin typeface="Arial"/>
                <a:ea typeface="Arial"/>
                <a:cs typeface="Arial"/>
              </a:defRPr>
            </a:lvl7pPr>
            <a:lvl8pPr algn="ctr">
              <a:defRPr sz="1425" b="1" i="0">
                <a:solidFill>
                  <a:srgbClr val="3FC6D6"/>
                </a:solidFill>
                <a:latin typeface="Arial"/>
                <a:ea typeface="Arial"/>
                <a:cs typeface="Arial"/>
              </a:defRPr>
            </a:lvl8pPr>
            <a:lvl9pPr algn="ctr">
              <a:defRPr sz="1425" b="1" i="0">
                <a:solidFill>
                  <a:srgbClr val="3FC6D6"/>
                </a:solidFill>
                <a:latin typeface="Arial"/>
                <a:ea typeface="Arial"/>
                <a:cs typeface="Arial"/>
              </a:defRPr>
            </a:lvl9pPr>
          </a:lstStyle>
          <a:p>
            <a:pPr algn="ctr">
              <a:defRPr sz="1425" b="1" i="0">
                <a:solidFill>
                  <a:srgbClr val="3FC6D6"/>
                </a:solidFill>
                <a:latin typeface="Arial"/>
                <a:ea typeface="Arial"/>
                <a:cs typeface="Arial"/>
              </a:defRPr>
            </a:pPr>
            <a:r>
              <a:rPr sz="1425" b="1" i="0">
                <a:solidFill>
                  <a:srgbClr val="3FC6D6"/>
                </a:solidFill>
                <a:latin typeface="Arial"/>
                <a:ea typeface="Arial"/>
                <a:cs typeface="Arial"/>
              </a:rPr>
              <a:t>Residue detection, candidate generation, functional prediction, and pair-specific ranking require different evidence.</a:t>
            </a:r>
          </a:p>
        </p:txBody>
      </p:sp>
    </p:spTree>
    <p:extLst>
      <p:ext uri="{BB962C8B-B14F-4D97-AF65-F5344CB8AC3E}">
        <p14:creationId xmlns:p14="http://schemas.microsoft.com/office/powerpoint/2010/main" val="1893482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5FEE9711-AC3C-4E94-954B-CAFF2C7DAE37}"/>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1CA1771B-DFDD-464C-8F3C-78FCCB5CA6AF}"/>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31E89887-D14D-4ADE-9B09-2B9FEFC7437F}"/>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Rectangle 3">
            <a:extLst>
              <a:ext uri="{FF2B5EF4-FFF2-40B4-BE49-F238E27FC236}">
                <a16:creationId xmlns:a16="http://schemas.microsoft.com/office/drawing/2014/main" id="{3F550257-3A33-498B-B854-09D2A2F7923B}"/>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Short quotations from LINKER (2000), SynLinker (2015), Li et al. (2026), and McBride et al. (2026)</a:t>
            </a:r>
          </a:p>
        </p:txBody>
      </p:sp>
      <p:sp>
        <p:nvSpPr>
          <p:cNvPr id="5" name="Rectangle 4">
            <a:extLst>
              <a:ext uri="{FF2B5EF4-FFF2-40B4-BE49-F238E27FC236}">
                <a16:creationId xmlns:a16="http://schemas.microsoft.com/office/drawing/2014/main" id="{1056FB5D-99A2-4175-B8F3-EB06B801A9FA}"/>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Rectangle 5">
            <a:extLst>
              <a:ext uri="{FF2B5EF4-FFF2-40B4-BE49-F238E27FC236}">
                <a16:creationId xmlns:a16="http://schemas.microsoft.com/office/drawing/2014/main" id="{E3BC7343-6965-4A04-884A-0D8F0DE3B136}"/>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The literature defines the remaining problem</a:t>
            </a:r>
          </a:p>
        </p:txBody>
      </p:sp>
      <p:sp>
        <p:nvSpPr>
          <p:cNvPr id="7" name="Rectangle 6">
            <a:extLst>
              <a:ext uri="{FF2B5EF4-FFF2-40B4-BE49-F238E27FC236}">
                <a16:creationId xmlns:a16="http://schemas.microsoft.com/office/drawing/2014/main" id="{3D467BD1-360C-43A5-BA1F-76E8727887C0}"/>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Selection moved from intuition toward functional models, while cross-pair evidence remains limited</a:t>
            </a:r>
          </a:p>
        </p:txBody>
      </p:sp>
      <p:sp>
        <p:nvSpPr>
          <p:cNvPr id="8" name="Rectangle 7">
            <a:extLst>
              <a:ext uri="{FF2B5EF4-FFF2-40B4-BE49-F238E27FC236}">
                <a16:creationId xmlns:a16="http://schemas.microsoft.com/office/drawing/2014/main" id="{D54E5216-0DDF-4D64-B4EE-AD31D6064F30}"/>
              </a:ext>
            </a:extLst>
          </p:cNvPr>
          <p:cNvSpPr>
            <a:spLocks noGrp="1"/>
          </p:cNvSpPr>
          <p:nvPr/>
        </p:nvSpPr>
        <p:spPr>
          <a:xfrm>
            <a:off x="638175" y="1685925"/>
            <a:ext cx="2286000" cy="238125"/>
          </a:xfrm>
          <a:prstGeom prst="rect">
            <a:avLst/>
          </a:prstGeom>
          <a:noFill/>
          <a:ln w="0">
            <a:noFill/>
            <a:prstDash val="solid"/>
          </a:ln>
        </p:spPr>
        <p:txBody>
          <a:bodyPr anchor="t">
            <a:normAutofit fontScale="91667"/>
          </a:bodyPr>
          <a:lstStyle>
            <a:defPPr algn="l">
              <a:defRPr sz="1050" b="1" i="0">
                <a:solidFill>
                  <a:srgbClr val="4E9BEC"/>
                </a:solidFill>
                <a:latin typeface="Arial"/>
                <a:ea typeface="Arial"/>
                <a:cs typeface="Arial"/>
              </a:defRPr>
            </a:defPPr>
            <a:lvl1pPr algn="l">
              <a:defRPr sz="1050" b="1" i="0">
                <a:solidFill>
                  <a:srgbClr val="4E9BEC"/>
                </a:solidFill>
                <a:latin typeface="Arial"/>
                <a:ea typeface="Arial"/>
                <a:cs typeface="Arial"/>
              </a:defRPr>
            </a:lvl1pPr>
            <a:lvl2pPr algn="l">
              <a:defRPr sz="1050" b="1" i="0">
                <a:solidFill>
                  <a:srgbClr val="4E9BEC"/>
                </a:solidFill>
                <a:latin typeface="Arial"/>
                <a:ea typeface="Arial"/>
                <a:cs typeface="Arial"/>
              </a:defRPr>
            </a:lvl2pPr>
            <a:lvl3pPr algn="l">
              <a:defRPr sz="1050" b="1" i="0">
                <a:solidFill>
                  <a:srgbClr val="4E9BEC"/>
                </a:solidFill>
                <a:latin typeface="Arial"/>
                <a:ea typeface="Arial"/>
                <a:cs typeface="Arial"/>
              </a:defRPr>
            </a:lvl3pPr>
            <a:lvl4pPr algn="l">
              <a:defRPr sz="1050" b="1" i="0">
                <a:solidFill>
                  <a:srgbClr val="4E9BEC"/>
                </a:solidFill>
                <a:latin typeface="Arial"/>
                <a:ea typeface="Arial"/>
                <a:cs typeface="Arial"/>
              </a:defRPr>
            </a:lvl4pPr>
            <a:lvl5pPr algn="l">
              <a:defRPr sz="1050" b="1" i="0">
                <a:solidFill>
                  <a:srgbClr val="4E9BEC"/>
                </a:solidFill>
                <a:latin typeface="Arial"/>
                <a:ea typeface="Arial"/>
                <a:cs typeface="Arial"/>
              </a:defRPr>
            </a:lvl5pPr>
            <a:lvl6pPr algn="l">
              <a:defRPr sz="1050" b="1" i="0">
                <a:solidFill>
                  <a:srgbClr val="4E9BEC"/>
                </a:solidFill>
                <a:latin typeface="Arial"/>
                <a:ea typeface="Arial"/>
                <a:cs typeface="Arial"/>
              </a:defRPr>
            </a:lvl6pPr>
            <a:lvl7pPr algn="l">
              <a:defRPr sz="1050" b="1" i="0">
                <a:solidFill>
                  <a:srgbClr val="4E9BEC"/>
                </a:solidFill>
                <a:latin typeface="Arial"/>
                <a:ea typeface="Arial"/>
                <a:cs typeface="Arial"/>
              </a:defRPr>
            </a:lvl7pPr>
            <a:lvl8pPr algn="l">
              <a:defRPr sz="1050" b="1" i="0">
                <a:solidFill>
                  <a:srgbClr val="4E9BEC"/>
                </a:solidFill>
                <a:latin typeface="Arial"/>
                <a:ea typeface="Arial"/>
                <a:cs typeface="Arial"/>
              </a:defRPr>
            </a:lvl8pPr>
            <a:lvl9pPr algn="l">
              <a:defRPr sz="1050" b="1" i="0">
                <a:solidFill>
                  <a:srgbClr val="4E9BEC"/>
                </a:solidFill>
                <a:latin typeface="Arial"/>
                <a:ea typeface="Arial"/>
                <a:cs typeface="Arial"/>
              </a:defRPr>
            </a:lvl9pPr>
          </a:lstStyle>
          <a:p>
            <a:pPr algn="l">
              <a:defRPr sz="1050" b="1" i="0">
                <a:solidFill>
                  <a:srgbClr val="4E9BEC"/>
                </a:solidFill>
                <a:latin typeface="Arial"/>
                <a:ea typeface="Arial"/>
                <a:cs typeface="Arial"/>
              </a:defRPr>
            </a:pPr>
            <a:r>
              <a:rPr sz="1050" b="1" i="0">
                <a:solidFill>
                  <a:srgbClr val="4E9BEC"/>
                </a:solidFill>
                <a:latin typeface="Arial"/>
                <a:ea typeface="Arial"/>
                <a:cs typeface="Arial"/>
              </a:rPr>
              <a:t>2000 · LINKER</a:t>
            </a:r>
          </a:p>
        </p:txBody>
      </p:sp>
      <p:sp>
        <p:nvSpPr>
          <p:cNvPr id="9" name="Rectangle 8">
            <a:extLst>
              <a:ext uri="{FF2B5EF4-FFF2-40B4-BE49-F238E27FC236}">
                <a16:creationId xmlns:a16="http://schemas.microsoft.com/office/drawing/2014/main" id="{65C98A5B-699F-45EB-99EE-285E99DD55E7}"/>
              </a:ext>
            </a:extLst>
          </p:cNvPr>
          <p:cNvSpPr>
            <a:spLocks noGrp="1"/>
          </p:cNvSpPr>
          <p:nvPr/>
        </p:nvSpPr>
        <p:spPr>
          <a:xfrm>
            <a:off x="2914650" y="1657350"/>
            <a:ext cx="8210550" cy="533400"/>
          </a:xfrm>
          <a:prstGeom prst="rect">
            <a:avLst/>
          </a:prstGeom>
          <a:noFill/>
          <a:ln w="0">
            <a:noFill/>
            <a:prstDash val="solid"/>
          </a:ln>
        </p:spPr>
        <p:txBody>
          <a:bodyPr anchor="t">
            <a:normAutofit/>
          </a:bodyPr>
          <a:lstStyle>
            <a:defPPr algn="l">
              <a:defRPr sz="1650" b="1" i="0">
                <a:solidFill>
                  <a:srgbClr val="F4F7F5"/>
                </a:solidFill>
                <a:latin typeface="Arial"/>
                <a:ea typeface="Arial"/>
                <a:cs typeface="Arial"/>
              </a:defRPr>
            </a:defPPr>
            <a:lvl1pPr algn="l">
              <a:defRPr sz="1650" b="1" i="0">
                <a:solidFill>
                  <a:srgbClr val="F4F7F5"/>
                </a:solidFill>
                <a:latin typeface="Arial"/>
                <a:ea typeface="Arial"/>
                <a:cs typeface="Arial"/>
              </a:defRPr>
            </a:lvl1pPr>
            <a:lvl2pPr algn="l">
              <a:defRPr sz="1650" b="1" i="0">
                <a:solidFill>
                  <a:srgbClr val="F4F7F5"/>
                </a:solidFill>
                <a:latin typeface="Arial"/>
                <a:ea typeface="Arial"/>
                <a:cs typeface="Arial"/>
              </a:defRPr>
            </a:lvl2pPr>
            <a:lvl3pPr algn="l">
              <a:defRPr sz="1650" b="1" i="0">
                <a:solidFill>
                  <a:srgbClr val="F4F7F5"/>
                </a:solidFill>
                <a:latin typeface="Arial"/>
                <a:ea typeface="Arial"/>
                <a:cs typeface="Arial"/>
              </a:defRPr>
            </a:lvl3pPr>
            <a:lvl4pPr algn="l">
              <a:defRPr sz="1650" b="1" i="0">
                <a:solidFill>
                  <a:srgbClr val="F4F7F5"/>
                </a:solidFill>
                <a:latin typeface="Arial"/>
                <a:ea typeface="Arial"/>
                <a:cs typeface="Arial"/>
              </a:defRPr>
            </a:lvl4pPr>
            <a:lvl5pPr algn="l">
              <a:defRPr sz="1650" b="1" i="0">
                <a:solidFill>
                  <a:srgbClr val="F4F7F5"/>
                </a:solidFill>
                <a:latin typeface="Arial"/>
                <a:ea typeface="Arial"/>
                <a:cs typeface="Arial"/>
              </a:defRPr>
            </a:lvl5pPr>
            <a:lvl6pPr algn="l">
              <a:defRPr sz="1650" b="1" i="0">
                <a:solidFill>
                  <a:srgbClr val="F4F7F5"/>
                </a:solidFill>
                <a:latin typeface="Arial"/>
                <a:ea typeface="Arial"/>
                <a:cs typeface="Arial"/>
              </a:defRPr>
            </a:lvl6pPr>
            <a:lvl7pPr algn="l">
              <a:defRPr sz="1650" b="1" i="0">
                <a:solidFill>
                  <a:srgbClr val="F4F7F5"/>
                </a:solidFill>
                <a:latin typeface="Arial"/>
                <a:ea typeface="Arial"/>
                <a:cs typeface="Arial"/>
              </a:defRPr>
            </a:lvl7pPr>
            <a:lvl8pPr algn="l">
              <a:defRPr sz="1650" b="1" i="0">
                <a:solidFill>
                  <a:srgbClr val="F4F7F5"/>
                </a:solidFill>
                <a:latin typeface="Arial"/>
                <a:ea typeface="Arial"/>
                <a:cs typeface="Arial"/>
              </a:defRPr>
            </a:lvl8pPr>
            <a:lvl9pPr algn="l">
              <a:defRPr sz="1650" b="1" i="0">
                <a:solidFill>
                  <a:srgbClr val="F4F7F5"/>
                </a:solidFill>
                <a:latin typeface="Arial"/>
                <a:ea typeface="Arial"/>
                <a:cs typeface="Arial"/>
              </a:defRPr>
            </a:lvl9pPr>
          </a:lstStyle>
          <a:p>
            <a:pPr algn="l">
              <a:defRPr sz="1650" b="1" i="0">
                <a:solidFill>
                  <a:srgbClr val="F4F7F5"/>
                </a:solidFill>
                <a:latin typeface="Arial"/>
                <a:ea typeface="Arial"/>
                <a:cs typeface="Arial"/>
              </a:defRPr>
            </a:pPr>
            <a:r>
              <a:rPr sz="1650" b="1" i="0">
                <a:solidFill>
                  <a:srgbClr val="F4F7F5"/>
                </a:solidFill>
                <a:latin typeface="Arial"/>
                <a:ea typeface="Arial"/>
                <a:cs typeface="Arial"/>
              </a:rPr>
              <a:t>“Linker sequences are generally selected based on intuition.”</a:t>
            </a:r>
          </a:p>
        </p:txBody>
      </p:sp>
      <p:sp>
        <p:nvSpPr>
          <p:cNvPr id="10" name="Rectangle 9">
            <a:extLst>
              <a:ext uri="{FF2B5EF4-FFF2-40B4-BE49-F238E27FC236}">
                <a16:creationId xmlns:a16="http://schemas.microsoft.com/office/drawing/2014/main" id="{461F800F-17B7-40B1-9CE5-7994E8175888}"/>
              </a:ext>
            </a:extLst>
          </p:cNvPr>
          <p:cNvSpPr>
            <a:spLocks noGrp="1"/>
          </p:cNvSpPr>
          <p:nvPr/>
        </p:nvSpPr>
        <p:spPr>
          <a:xfrm>
            <a:off x="2924175" y="2238375"/>
            <a:ext cx="8096250" cy="228600"/>
          </a:xfrm>
          <a:prstGeom prst="rect">
            <a:avLst/>
          </a:prstGeom>
          <a:noFill/>
          <a:ln w="0">
            <a:noFill/>
            <a:prstDash val="solid"/>
          </a:ln>
        </p:spPr>
        <p:txBody>
          <a:bodyPr anchor="t">
            <a:normAutofit fontScale="92308"/>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Crasto &amp; Feng · DOI 10.1093/protein/13.5.309</a:t>
            </a:r>
          </a:p>
        </p:txBody>
      </p:sp>
      <p:sp>
        <p:nvSpPr>
          <p:cNvPr id="11" name="Straight Connector 10">
            <a:extLst>
              <a:ext uri="{FF2B5EF4-FFF2-40B4-BE49-F238E27FC236}">
                <a16:creationId xmlns:a16="http://schemas.microsoft.com/office/drawing/2014/main" id="{28E4FA55-C998-4F67-99E5-2EFA9B2CEE15}"/>
              </a:ext>
            </a:extLst>
          </p:cNvPr>
          <p:cNvSpPr>
            <a:spLocks noGrp="1"/>
          </p:cNvSpPr>
          <p:nvPr/>
        </p:nvSpPr>
        <p:spPr>
          <a:xfrm>
            <a:off x="638175" y="2552700"/>
            <a:ext cx="10696575" cy="0"/>
          </a:xfrm>
          <a:prstGeom prst="line">
            <a:avLst/>
          </a:prstGeom>
          <a:noFill/>
          <a:ln w="9525">
            <a:solidFill>
              <a:srgbClr val="29433A"/>
            </a:solidFill>
            <a:prstDash val="solid"/>
          </a:ln>
        </p:spPr>
      </p:sp>
      <p:sp>
        <p:nvSpPr>
          <p:cNvPr id="12" name="Rectangle 11">
            <a:extLst>
              <a:ext uri="{FF2B5EF4-FFF2-40B4-BE49-F238E27FC236}">
                <a16:creationId xmlns:a16="http://schemas.microsoft.com/office/drawing/2014/main" id="{ECCC4320-F7F8-44BA-A8C4-751297BFA88A}"/>
              </a:ext>
            </a:extLst>
          </p:cNvPr>
          <p:cNvSpPr>
            <a:spLocks noGrp="1"/>
          </p:cNvSpPr>
          <p:nvPr/>
        </p:nvSpPr>
        <p:spPr>
          <a:xfrm>
            <a:off x="638175" y="2752725"/>
            <a:ext cx="2286000" cy="238125"/>
          </a:xfrm>
          <a:prstGeom prst="rect">
            <a:avLst/>
          </a:prstGeom>
          <a:noFill/>
          <a:ln w="0">
            <a:noFill/>
            <a:prstDash val="solid"/>
          </a:ln>
        </p:spPr>
        <p:txBody>
          <a:bodyPr anchor="t">
            <a:normAutofit fontScale="91667"/>
          </a:bodyPr>
          <a:lstStyle>
            <a:defPPr algn="l">
              <a:defRPr sz="1050" b="1" i="0">
                <a:solidFill>
                  <a:srgbClr val="2DBD73"/>
                </a:solidFill>
                <a:latin typeface="Arial"/>
                <a:ea typeface="Arial"/>
                <a:cs typeface="Arial"/>
              </a:defRPr>
            </a:defPPr>
            <a:lvl1pPr algn="l">
              <a:defRPr sz="1050" b="1" i="0">
                <a:solidFill>
                  <a:srgbClr val="2DBD73"/>
                </a:solidFill>
                <a:latin typeface="Arial"/>
                <a:ea typeface="Arial"/>
                <a:cs typeface="Arial"/>
              </a:defRPr>
            </a:lvl1pPr>
            <a:lvl2pPr algn="l">
              <a:defRPr sz="1050" b="1" i="0">
                <a:solidFill>
                  <a:srgbClr val="2DBD73"/>
                </a:solidFill>
                <a:latin typeface="Arial"/>
                <a:ea typeface="Arial"/>
                <a:cs typeface="Arial"/>
              </a:defRPr>
            </a:lvl2pPr>
            <a:lvl3pPr algn="l">
              <a:defRPr sz="1050" b="1" i="0">
                <a:solidFill>
                  <a:srgbClr val="2DBD73"/>
                </a:solidFill>
                <a:latin typeface="Arial"/>
                <a:ea typeface="Arial"/>
                <a:cs typeface="Arial"/>
              </a:defRPr>
            </a:lvl3pPr>
            <a:lvl4pPr algn="l">
              <a:defRPr sz="1050" b="1" i="0">
                <a:solidFill>
                  <a:srgbClr val="2DBD73"/>
                </a:solidFill>
                <a:latin typeface="Arial"/>
                <a:ea typeface="Arial"/>
                <a:cs typeface="Arial"/>
              </a:defRPr>
            </a:lvl4pPr>
            <a:lvl5pPr algn="l">
              <a:defRPr sz="1050" b="1" i="0">
                <a:solidFill>
                  <a:srgbClr val="2DBD73"/>
                </a:solidFill>
                <a:latin typeface="Arial"/>
                <a:ea typeface="Arial"/>
                <a:cs typeface="Arial"/>
              </a:defRPr>
            </a:lvl5pPr>
            <a:lvl6pPr algn="l">
              <a:defRPr sz="1050" b="1" i="0">
                <a:solidFill>
                  <a:srgbClr val="2DBD73"/>
                </a:solidFill>
                <a:latin typeface="Arial"/>
                <a:ea typeface="Arial"/>
                <a:cs typeface="Arial"/>
              </a:defRPr>
            </a:lvl6pPr>
            <a:lvl7pPr algn="l">
              <a:defRPr sz="1050" b="1" i="0">
                <a:solidFill>
                  <a:srgbClr val="2DBD73"/>
                </a:solidFill>
                <a:latin typeface="Arial"/>
                <a:ea typeface="Arial"/>
                <a:cs typeface="Arial"/>
              </a:defRPr>
            </a:lvl7pPr>
            <a:lvl8pPr algn="l">
              <a:defRPr sz="1050" b="1" i="0">
                <a:solidFill>
                  <a:srgbClr val="2DBD73"/>
                </a:solidFill>
                <a:latin typeface="Arial"/>
                <a:ea typeface="Arial"/>
                <a:cs typeface="Arial"/>
              </a:defRPr>
            </a:lvl8pPr>
            <a:lvl9pPr algn="l">
              <a:defRPr sz="1050" b="1" i="0">
                <a:solidFill>
                  <a:srgbClr val="2DBD73"/>
                </a:solidFill>
                <a:latin typeface="Arial"/>
                <a:ea typeface="Arial"/>
                <a:cs typeface="Arial"/>
              </a:defRPr>
            </a:lvl9pPr>
          </a:lstStyle>
          <a:p>
            <a:pPr algn="l">
              <a:defRPr sz="1050" b="1" i="0">
                <a:solidFill>
                  <a:srgbClr val="2DBD73"/>
                </a:solidFill>
                <a:latin typeface="Arial"/>
                <a:ea typeface="Arial"/>
                <a:cs typeface="Arial"/>
              </a:defRPr>
            </a:pPr>
            <a:r>
              <a:rPr sz="1050" b="1" i="0">
                <a:solidFill>
                  <a:srgbClr val="2DBD73"/>
                </a:solidFill>
                <a:latin typeface="Arial"/>
                <a:ea typeface="Arial"/>
                <a:cs typeface="Arial"/>
              </a:rPr>
              <a:t>2015 · SynLinker</a:t>
            </a:r>
          </a:p>
        </p:txBody>
      </p:sp>
      <p:sp>
        <p:nvSpPr>
          <p:cNvPr id="13" name="Rectangle 12">
            <a:extLst>
              <a:ext uri="{FF2B5EF4-FFF2-40B4-BE49-F238E27FC236}">
                <a16:creationId xmlns:a16="http://schemas.microsoft.com/office/drawing/2014/main" id="{CFFE5A77-2B2E-495D-951D-7C175102627E}"/>
              </a:ext>
            </a:extLst>
          </p:cNvPr>
          <p:cNvSpPr>
            <a:spLocks noGrp="1"/>
          </p:cNvSpPr>
          <p:nvPr/>
        </p:nvSpPr>
        <p:spPr>
          <a:xfrm>
            <a:off x="2914650" y="2724150"/>
            <a:ext cx="8210550" cy="533400"/>
          </a:xfrm>
          <a:prstGeom prst="rect">
            <a:avLst/>
          </a:prstGeom>
          <a:noFill/>
          <a:ln w="0">
            <a:noFill/>
            <a:prstDash val="solid"/>
          </a:ln>
        </p:spPr>
        <p:txBody>
          <a:bodyPr anchor="t">
            <a:normAutofit fontScale="88539"/>
          </a:bodyPr>
          <a:lstStyle>
            <a:defPPr algn="l">
              <a:defRPr sz="1650" b="1" i="0">
                <a:solidFill>
                  <a:srgbClr val="F4F7F5"/>
                </a:solidFill>
                <a:latin typeface="Arial"/>
                <a:ea typeface="Arial"/>
                <a:cs typeface="Arial"/>
              </a:defRPr>
            </a:defPPr>
            <a:lvl1pPr algn="l">
              <a:defRPr sz="1650" b="1" i="0">
                <a:solidFill>
                  <a:srgbClr val="F4F7F5"/>
                </a:solidFill>
                <a:latin typeface="Arial"/>
                <a:ea typeface="Arial"/>
                <a:cs typeface="Arial"/>
              </a:defRPr>
            </a:lvl1pPr>
            <a:lvl2pPr algn="l">
              <a:defRPr sz="1650" b="1" i="0">
                <a:solidFill>
                  <a:srgbClr val="F4F7F5"/>
                </a:solidFill>
                <a:latin typeface="Arial"/>
                <a:ea typeface="Arial"/>
                <a:cs typeface="Arial"/>
              </a:defRPr>
            </a:lvl2pPr>
            <a:lvl3pPr algn="l">
              <a:defRPr sz="1650" b="1" i="0">
                <a:solidFill>
                  <a:srgbClr val="F4F7F5"/>
                </a:solidFill>
                <a:latin typeface="Arial"/>
                <a:ea typeface="Arial"/>
                <a:cs typeface="Arial"/>
              </a:defRPr>
            </a:lvl3pPr>
            <a:lvl4pPr algn="l">
              <a:defRPr sz="1650" b="1" i="0">
                <a:solidFill>
                  <a:srgbClr val="F4F7F5"/>
                </a:solidFill>
                <a:latin typeface="Arial"/>
                <a:ea typeface="Arial"/>
                <a:cs typeface="Arial"/>
              </a:defRPr>
            </a:lvl4pPr>
            <a:lvl5pPr algn="l">
              <a:defRPr sz="1650" b="1" i="0">
                <a:solidFill>
                  <a:srgbClr val="F4F7F5"/>
                </a:solidFill>
                <a:latin typeface="Arial"/>
                <a:ea typeface="Arial"/>
                <a:cs typeface="Arial"/>
              </a:defRPr>
            </a:lvl5pPr>
            <a:lvl6pPr algn="l">
              <a:defRPr sz="1650" b="1" i="0">
                <a:solidFill>
                  <a:srgbClr val="F4F7F5"/>
                </a:solidFill>
                <a:latin typeface="Arial"/>
                <a:ea typeface="Arial"/>
                <a:cs typeface="Arial"/>
              </a:defRPr>
            </a:lvl6pPr>
            <a:lvl7pPr algn="l">
              <a:defRPr sz="1650" b="1" i="0">
                <a:solidFill>
                  <a:srgbClr val="F4F7F5"/>
                </a:solidFill>
                <a:latin typeface="Arial"/>
                <a:ea typeface="Arial"/>
                <a:cs typeface="Arial"/>
              </a:defRPr>
            </a:lvl7pPr>
            <a:lvl8pPr algn="l">
              <a:defRPr sz="1650" b="1" i="0">
                <a:solidFill>
                  <a:srgbClr val="F4F7F5"/>
                </a:solidFill>
                <a:latin typeface="Arial"/>
                <a:ea typeface="Arial"/>
                <a:cs typeface="Arial"/>
              </a:defRPr>
            </a:lvl8pPr>
            <a:lvl9pPr algn="l">
              <a:defRPr sz="1650" b="1" i="0">
                <a:solidFill>
                  <a:srgbClr val="F4F7F5"/>
                </a:solidFill>
                <a:latin typeface="Arial"/>
                <a:ea typeface="Arial"/>
                <a:cs typeface="Arial"/>
              </a:defRPr>
            </a:lvl9pPr>
          </a:lstStyle>
          <a:p>
            <a:pPr algn="l">
              <a:defRPr sz="1650" b="1" i="0">
                <a:solidFill>
                  <a:srgbClr val="F4F7F5"/>
                </a:solidFill>
                <a:latin typeface="Arial"/>
                <a:ea typeface="Arial"/>
                <a:cs typeface="Arial"/>
              </a:defRPr>
            </a:pPr>
            <a:r>
              <a:rPr sz="1650" b="1" i="0">
                <a:solidFill>
                  <a:srgbClr val="F4F7F5"/>
                </a:solidFill>
                <a:latin typeface="Arial"/>
                <a:ea typeface="Arial"/>
                <a:cs typeface="Arial"/>
              </a:rPr>
              <a:t>“The linker selection is done mostly ad hoc and still based on random test in experiments.”</a:t>
            </a:r>
          </a:p>
        </p:txBody>
      </p:sp>
      <p:sp>
        <p:nvSpPr>
          <p:cNvPr id="14" name="Rectangle 13">
            <a:extLst>
              <a:ext uri="{FF2B5EF4-FFF2-40B4-BE49-F238E27FC236}">
                <a16:creationId xmlns:a16="http://schemas.microsoft.com/office/drawing/2014/main" id="{69F185B2-1975-4ABA-936B-D82EB34A332D}"/>
              </a:ext>
            </a:extLst>
          </p:cNvPr>
          <p:cNvSpPr>
            <a:spLocks noGrp="1"/>
          </p:cNvSpPr>
          <p:nvPr/>
        </p:nvSpPr>
        <p:spPr>
          <a:xfrm>
            <a:off x="2924175" y="3305175"/>
            <a:ext cx="8096250" cy="228600"/>
          </a:xfrm>
          <a:prstGeom prst="rect">
            <a:avLst/>
          </a:prstGeom>
          <a:noFill/>
          <a:ln w="0">
            <a:noFill/>
            <a:prstDash val="solid"/>
          </a:ln>
        </p:spPr>
        <p:txBody>
          <a:bodyPr anchor="t">
            <a:normAutofit fontScale="92308"/>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Liu, Chin &amp; Lee · DOI 10.1093/bioinformatics/btv447</a:t>
            </a:r>
          </a:p>
        </p:txBody>
      </p:sp>
      <p:sp>
        <p:nvSpPr>
          <p:cNvPr id="15" name="Straight Connector 14">
            <a:extLst>
              <a:ext uri="{FF2B5EF4-FFF2-40B4-BE49-F238E27FC236}">
                <a16:creationId xmlns:a16="http://schemas.microsoft.com/office/drawing/2014/main" id="{D8D9D3D2-B9DE-4174-AFA5-FBCDEE07771D}"/>
              </a:ext>
            </a:extLst>
          </p:cNvPr>
          <p:cNvSpPr>
            <a:spLocks noGrp="1"/>
          </p:cNvSpPr>
          <p:nvPr/>
        </p:nvSpPr>
        <p:spPr>
          <a:xfrm>
            <a:off x="638175" y="3619500"/>
            <a:ext cx="10696575" cy="0"/>
          </a:xfrm>
          <a:prstGeom prst="line">
            <a:avLst/>
          </a:prstGeom>
          <a:noFill/>
          <a:ln w="9525">
            <a:solidFill>
              <a:srgbClr val="29433A"/>
            </a:solidFill>
            <a:prstDash val="solid"/>
          </a:ln>
        </p:spPr>
      </p:sp>
      <p:sp>
        <p:nvSpPr>
          <p:cNvPr id="16" name="Rectangle 15">
            <a:extLst>
              <a:ext uri="{FF2B5EF4-FFF2-40B4-BE49-F238E27FC236}">
                <a16:creationId xmlns:a16="http://schemas.microsoft.com/office/drawing/2014/main" id="{ED3D596D-EE1D-4C85-B637-391916502F63}"/>
              </a:ext>
            </a:extLst>
          </p:cNvPr>
          <p:cNvSpPr>
            <a:spLocks noGrp="1"/>
          </p:cNvSpPr>
          <p:nvPr/>
        </p:nvSpPr>
        <p:spPr>
          <a:xfrm>
            <a:off x="638175" y="3819525"/>
            <a:ext cx="2286000" cy="238125"/>
          </a:xfrm>
          <a:prstGeom prst="rect">
            <a:avLst/>
          </a:prstGeom>
          <a:noFill/>
          <a:ln w="0">
            <a:noFill/>
            <a:prstDash val="solid"/>
          </a:ln>
        </p:spPr>
        <p:txBody>
          <a:bodyPr anchor="t">
            <a:normAutofit fontScale="91667"/>
          </a:bodyPr>
          <a:lstStyle>
            <a:defPPr algn="l">
              <a:defRPr sz="1050" b="1" i="0">
                <a:solidFill>
                  <a:srgbClr val="E84AAB"/>
                </a:solidFill>
                <a:latin typeface="Arial"/>
                <a:ea typeface="Arial"/>
                <a:cs typeface="Arial"/>
              </a:defRPr>
            </a:defPPr>
            <a:lvl1pPr algn="l">
              <a:defRPr sz="1050" b="1" i="0">
                <a:solidFill>
                  <a:srgbClr val="E84AAB"/>
                </a:solidFill>
                <a:latin typeface="Arial"/>
                <a:ea typeface="Arial"/>
                <a:cs typeface="Arial"/>
              </a:defRPr>
            </a:lvl1pPr>
            <a:lvl2pPr algn="l">
              <a:defRPr sz="1050" b="1" i="0">
                <a:solidFill>
                  <a:srgbClr val="E84AAB"/>
                </a:solidFill>
                <a:latin typeface="Arial"/>
                <a:ea typeface="Arial"/>
                <a:cs typeface="Arial"/>
              </a:defRPr>
            </a:lvl2pPr>
            <a:lvl3pPr algn="l">
              <a:defRPr sz="1050" b="1" i="0">
                <a:solidFill>
                  <a:srgbClr val="E84AAB"/>
                </a:solidFill>
                <a:latin typeface="Arial"/>
                <a:ea typeface="Arial"/>
                <a:cs typeface="Arial"/>
              </a:defRPr>
            </a:lvl3pPr>
            <a:lvl4pPr algn="l">
              <a:defRPr sz="1050" b="1" i="0">
                <a:solidFill>
                  <a:srgbClr val="E84AAB"/>
                </a:solidFill>
                <a:latin typeface="Arial"/>
                <a:ea typeface="Arial"/>
                <a:cs typeface="Arial"/>
              </a:defRPr>
            </a:lvl4pPr>
            <a:lvl5pPr algn="l">
              <a:defRPr sz="1050" b="1" i="0">
                <a:solidFill>
                  <a:srgbClr val="E84AAB"/>
                </a:solidFill>
                <a:latin typeface="Arial"/>
                <a:ea typeface="Arial"/>
                <a:cs typeface="Arial"/>
              </a:defRPr>
            </a:lvl5pPr>
            <a:lvl6pPr algn="l">
              <a:defRPr sz="1050" b="1" i="0">
                <a:solidFill>
                  <a:srgbClr val="E84AAB"/>
                </a:solidFill>
                <a:latin typeface="Arial"/>
                <a:ea typeface="Arial"/>
                <a:cs typeface="Arial"/>
              </a:defRPr>
            </a:lvl6pPr>
            <a:lvl7pPr algn="l">
              <a:defRPr sz="1050" b="1" i="0">
                <a:solidFill>
                  <a:srgbClr val="E84AAB"/>
                </a:solidFill>
                <a:latin typeface="Arial"/>
                <a:ea typeface="Arial"/>
                <a:cs typeface="Arial"/>
              </a:defRPr>
            </a:lvl7pPr>
            <a:lvl8pPr algn="l">
              <a:defRPr sz="1050" b="1" i="0">
                <a:solidFill>
                  <a:srgbClr val="E84AAB"/>
                </a:solidFill>
                <a:latin typeface="Arial"/>
                <a:ea typeface="Arial"/>
                <a:cs typeface="Arial"/>
              </a:defRPr>
            </a:lvl8pPr>
            <a:lvl9pPr algn="l">
              <a:defRPr sz="1050" b="1" i="0">
                <a:solidFill>
                  <a:srgbClr val="E84AAB"/>
                </a:solidFill>
                <a:latin typeface="Arial"/>
                <a:ea typeface="Arial"/>
                <a:cs typeface="Arial"/>
              </a:defRPr>
            </a:lvl9pPr>
          </a:lstStyle>
          <a:p>
            <a:pPr algn="l">
              <a:defRPr sz="1050" b="1" i="0">
                <a:solidFill>
                  <a:srgbClr val="E84AAB"/>
                </a:solidFill>
                <a:latin typeface="Arial"/>
                <a:ea typeface="Arial"/>
                <a:cs typeface="Arial"/>
              </a:defRPr>
            </a:pPr>
            <a:r>
              <a:rPr sz="1050" b="1" i="0">
                <a:solidFill>
                  <a:srgbClr val="E84AAB"/>
                </a:solidFill>
                <a:latin typeface="Arial"/>
                <a:ea typeface="Arial"/>
                <a:cs typeface="Arial"/>
              </a:rPr>
              <a:t>2026 · Li et al.</a:t>
            </a:r>
          </a:p>
        </p:txBody>
      </p:sp>
      <p:sp>
        <p:nvSpPr>
          <p:cNvPr id="17" name="Rectangle 16">
            <a:extLst>
              <a:ext uri="{FF2B5EF4-FFF2-40B4-BE49-F238E27FC236}">
                <a16:creationId xmlns:a16="http://schemas.microsoft.com/office/drawing/2014/main" id="{5F228B99-D313-4B36-BC4C-20A20478179B}"/>
              </a:ext>
            </a:extLst>
          </p:cNvPr>
          <p:cNvSpPr>
            <a:spLocks noGrp="1"/>
          </p:cNvSpPr>
          <p:nvPr/>
        </p:nvSpPr>
        <p:spPr>
          <a:xfrm>
            <a:off x="2914650" y="3790950"/>
            <a:ext cx="8210550" cy="533400"/>
          </a:xfrm>
          <a:prstGeom prst="rect">
            <a:avLst/>
          </a:prstGeom>
          <a:noFill/>
          <a:ln w="0">
            <a:noFill/>
            <a:prstDash val="solid"/>
          </a:ln>
        </p:spPr>
        <p:txBody>
          <a:bodyPr anchor="t">
            <a:normAutofit fontScale="87879"/>
          </a:bodyPr>
          <a:lstStyle>
            <a:defPPr algn="l">
              <a:defRPr sz="1650" b="1" i="0">
                <a:solidFill>
                  <a:srgbClr val="F4F7F5"/>
                </a:solidFill>
                <a:latin typeface="Arial"/>
                <a:ea typeface="Arial"/>
                <a:cs typeface="Arial"/>
              </a:defRPr>
            </a:defPPr>
            <a:lvl1pPr algn="l">
              <a:defRPr sz="1650" b="1" i="0">
                <a:solidFill>
                  <a:srgbClr val="F4F7F5"/>
                </a:solidFill>
                <a:latin typeface="Arial"/>
                <a:ea typeface="Arial"/>
                <a:cs typeface="Arial"/>
              </a:defRPr>
            </a:lvl1pPr>
            <a:lvl2pPr algn="l">
              <a:defRPr sz="1650" b="1" i="0">
                <a:solidFill>
                  <a:srgbClr val="F4F7F5"/>
                </a:solidFill>
                <a:latin typeface="Arial"/>
                <a:ea typeface="Arial"/>
                <a:cs typeface="Arial"/>
              </a:defRPr>
            </a:lvl2pPr>
            <a:lvl3pPr algn="l">
              <a:defRPr sz="1650" b="1" i="0">
                <a:solidFill>
                  <a:srgbClr val="F4F7F5"/>
                </a:solidFill>
                <a:latin typeface="Arial"/>
                <a:ea typeface="Arial"/>
                <a:cs typeface="Arial"/>
              </a:defRPr>
            </a:lvl3pPr>
            <a:lvl4pPr algn="l">
              <a:defRPr sz="1650" b="1" i="0">
                <a:solidFill>
                  <a:srgbClr val="F4F7F5"/>
                </a:solidFill>
                <a:latin typeface="Arial"/>
                <a:ea typeface="Arial"/>
                <a:cs typeface="Arial"/>
              </a:defRPr>
            </a:lvl4pPr>
            <a:lvl5pPr algn="l">
              <a:defRPr sz="1650" b="1" i="0">
                <a:solidFill>
                  <a:srgbClr val="F4F7F5"/>
                </a:solidFill>
                <a:latin typeface="Arial"/>
                <a:ea typeface="Arial"/>
                <a:cs typeface="Arial"/>
              </a:defRPr>
            </a:lvl5pPr>
            <a:lvl6pPr algn="l">
              <a:defRPr sz="1650" b="1" i="0">
                <a:solidFill>
                  <a:srgbClr val="F4F7F5"/>
                </a:solidFill>
                <a:latin typeface="Arial"/>
                <a:ea typeface="Arial"/>
                <a:cs typeface="Arial"/>
              </a:defRPr>
            </a:lvl6pPr>
            <a:lvl7pPr algn="l">
              <a:defRPr sz="1650" b="1" i="0">
                <a:solidFill>
                  <a:srgbClr val="F4F7F5"/>
                </a:solidFill>
                <a:latin typeface="Arial"/>
                <a:ea typeface="Arial"/>
                <a:cs typeface="Arial"/>
              </a:defRPr>
            </a:lvl7pPr>
            <a:lvl8pPr algn="l">
              <a:defRPr sz="1650" b="1" i="0">
                <a:solidFill>
                  <a:srgbClr val="F4F7F5"/>
                </a:solidFill>
                <a:latin typeface="Arial"/>
                <a:ea typeface="Arial"/>
                <a:cs typeface="Arial"/>
              </a:defRPr>
            </a:lvl8pPr>
            <a:lvl9pPr algn="l">
              <a:defRPr sz="1650" b="1" i="0">
                <a:solidFill>
                  <a:srgbClr val="F4F7F5"/>
                </a:solidFill>
                <a:latin typeface="Arial"/>
                <a:ea typeface="Arial"/>
                <a:cs typeface="Arial"/>
              </a:defRPr>
            </a:lvl9pPr>
          </a:lstStyle>
          <a:p>
            <a:pPr algn="l">
              <a:defRPr sz="1650" b="1" i="0">
                <a:solidFill>
                  <a:srgbClr val="F4F7F5"/>
                </a:solidFill>
                <a:latin typeface="Arial"/>
                <a:ea typeface="Arial"/>
                <a:cs typeface="Arial"/>
              </a:defRPr>
            </a:pPr>
            <a:r>
              <a:rPr sz="1650" b="1" i="0">
                <a:solidFill>
                  <a:srgbClr val="F4F7F5"/>
                </a:solidFill>
                <a:latin typeface="Arial"/>
                <a:ea typeface="Arial"/>
                <a:cs typeface="Arial"/>
              </a:rPr>
              <a:t>“the context-dependent nature of linker performance ... necessitates customization for each unique protein pair.”</a:t>
            </a:r>
          </a:p>
        </p:txBody>
      </p:sp>
      <p:sp>
        <p:nvSpPr>
          <p:cNvPr id="18" name="Rectangle 17">
            <a:extLst>
              <a:ext uri="{FF2B5EF4-FFF2-40B4-BE49-F238E27FC236}">
                <a16:creationId xmlns:a16="http://schemas.microsoft.com/office/drawing/2014/main" id="{C23AC476-68BD-48F4-9E29-384A2AACEE51}"/>
              </a:ext>
            </a:extLst>
          </p:cNvPr>
          <p:cNvSpPr>
            <a:spLocks noGrp="1"/>
          </p:cNvSpPr>
          <p:nvPr/>
        </p:nvSpPr>
        <p:spPr>
          <a:xfrm>
            <a:off x="2924175" y="4371975"/>
            <a:ext cx="8096250" cy="228600"/>
          </a:xfrm>
          <a:prstGeom prst="rect">
            <a:avLst/>
          </a:prstGeom>
          <a:noFill/>
          <a:ln w="0">
            <a:noFill/>
            <a:prstDash val="solid"/>
          </a:ln>
        </p:spPr>
        <p:txBody>
          <a:bodyPr anchor="t">
            <a:normAutofit fontScale="92308"/>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Li et al. · DOI 10.1016/j.synbio.2026.02.003</a:t>
            </a:r>
          </a:p>
        </p:txBody>
      </p:sp>
      <p:sp>
        <p:nvSpPr>
          <p:cNvPr id="19" name="Straight Connector 18">
            <a:extLst>
              <a:ext uri="{FF2B5EF4-FFF2-40B4-BE49-F238E27FC236}">
                <a16:creationId xmlns:a16="http://schemas.microsoft.com/office/drawing/2014/main" id="{A3BABD20-7BBF-4A20-8576-B800C717C958}"/>
              </a:ext>
            </a:extLst>
          </p:cNvPr>
          <p:cNvSpPr>
            <a:spLocks noGrp="1"/>
          </p:cNvSpPr>
          <p:nvPr/>
        </p:nvSpPr>
        <p:spPr>
          <a:xfrm>
            <a:off x="638175" y="4686300"/>
            <a:ext cx="10696575" cy="0"/>
          </a:xfrm>
          <a:prstGeom prst="line">
            <a:avLst/>
          </a:prstGeom>
          <a:noFill/>
          <a:ln w="9525">
            <a:solidFill>
              <a:srgbClr val="29433A"/>
            </a:solidFill>
            <a:prstDash val="solid"/>
          </a:ln>
        </p:spPr>
      </p:sp>
      <p:sp>
        <p:nvSpPr>
          <p:cNvPr id="20" name="Rectangle 19">
            <a:extLst>
              <a:ext uri="{FF2B5EF4-FFF2-40B4-BE49-F238E27FC236}">
                <a16:creationId xmlns:a16="http://schemas.microsoft.com/office/drawing/2014/main" id="{7C37EA97-0C77-42CC-A2EA-4E789ED63CE5}"/>
              </a:ext>
            </a:extLst>
          </p:cNvPr>
          <p:cNvSpPr>
            <a:spLocks noGrp="1"/>
          </p:cNvSpPr>
          <p:nvPr/>
        </p:nvSpPr>
        <p:spPr>
          <a:xfrm>
            <a:off x="638175" y="4886325"/>
            <a:ext cx="2286000" cy="238125"/>
          </a:xfrm>
          <a:prstGeom prst="rect">
            <a:avLst/>
          </a:prstGeom>
          <a:noFill/>
          <a:ln w="0">
            <a:noFill/>
            <a:prstDash val="solid"/>
          </a:ln>
        </p:spPr>
        <p:txBody>
          <a:bodyPr anchor="t">
            <a:normAutofit fontScale="91667"/>
          </a:bodyPr>
          <a:lstStyle>
            <a:defPPr algn="l">
              <a:defRPr sz="1050" b="1" i="0">
                <a:solidFill>
                  <a:srgbClr val="E46760"/>
                </a:solidFill>
                <a:latin typeface="Arial"/>
                <a:ea typeface="Arial"/>
                <a:cs typeface="Arial"/>
              </a:defRPr>
            </a:defPPr>
            <a:lvl1pPr algn="l">
              <a:defRPr sz="1050" b="1" i="0">
                <a:solidFill>
                  <a:srgbClr val="E46760"/>
                </a:solidFill>
                <a:latin typeface="Arial"/>
                <a:ea typeface="Arial"/>
                <a:cs typeface="Arial"/>
              </a:defRPr>
            </a:lvl1pPr>
            <a:lvl2pPr algn="l">
              <a:defRPr sz="1050" b="1" i="0">
                <a:solidFill>
                  <a:srgbClr val="E46760"/>
                </a:solidFill>
                <a:latin typeface="Arial"/>
                <a:ea typeface="Arial"/>
                <a:cs typeface="Arial"/>
              </a:defRPr>
            </a:lvl2pPr>
            <a:lvl3pPr algn="l">
              <a:defRPr sz="1050" b="1" i="0">
                <a:solidFill>
                  <a:srgbClr val="E46760"/>
                </a:solidFill>
                <a:latin typeface="Arial"/>
                <a:ea typeface="Arial"/>
                <a:cs typeface="Arial"/>
              </a:defRPr>
            </a:lvl3pPr>
            <a:lvl4pPr algn="l">
              <a:defRPr sz="1050" b="1" i="0">
                <a:solidFill>
                  <a:srgbClr val="E46760"/>
                </a:solidFill>
                <a:latin typeface="Arial"/>
                <a:ea typeface="Arial"/>
                <a:cs typeface="Arial"/>
              </a:defRPr>
            </a:lvl4pPr>
            <a:lvl5pPr algn="l">
              <a:defRPr sz="1050" b="1" i="0">
                <a:solidFill>
                  <a:srgbClr val="E46760"/>
                </a:solidFill>
                <a:latin typeface="Arial"/>
                <a:ea typeface="Arial"/>
                <a:cs typeface="Arial"/>
              </a:defRPr>
            </a:lvl5pPr>
            <a:lvl6pPr algn="l">
              <a:defRPr sz="1050" b="1" i="0">
                <a:solidFill>
                  <a:srgbClr val="E46760"/>
                </a:solidFill>
                <a:latin typeface="Arial"/>
                <a:ea typeface="Arial"/>
                <a:cs typeface="Arial"/>
              </a:defRPr>
            </a:lvl6pPr>
            <a:lvl7pPr algn="l">
              <a:defRPr sz="1050" b="1" i="0">
                <a:solidFill>
                  <a:srgbClr val="E46760"/>
                </a:solidFill>
                <a:latin typeface="Arial"/>
                <a:ea typeface="Arial"/>
                <a:cs typeface="Arial"/>
              </a:defRPr>
            </a:lvl7pPr>
            <a:lvl8pPr algn="l">
              <a:defRPr sz="1050" b="1" i="0">
                <a:solidFill>
                  <a:srgbClr val="E46760"/>
                </a:solidFill>
                <a:latin typeface="Arial"/>
                <a:ea typeface="Arial"/>
                <a:cs typeface="Arial"/>
              </a:defRPr>
            </a:lvl8pPr>
            <a:lvl9pPr algn="l">
              <a:defRPr sz="1050" b="1" i="0">
                <a:solidFill>
                  <a:srgbClr val="E46760"/>
                </a:solidFill>
                <a:latin typeface="Arial"/>
                <a:ea typeface="Arial"/>
                <a:cs typeface="Arial"/>
              </a:defRPr>
            </a:lvl9pPr>
          </a:lstStyle>
          <a:p>
            <a:pPr algn="l">
              <a:defRPr sz="1050" b="1" i="0">
                <a:solidFill>
                  <a:srgbClr val="E46760"/>
                </a:solidFill>
                <a:latin typeface="Arial"/>
                <a:ea typeface="Arial"/>
                <a:cs typeface="Arial"/>
              </a:defRPr>
            </a:pPr>
            <a:r>
              <a:rPr sz="1050" b="1" i="0">
                <a:solidFill>
                  <a:srgbClr val="E46760"/>
                </a:solidFill>
                <a:latin typeface="Arial"/>
                <a:ea typeface="Arial"/>
                <a:cs typeface="Arial"/>
              </a:rPr>
              <a:t>2026 · CASP16 pose study</a:t>
            </a:r>
          </a:p>
        </p:txBody>
      </p:sp>
      <p:sp>
        <p:nvSpPr>
          <p:cNvPr id="21" name="Rectangle 20">
            <a:extLst>
              <a:ext uri="{FF2B5EF4-FFF2-40B4-BE49-F238E27FC236}">
                <a16:creationId xmlns:a16="http://schemas.microsoft.com/office/drawing/2014/main" id="{B1E734EE-8CB4-4CD9-B51C-AE81DE1B81D7}"/>
              </a:ext>
            </a:extLst>
          </p:cNvPr>
          <p:cNvSpPr>
            <a:spLocks noGrp="1"/>
          </p:cNvSpPr>
          <p:nvPr/>
        </p:nvSpPr>
        <p:spPr>
          <a:xfrm>
            <a:off x="2914650" y="4857750"/>
            <a:ext cx="8210550" cy="533400"/>
          </a:xfrm>
          <a:prstGeom prst="rect">
            <a:avLst/>
          </a:prstGeom>
          <a:noFill/>
          <a:ln w="0">
            <a:noFill/>
            <a:prstDash val="solid"/>
          </a:ln>
        </p:spPr>
        <p:txBody>
          <a:bodyPr anchor="t">
            <a:normAutofit/>
          </a:bodyPr>
          <a:lstStyle>
            <a:defPPr algn="l">
              <a:defRPr sz="1650" b="1" i="0">
                <a:solidFill>
                  <a:srgbClr val="F4F7F5"/>
                </a:solidFill>
                <a:latin typeface="Arial"/>
                <a:ea typeface="Arial"/>
                <a:cs typeface="Arial"/>
              </a:defRPr>
            </a:defPPr>
            <a:lvl1pPr algn="l">
              <a:defRPr sz="1650" b="1" i="0">
                <a:solidFill>
                  <a:srgbClr val="F4F7F5"/>
                </a:solidFill>
                <a:latin typeface="Arial"/>
                <a:ea typeface="Arial"/>
                <a:cs typeface="Arial"/>
              </a:defRPr>
            </a:lvl1pPr>
            <a:lvl2pPr algn="l">
              <a:defRPr sz="1650" b="1" i="0">
                <a:solidFill>
                  <a:srgbClr val="F4F7F5"/>
                </a:solidFill>
                <a:latin typeface="Arial"/>
                <a:ea typeface="Arial"/>
                <a:cs typeface="Arial"/>
              </a:defRPr>
            </a:lvl2pPr>
            <a:lvl3pPr algn="l">
              <a:defRPr sz="1650" b="1" i="0">
                <a:solidFill>
                  <a:srgbClr val="F4F7F5"/>
                </a:solidFill>
                <a:latin typeface="Arial"/>
                <a:ea typeface="Arial"/>
                <a:cs typeface="Arial"/>
              </a:defRPr>
            </a:lvl3pPr>
            <a:lvl4pPr algn="l">
              <a:defRPr sz="1650" b="1" i="0">
                <a:solidFill>
                  <a:srgbClr val="F4F7F5"/>
                </a:solidFill>
                <a:latin typeface="Arial"/>
                <a:ea typeface="Arial"/>
                <a:cs typeface="Arial"/>
              </a:defRPr>
            </a:lvl4pPr>
            <a:lvl5pPr algn="l">
              <a:defRPr sz="1650" b="1" i="0">
                <a:solidFill>
                  <a:srgbClr val="F4F7F5"/>
                </a:solidFill>
                <a:latin typeface="Arial"/>
                <a:ea typeface="Arial"/>
                <a:cs typeface="Arial"/>
              </a:defRPr>
            </a:lvl5pPr>
            <a:lvl6pPr algn="l">
              <a:defRPr sz="1650" b="1" i="0">
                <a:solidFill>
                  <a:srgbClr val="F4F7F5"/>
                </a:solidFill>
                <a:latin typeface="Arial"/>
                <a:ea typeface="Arial"/>
                <a:cs typeface="Arial"/>
              </a:defRPr>
            </a:lvl6pPr>
            <a:lvl7pPr algn="l">
              <a:defRPr sz="1650" b="1" i="0">
                <a:solidFill>
                  <a:srgbClr val="F4F7F5"/>
                </a:solidFill>
                <a:latin typeface="Arial"/>
                <a:ea typeface="Arial"/>
                <a:cs typeface="Arial"/>
              </a:defRPr>
            </a:lvl7pPr>
            <a:lvl8pPr algn="l">
              <a:defRPr sz="1650" b="1" i="0">
                <a:solidFill>
                  <a:srgbClr val="F4F7F5"/>
                </a:solidFill>
                <a:latin typeface="Arial"/>
                <a:ea typeface="Arial"/>
                <a:cs typeface="Arial"/>
              </a:defRPr>
            </a:lvl8pPr>
            <a:lvl9pPr algn="l">
              <a:defRPr sz="1650" b="1" i="0">
                <a:solidFill>
                  <a:srgbClr val="F4F7F5"/>
                </a:solidFill>
                <a:latin typeface="Arial"/>
                <a:ea typeface="Arial"/>
                <a:cs typeface="Arial"/>
              </a:defRPr>
            </a:lvl9pPr>
          </a:lstStyle>
          <a:p>
            <a:pPr algn="l">
              <a:defRPr sz="1650" b="1" i="0">
                <a:solidFill>
                  <a:srgbClr val="F4F7F5"/>
                </a:solidFill>
                <a:latin typeface="Arial"/>
                <a:ea typeface="Arial"/>
                <a:cs typeface="Arial"/>
              </a:defRPr>
            </a:pPr>
            <a:r>
              <a:rPr sz="1650" b="1" i="0">
                <a:solidFill>
                  <a:srgbClr val="F4F7F5"/>
                </a:solidFill>
                <a:latin typeface="Arial"/>
                <a:ea typeface="Arial"/>
                <a:cs typeface="Arial"/>
              </a:rPr>
              <a:t>“none were close fits to the combined NMR and SAXS data.”</a:t>
            </a:r>
          </a:p>
        </p:txBody>
      </p:sp>
      <p:sp>
        <p:nvSpPr>
          <p:cNvPr id="22" name="Rectangle 21">
            <a:extLst>
              <a:ext uri="{FF2B5EF4-FFF2-40B4-BE49-F238E27FC236}">
                <a16:creationId xmlns:a16="http://schemas.microsoft.com/office/drawing/2014/main" id="{912C6409-6D55-4F3E-B6BA-14111753B4ED}"/>
              </a:ext>
            </a:extLst>
          </p:cNvPr>
          <p:cNvSpPr>
            <a:spLocks noGrp="1"/>
          </p:cNvSpPr>
          <p:nvPr/>
        </p:nvSpPr>
        <p:spPr>
          <a:xfrm>
            <a:off x="2924175" y="5438775"/>
            <a:ext cx="8096250" cy="228600"/>
          </a:xfrm>
          <a:prstGeom prst="rect">
            <a:avLst/>
          </a:prstGeom>
          <a:noFill/>
          <a:ln w="0">
            <a:noFill/>
            <a:prstDash val="solid"/>
          </a:ln>
        </p:spPr>
        <p:txBody>
          <a:bodyPr anchor="t">
            <a:normAutofit fontScale="92308"/>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McBride et al. · DOI 10.1002/prot.70062</a:t>
            </a:r>
          </a:p>
        </p:txBody>
      </p:sp>
      <p:sp>
        <p:nvSpPr>
          <p:cNvPr id="23" name="Straight Connector 22">
            <a:extLst>
              <a:ext uri="{FF2B5EF4-FFF2-40B4-BE49-F238E27FC236}">
                <a16:creationId xmlns:a16="http://schemas.microsoft.com/office/drawing/2014/main" id="{570CAB07-6E3A-43BF-A6E1-FE4ECE72AB24}"/>
              </a:ext>
            </a:extLst>
          </p:cNvPr>
          <p:cNvSpPr>
            <a:spLocks noGrp="1"/>
          </p:cNvSpPr>
          <p:nvPr/>
        </p:nvSpPr>
        <p:spPr>
          <a:xfrm>
            <a:off x="638175" y="5981700"/>
            <a:ext cx="10696575" cy="0"/>
          </a:xfrm>
          <a:prstGeom prst="line">
            <a:avLst/>
          </a:prstGeom>
          <a:noFill/>
          <a:ln w="19050">
            <a:solidFill>
              <a:srgbClr val="3FC6D6"/>
            </a:solidFill>
            <a:prstDash val="solid"/>
          </a:ln>
        </p:spPr>
      </p:sp>
      <p:sp>
        <p:nvSpPr>
          <p:cNvPr id="24" name="Rectangle 23">
            <a:extLst>
              <a:ext uri="{FF2B5EF4-FFF2-40B4-BE49-F238E27FC236}">
                <a16:creationId xmlns:a16="http://schemas.microsoft.com/office/drawing/2014/main" id="{0A35D32B-3657-4159-ACBB-B69E88004E78}"/>
              </a:ext>
            </a:extLst>
          </p:cNvPr>
          <p:cNvSpPr>
            <a:spLocks noGrp="1"/>
          </p:cNvSpPr>
          <p:nvPr/>
        </p:nvSpPr>
        <p:spPr>
          <a:xfrm>
            <a:off x="885825" y="6096000"/>
            <a:ext cx="10191750" cy="209550"/>
          </a:xfrm>
          <a:prstGeom prst="rect">
            <a:avLst/>
          </a:prstGeom>
          <a:noFill/>
          <a:ln w="0">
            <a:noFill/>
            <a:prstDash val="solid"/>
          </a:ln>
        </p:spPr>
        <p:txBody>
          <a:bodyPr anchor="t">
            <a:normAutofit fontScale="68889"/>
          </a:bodyPr>
          <a:lstStyle>
            <a:defPPr algn="ctr">
              <a:defRPr sz="1125" b="1" i="0">
                <a:solidFill>
                  <a:srgbClr val="3FC6D6"/>
                </a:solidFill>
                <a:latin typeface="Arial"/>
                <a:ea typeface="Arial"/>
                <a:cs typeface="Arial"/>
              </a:defRPr>
            </a:defPPr>
            <a:lvl1pPr algn="ctr">
              <a:defRPr sz="1125" b="1" i="0">
                <a:solidFill>
                  <a:srgbClr val="3FC6D6"/>
                </a:solidFill>
                <a:latin typeface="Arial"/>
                <a:ea typeface="Arial"/>
                <a:cs typeface="Arial"/>
              </a:defRPr>
            </a:lvl1pPr>
            <a:lvl2pPr algn="ctr">
              <a:defRPr sz="1125" b="1" i="0">
                <a:solidFill>
                  <a:srgbClr val="3FC6D6"/>
                </a:solidFill>
                <a:latin typeface="Arial"/>
                <a:ea typeface="Arial"/>
                <a:cs typeface="Arial"/>
              </a:defRPr>
            </a:lvl2pPr>
            <a:lvl3pPr algn="ctr">
              <a:defRPr sz="1125" b="1" i="0">
                <a:solidFill>
                  <a:srgbClr val="3FC6D6"/>
                </a:solidFill>
                <a:latin typeface="Arial"/>
                <a:ea typeface="Arial"/>
                <a:cs typeface="Arial"/>
              </a:defRPr>
            </a:lvl3pPr>
            <a:lvl4pPr algn="ctr">
              <a:defRPr sz="1125" b="1" i="0">
                <a:solidFill>
                  <a:srgbClr val="3FC6D6"/>
                </a:solidFill>
                <a:latin typeface="Arial"/>
                <a:ea typeface="Arial"/>
                <a:cs typeface="Arial"/>
              </a:defRPr>
            </a:lvl4pPr>
            <a:lvl5pPr algn="ctr">
              <a:defRPr sz="1125" b="1" i="0">
                <a:solidFill>
                  <a:srgbClr val="3FC6D6"/>
                </a:solidFill>
                <a:latin typeface="Arial"/>
                <a:ea typeface="Arial"/>
                <a:cs typeface="Arial"/>
              </a:defRPr>
            </a:lvl5pPr>
            <a:lvl6pPr algn="ctr">
              <a:defRPr sz="1125" b="1" i="0">
                <a:solidFill>
                  <a:srgbClr val="3FC6D6"/>
                </a:solidFill>
                <a:latin typeface="Arial"/>
                <a:ea typeface="Arial"/>
                <a:cs typeface="Arial"/>
              </a:defRPr>
            </a:lvl6pPr>
            <a:lvl7pPr algn="ctr">
              <a:defRPr sz="1125" b="1" i="0">
                <a:solidFill>
                  <a:srgbClr val="3FC6D6"/>
                </a:solidFill>
                <a:latin typeface="Arial"/>
                <a:ea typeface="Arial"/>
                <a:cs typeface="Arial"/>
              </a:defRPr>
            </a:lvl7pPr>
            <a:lvl8pPr algn="ctr">
              <a:defRPr sz="1125" b="1" i="0">
                <a:solidFill>
                  <a:srgbClr val="3FC6D6"/>
                </a:solidFill>
                <a:latin typeface="Arial"/>
                <a:ea typeface="Arial"/>
                <a:cs typeface="Arial"/>
              </a:defRPr>
            </a:lvl8pPr>
            <a:lvl9pPr algn="ctr">
              <a:defRPr sz="1125" b="1" i="0">
                <a:solidFill>
                  <a:srgbClr val="3FC6D6"/>
                </a:solidFill>
                <a:latin typeface="Arial"/>
                <a:ea typeface="Arial"/>
                <a:cs typeface="Arial"/>
              </a:defRPr>
            </a:lvl9pPr>
          </a:lstStyle>
          <a:p>
            <a:pPr algn="ctr">
              <a:defRPr sz="1125" b="1" i="0">
                <a:solidFill>
                  <a:srgbClr val="3FC6D6"/>
                </a:solidFill>
                <a:latin typeface="Arial"/>
                <a:ea typeface="Arial"/>
                <a:cs typeface="Arial"/>
              </a:defRPr>
            </a:pPr>
            <a:r>
              <a:rPr sz="1125" b="1" i="0">
                <a:solidFill>
                  <a:srgbClr val="3FC6D6"/>
                </a:solidFill>
                <a:latin typeface="Arial"/>
                <a:ea typeface="Arial"/>
                <a:cs typeface="Arial"/>
              </a:rPr>
              <a:t>Implication: a credible general model needs outcome data from multiple domain pairs and a family-disjoint test.</a:t>
            </a:r>
          </a:p>
        </p:txBody>
      </p:sp>
    </p:spTree>
    <p:extLst>
      <p:ext uri="{BB962C8B-B14F-4D97-AF65-F5344CB8AC3E}">
        <p14:creationId xmlns:p14="http://schemas.microsoft.com/office/powerpoint/2010/main" val="56009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F8ED68D-0443-4655-9995-BB7271158848}"/>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7FFEB337-947B-4535-9BFC-D75D21452916}"/>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5A1A0B51-C551-4826-BD2C-15372B5BFFAD}"/>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EVIDENCE INTERPRETATION</a:t>
            </a:r>
          </a:p>
        </p:txBody>
      </p:sp>
      <p:sp>
        <p:nvSpPr>
          <p:cNvPr id="4" name="Rectangle 3">
            <a:extLst>
              <a:ext uri="{FF2B5EF4-FFF2-40B4-BE49-F238E27FC236}">
                <a16:creationId xmlns:a16="http://schemas.microsoft.com/office/drawing/2014/main" id="{C062E347-7199-4B6C-8135-AEB965E9D997}"/>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Primary articles are quoted on slide 5; interpretation is limited to each paper's task and dataset</a:t>
            </a:r>
          </a:p>
        </p:txBody>
      </p:sp>
      <p:sp>
        <p:nvSpPr>
          <p:cNvPr id="5" name="Rectangle 4">
            <a:extLst>
              <a:ext uri="{FF2B5EF4-FFF2-40B4-BE49-F238E27FC236}">
                <a16:creationId xmlns:a16="http://schemas.microsoft.com/office/drawing/2014/main" id="{2F972104-B122-4317-B83F-EB146B06980E}"/>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Rectangle 5">
            <a:extLst>
              <a:ext uri="{FF2B5EF4-FFF2-40B4-BE49-F238E27FC236}">
                <a16:creationId xmlns:a16="http://schemas.microsoft.com/office/drawing/2014/main" id="{E90F076A-22FF-4373-BE70-3BDB247ABBEB}"/>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What the literature quotations establish</a:t>
            </a:r>
          </a:p>
        </p:txBody>
      </p:sp>
      <p:sp>
        <p:nvSpPr>
          <p:cNvPr id="7" name="Rectangle 6">
            <a:extLst>
              <a:ext uri="{FF2B5EF4-FFF2-40B4-BE49-F238E27FC236}">
                <a16:creationId xmlns:a16="http://schemas.microsoft.com/office/drawing/2014/main" id="{6488562B-691F-42E8-8BFF-20824EAEF0BD}"/>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Each quotation supports one part of the research gap. None proves LinkerForge performance</a:t>
            </a:r>
          </a:p>
        </p:txBody>
      </p:sp>
      <p:graphicFrame>
        <p:nvGraphicFramePr>
          <p:cNvPr id="8" name="Table 7">
            <a:extLst>
              <a:ext uri="{FF2B5EF4-FFF2-40B4-BE49-F238E27FC236}">
                <a16:creationId xmlns:a16="http://schemas.microsoft.com/office/drawing/2014/main" id="{9F9E4BE3-0F34-40EC-B40A-C080B03B95BC}"/>
              </a:ext>
            </a:extLst>
          </p:cNvPr>
          <p:cNvGraphicFramePr/>
          <p:nvPr/>
        </p:nvGraphicFramePr>
        <p:xfrm>
          <a:off x="495300" y="1581150"/>
          <a:ext cx="11201400" cy="4267200"/>
        </p:xfrm>
        <a:graphic>
          <a:graphicData uri="http://schemas.openxmlformats.org/drawingml/2006/table">
            <a:tbl>
              <a:tblPr/>
              <a:tblGrid>
                <a:gridCol w="17145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219450">
                  <a:extLst>
                    <a:ext uri="{9D8B030D-6E8A-4147-A177-3AD203B41FA5}">
                      <a16:colId xmlns:a16="http://schemas.microsoft.com/office/drawing/2014/main" val="20002"/>
                    </a:ext>
                  </a:extLst>
                </a:gridCol>
                <a:gridCol w="3219450">
                  <a:extLst>
                    <a:ext uri="{9D8B030D-6E8A-4147-A177-3AD203B41FA5}">
                      <a16:colId xmlns:a16="http://schemas.microsoft.com/office/drawing/2014/main" val="20003"/>
                    </a:ext>
                  </a:extLst>
                </a:gridCol>
              </a:tblGrid>
              <a:tr h="853440">
                <a:tc>
                  <a:txBody>
                    <a:bodyPr/>
                    <a:lstStyle/>
                    <a:p>
                      <a:r>
                        <a:rPr sz="975" b="1">
                          <a:solidFill>
                            <a:srgbClr val="3FC6D6"/>
                          </a:solidFill>
                          <a:latin typeface="Arial"/>
                          <a:ea typeface="Arial"/>
                          <a:cs typeface="Arial"/>
                        </a:rPr>
                        <a:t>Source</a:t>
                      </a:r>
                    </a:p>
                  </a:txBody>
                  <a:tcPr>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Study context</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Supported inference</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What it does not establish</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extLst>
                  <a:ext uri="{0D108BD9-81ED-4DB2-BD59-A6C34878D82A}">
                    <a16:rowId xmlns:a16="http://schemas.microsoft.com/office/drawing/2014/main" val="10000"/>
                  </a:ext>
                </a:extLst>
              </a:tr>
              <a:tr h="853440">
                <a:tc>
                  <a:txBody>
                    <a:bodyPr/>
                    <a:lstStyle/>
                    <a:p>
                      <a:r>
                        <a:rPr sz="975" b="1">
                          <a:solidFill>
                            <a:srgbClr val="F4F7F5"/>
                          </a:solidFill>
                          <a:latin typeface="Arial"/>
                          <a:ea typeface="Arial"/>
                          <a:cs typeface="Arial"/>
                        </a:rPr>
                        <a:t>LINKER (2000)</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extended linker sequences from experimentally observed PDB and NMR loops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selection lacked reliable general criteria and often relied on intuition</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loop-derived sequences work for every engineered fusion</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1"/>
                  </a:ext>
                </a:extLst>
              </a:tr>
              <a:tr h="853440">
                <a:tc>
                  <a:txBody>
                    <a:bodyPr/>
                    <a:lstStyle/>
                    <a:p>
                      <a:r>
                        <a:rPr sz="975" b="1">
                          <a:solidFill>
                            <a:srgbClr val="F4F7F5"/>
                          </a:solidFill>
                          <a:latin typeface="Arial"/>
                          <a:ea typeface="Arial"/>
                          <a:cs typeface="Arial"/>
                        </a:rPr>
                        <a:t>SynLinker (2015)</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Searchable database with 2,150 natural and 110 artificial or empirical linkers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Candidate retrieval improved, while experimental selection remained largely ad hoc</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A learned pair-specific compatibility score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2"/>
                  </a:ext>
                </a:extLst>
              </a:tr>
              <a:tr h="853440">
                <a:tc>
                  <a:txBody>
                    <a:bodyPr/>
                    <a:lstStyle/>
                    <a:p>
                      <a:r>
                        <a:rPr sz="975" b="1">
                          <a:solidFill>
                            <a:srgbClr val="F4F7F5"/>
                          </a:solidFill>
                          <a:latin typeface="Arial"/>
                          <a:ea typeface="Arial"/>
                          <a:cs typeface="Arial"/>
                        </a:rPr>
                        <a:t>Li et al. (2026)</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randomized 18-aa linkers in one nanobody–sfGFP architecture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Function depends on fusion context; sequence and predicted local structure can carry useful signal</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Generalization across unrelated domain families or linker lengths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3"/>
                  </a:ext>
                </a:extLst>
              </a:tr>
              <a:tr h="853440">
                <a:tc>
                  <a:txBody>
                    <a:bodyPr/>
                    <a:lstStyle/>
                    <a:p>
                      <a:r>
                        <a:rPr sz="975" b="1">
                          <a:solidFill>
                            <a:srgbClr val="F4F7F5"/>
                          </a:solidFill>
                          <a:latin typeface="Arial"/>
                          <a:ea typeface="Arial"/>
                          <a:cs typeface="Arial"/>
                        </a:rPr>
                        <a:t>McBride et al. (2026)</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CASP16 ensembles tested against NMR and SAXS for flexible two-domain targets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Correct domain folds do not guarantee the correct interdomain ensemble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one structure predictor or one static model captures linker dynamics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4"/>
                  </a:ext>
                </a:extLst>
              </a:tr>
            </a:tbl>
          </a:graphicData>
        </a:graphic>
      </p:graphicFrame>
      <p:sp>
        <p:nvSpPr>
          <p:cNvPr id="9" name="Rectangle 8">
            <a:extLst>
              <a:ext uri="{FF2B5EF4-FFF2-40B4-BE49-F238E27FC236}">
                <a16:creationId xmlns:a16="http://schemas.microsoft.com/office/drawing/2014/main" id="{40D8EE5B-83E7-4AD7-84DE-45054BB12D97}"/>
              </a:ext>
            </a:extLst>
          </p:cNvPr>
          <p:cNvSpPr>
            <a:spLocks noGrp="1"/>
          </p:cNvSpPr>
          <p:nvPr/>
        </p:nvSpPr>
        <p:spPr>
          <a:xfrm>
            <a:off x="638175" y="5991225"/>
            <a:ext cx="1238250" cy="228600"/>
          </a:xfrm>
          <a:prstGeom prst="rect">
            <a:avLst/>
          </a:prstGeom>
          <a:noFill/>
          <a:ln w="0">
            <a:noFill/>
            <a:prstDash val="solid"/>
          </a:ln>
        </p:spPr>
        <p:txBody>
          <a:bodyPr anchor="t">
            <a:normAutofit fontScale="85714"/>
          </a:bodyPr>
          <a:lstStyle>
            <a:defPPr algn="l">
              <a:defRPr sz="1050" b="1" i="0">
                <a:solidFill>
                  <a:srgbClr val="E84AAB"/>
                </a:solidFill>
                <a:latin typeface="Arial"/>
                <a:ea typeface="Arial"/>
                <a:cs typeface="Arial"/>
              </a:defRPr>
            </a:defPPr>
            <a:lvl1pPr algn="l">
              <a:defRPr sz="1050" b="1" i="0">
                <a:solidFill>
                  <a:srgbClr val="E84AAB"/>
                </a:solidFill>
                <a:latin typeface="Arial"/>
                <a:ea typeface="Arial"/>
                <a:cs typeface="Arial"/>
              </a:defRPr>
            </a:lvl1pPr>
            <a:lvl2pPr algn="l">
              <a:defRPr sz="1050" b="1" i="0">
                <a:solidFill>
                  <a:srgbClr val="E84AAB"/>
                </a:solidFill>
                <a:latin typeface="Arial"/>
                <a:ea typeface="Arial"/>
                <a:cs typeface="Arial"/>
              </a:defRPr>
            </a:lvl2pPr>
            <a:lvl3pPr algn="l">
              <a:defRPr sz="1050" b="1" i="0">
                <a:solidFill>
                  <a:srgbClr val="E84AAB"/>
                </a:solidFill>
                <a:latin typeface="Arial"/>
                <a:ea typeface="Arial"/>
                <a:cs typeface="Arial"/>
              </a:defRPr>
            </a:lvl3pPr>
            <a:lvl4pPr algn="l">
              <a:defRPr sz="1050" b="1" i="0">
                <a:solidFill>
                  <a:srgbClr val="E84AAB"/>
                </a:solidFill>
                <a:latin typeface="Arial"/>
                <a:ea typeface="Arial"/>
                <a:cs typeface="Arial"/>
              </a:defRPr>
            </a:lvl4pPr>
            <a:lvl5pPr algn="l">
              <a:defRPr sz="1050" b="1" i="0">
                <a:solidFill>
                  <a:srgbClr val="E84AAB"/>
                </a:solidFill>
                <a:latin typeface="Arial"/>
                <a:ea typeface="Arial"/>
                <a:cs typeface="Arial"/>
              </a:defRPr>
            </a:lvl5pPr>
            <a:lvl6pPr algn="l">
              <a:defRPr sz="1050" b="1" i="0">
                <a:solidFill>
                  <a:srgbClr val="E84AAB"/>
                </a:solidFill>
                <a:latin typeface="Arial"/>
                <a:ea typeface="Arial"/>
                <a:cs typeface="Arial"/>
              </a:defRPr>
            </a:lvl6pPr>
            <a:lvl7pPr algn="l">
              <a:defRPr sz="1050" b="1" i="0">
                <a:solidFill>
                  <a:srgbClr val="E84AAB"/>
                </a:solidFill>
                <a:latin typeface="Arial"/>
                <a:ea typeface="Arial"/>
                <a:cs typeface="Arial"/>
              </a:defRPr>
            </a:lvl7pPr>
            <a:lvl8pPr algn="l">
              <a:defRPr sz="1050" b="1" i="0">
                <a:solidFill>
                  <a:srgbClr val="E84AAB"/>
                </a:solidFill>
                <a:latin typeface="Arial"/>
                <a:ea typeface="Arial"/>
                <a:cs typeface="Arial"/>
              </a:defRPr>
            </a:lvl8pPr>
            <a:lvl9pPr algn="l">
              <a:defRPr sz="1050" b="1" i="0">
                <a:solidFill>
                  <a:srgbClr val="E84AAB"/>
                </a:solidFill>
                <a:latin typeface="Arial"/>
                <a:ea typeface="Arial"/>
                <a:cs typeface="Arial"/>
              </a:defRPr>
            </a:lvl9pPr>
          </a:lstStyle>
          <a:p>
            <a:pPr algn="l">
              <a:defRPr sz="1050" b="1" i="0">
                <a:solidFill>
                  <a:srgbClr val="E84AAB"/>
                </a:solidFill>
                <a:latin typeface="Arial"/>
                <a:ea typeface="Arial"/>
                <a:cs typeface="Arial"/>
              </a:defRPr>
            </a:pPr>
            <a:r>
              <a:rPr sz="1050" b="1" i="0">
                <a:solidFill>
                  <a:srgbClr val="E84AAB"/>
                </a:solidFill>
                <a:latin typeface="Arial"/>
                <a:ea typeface="Arial"/>
                <a:cs typeface="Arial"/>
              </a:rPr>
              <a:t>Synthesis</a:t>
            </a:r>
          </a:p>
        </p:txBody>
      </p:sp>
      <p:sp>
        <p:nvSpPr>
          <p:cNvPr id="10" name="Rectangle 9">
            <a:extLst>
              <a:ext uri="{FF2B5EF4-FFF2-40B4-BE49-F238E27FC236}">
                <a16:creationId xmlns:a16="http://schemas.microsoft.com/office/drawing/2014/main" id="{BE585CD1-2E4D-4F38-92D0-71D13F37C7E5}"/>
              </a:ext>
            </a:extLst>
          </p:cNvPr>
          <p:cNvSpPr>
            <a:spLocks noGrp="1"/>
          </p:cNvSpPr>
          <p:nvPr/>
        </p:nvSpPr>
        <p:spPr>
          <a:xfrm>
            <a:off x="1847850" y="5962650"/>
            <a:ext cx="9601200" cy="333375"/>
          </a:xfrm>
          <a:prstGeom prst="rect">
            <a:avLst/>
          </a:prstGeom>
          <a:noFill/>
          <a:ln w="0">
            <a:noFill/>
            <a:prstDash val="solid"/>
          </a:ln>
        </p:spPr>
        <p:txBody>
          <a:bodyPr anchor="t">
            <a:normAutofit fontScale="99550"/>
          </a:bodyPr>
          <a:lstStyle>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a:pPr algn="l">
              <a:defRPr sz="1275" b="1" i="0">
                <a:solidFill>
                  <a:srgbClr val="F4F7F5"/>
                </a:solidFill>
                <a:latin typeface="Arial"/>
                <a:ea typeface="Arial"/>
                <a:cs typeface="Arial"/>
              </a:defRPr>
            </a:pPr>
            <a:r>
              <a:rPr sz="1275" b="1" i="0">
                <a:solidFill>
                  <a:srgbClr val="F4F7F5"/>
                </a:solidFill>
                <a:latin typeface="Arial"/>
                <a:ea typeface="Arial"/>
                <a:cs typeface="Arial"/>
              </a:rPr>
              <a:t>The missing evidence is a reproducible, family-disjoint test of pair-conditioned linker ranking across multiple domain pairs.</a:t>
            </a:r>
          </a:p>
        </p:txBody>
      </p:sp>
    </p:spTree>
    <p:extLst>
      <p:ext uri="{BB962C8B-B14F-4D97-AF65-F5344CB8AC3E}">
        <p14:creationId xmlns:p14="http://schemas.microsoft.com/office/powerpoint/2010/main" val="305865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786E8C6-1020-4821-B712-ED0B0ADB3B09}"/>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B185B87F-2B57-407A-9BDA-86E5DCB7EA67}"/>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76349E0C-2FCE-4866-A012-F9B00030FEAD}"/>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Rectangle 3">
            <a:extLst>
              <a:ext uri="{FF2B5EF4-FFF2-40B4-BE49-F238E27FC236}">
                <a16:creationId xmlns:a16="http://schemas.microsoft.com/office/drawing/2014/main" id="{50A2B6F8-AFFA-4181-AD06-41AEC558A3A1}"/>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Rectangle 4">
            <a:extLst>
              <a:ext uri="{FF2B5EF4-FFF2-40B4-BE49-F238E27FC236}">
                <a16:creationId xmlns:a16="http://schemas.microsoft.com/office/drawing/2014/main" id="{B0AE1FDA-B90F-4467-92E0-E1BD60CFCA1D}"/>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Rectangle 5">
            <a:extLst>
              <a:ext uri="{FF2B5EF4-FFF2-40B4-BE49-F238E27FC236}">
                <a16:creationId xmlns:a16="http://schemas.microsoft.com/office/drawing/2014/main" id="{88B490BA-E54E-4B03-B945-9A8144C2A5F5}"/>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Rectangle 6">
            <a:extLst>
              <a:ext uri="{FF2B5EF4-FFF2-40B4-BE49-F238E27FC236}">
                <a16:creationId xmlns:a16="http://schemas.microsoft.com/office/drawing/2014/main" id="{0D149A23-3780-483A-BF93-4FA42FEFB5DF}"/>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Broader evidence integration is proposed. Predictive superiority has not been demonstrated</a:t>
            </a:r>
          </a:p>
        </p:txBody>
      </p:sp>
      <p:graphicFrame>
        <p:nvGraphicFramePr>
          <p:cNvPr id="8" name="Table 7">
            <a:extLst>
              <a:ext uri="{FF2B5EF4-FFF2-40B4-BE49-F238E27FC236}">
                <a16:creationId xmlns:a16="http://schemas.microsoft.com/office/drawing/2014/main" id="{72B011AE-AF75-4E34-A256-CCEB80F2E5EF}"/>
              </a:ext>
            </a:extLst>
          </p:cNvPr>
          <p:cNvGraphicFramePr/>
          <p:nvPr/>
        </p:nvGraphicFramePr>
        <p:xfrm>
          <a:off x="514350" y="1581150"/>
          <a:ext cx="11163300" cy="3943350"/>
        </p:xfrm>
        <a:graphic>
          <a:graphicData uri="http://schemas.openxmlformats.org/drawingml/2006/table">
            <a:tbl>
              <a:tblPr/>
              <a:tblGrid>
                <a:gridCol w="20955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638550">
                  <a:extLst>
                    <a:ext uri="{9D8B030D-6E8A-4147-A177-3AD203B41FA5}">
                      <a16:colId xmlns:a16="http://schemas.microsoft.com/office/drawing/2014/main" val="20003"/>
                    </a:ext>
                  </a:extLst>
                </a:gridCol>
              </a:tblGrid>
              <a:tr h="657225">
                <a:tc>
                  <a:txBody>
                    <a:bodyPr/>
                    <a:lstStyle/>
                    <a:p>
                      <a:r>
                        <a:rPr sz="975" b="1">
                          <a:solidFill>
                            <a:srgbClr val="3FC6D6"/>
                          </a:solidFill>
                          <a:latin typeface="Arial"/>
                          <a:ea typeface="Arial"/>
                          <a:cs typeface="Arial"/>
                        </a:rPr>
                        <a:t>Method</a:t>
                      </a:r>
                    </a:p>
                  </a:txBody>
                  <a:tcPr>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Primary output</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Context represented</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Evidence boundary</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extLst>
                  <a:ext uri="{0D108BD9-81ED-4DB2-BD59-A6C34878D82A}">
                    <a16:rowId xmlns:a16="http://schemas.microsoft.com/office/drawing/2014/main" val="10000"/>
                  </a:ext>
                </a:extLst>
              </a:tr>
              <a:tr h="657225">
                <a:tc>
                  <a:txBody>
                    <a:bodyPr/>
                    <a:lstStyle/>
                    <a:p>
                      <a:r>
                        <a:rPr sz="975" b="1">
                          <a:solidFill>
                            <a:srgbClr val="F4F7F5"/>
                          </a:solidFill>
                          <a:latin typeface="Arial"/>
                          <a:ea typeface="Arial"/>
                          <a:cs typeface="Arial"/>
                        </a:rPr>
                        <a:t>LINKER / SynLinker</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or retrieved linker candidates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properties and curated templates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No learned outcome for a selected domain pair</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1"/>
                  </a:ext>
                </a:extLst>
              </a:tr>
              <a:tr h="657225">
                <a:tc>
                  <a:txBody>
                    <a:bodyPr/>
                    <a:lstStyle/>
                    <a:p>
                      <a:r>
                        <a:rPr sz="975" b="1">
                          <a:solidFill>
                            <a:srgbClr val="F4F7F5"/>
                          </a:solidFill>
                          <a:latin typeface="Arial"/>
                          <a:ea typeface="Arial"/>
                          <a:cs typeface="Arial"/>
                        </a:rPr>
                        <a:t>DFLpred / APOD / TransDFL</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Per-residue DFL score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One protein sequence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Detection does not rank engineered fusions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2"/>
                  </a:ext>
                </a:extLst>
              </a:tr>
              <a:tr h="657225">
                <a:tc>
                  <a:txBody>
                    <a:bodyPr/>
                    <a:lstStyle/>
                    <a:p>
                      <a:r>
                        <a:rPr sz="975" b="1">
                          <a:solidFill>
                            <a:srgbClr val="F4F7F5"/>
                          </a:solidFill>
                          <a:latin typeface="Arial"/>
                          <a:ea typeface="Arial"/>
                          <a:cs typeface="Arial"/>
                        </a:rPr>
                        <a:t>Li et al. (2026)</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Fluorescence prediction and linker customization</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linkers in one sfGFP–nanobody system plus AF2 features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Strong task-specific evidence; cross-pair generalization remains untested</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3"/>
                  </a:ext>
                </a:extLst>
              </a:tr>
              <a:tr h="657225">
                <a:tc>
                  <a:txBody>
                    <a:bodyPr/>
                    <a:lstStyle/>
                    <a:p>
                      <a:r>
                        <a:rPr sz="975" b="1">
                          <a:solidFill>
                            <a:srgbClr val="F4F7F5"/>
                          </a:solidFill>
                          <a:latin typeface="Arial"/>
                          <a:ea typeface="Arial"/>
                          <a:cs typeface="Arial"/>
                        </a:rPr>
                        <a:t>AlphaFold2 / ColabFold</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model and confidence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Complete supplied sequence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confidence alone does not establish expression or activity</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4"/>
                  </a:ext>
                </a:extLst>
              </a:tr>
              <a:tr h="657225">
                <a:tc>
                  <a:txBody>
                    <a:bodyPr/>
                    <a:lstStyle/>
                    <a:p>
                      <a:r>
                        <a:rPr sz="975" b="1">
                          <a:solidFill>
                            <a:srgbClr val="3FC6D6"/>
                          </a:solidFill>
                          <a:latin typeface="Arial"/>
                          <a:ea typeface="Arial"/>
                          <a:cs typeface="Arial"/>
                        </a:rPr>
                        <a:t>LinkerForge target</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Pair-conditioned ranking with a matched evidence bundle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Both domains, attachment context, candidate, and full fusion</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Ranker training and family-disjoint validation remain incomplete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2352B"/>
                    </a:solidFill>
                  </a:tcPr>
                </a:tc>
                <a:extLst>
                  <a:ext uri="{0D108BD9-81ED-4DB2-BD59-A6C34878D82A}">
                    <a16:rowId xmlns:a16="http://schemas.microsoft.com/office/drawing/2014/main" val="10005"/>
                  </a:ext>
                </a:extLst>
              </a:tr>
            </a:tbl>
          </a:graphicData>
        </a:graphic>
      </p:graphicFrame>
      <p:sp>
        <p:nvSpPr>
          <p:cNvPr id="9" name="Straight Connector 8">
            <a:extLst>
              <a:ext uri="{FF2B5EF4-FFF2-40B4-BE49-F238E27FC236}">
                <a16:creationId xmlns:a16="http://schemas.microsoft.com/office/drawing/2014/main" id="{C5D9A431-C91C-40AE-A8C2-834E0091C684}"/>
              </a:ext>
            </a:extLst>
          </p:cNvPr>
          <p:cNvSpPr>
            <a:spLocks noGrp="1"/>
          </p:cNvSpPr>
          <p:nvPr/>
        </p:nvSpPr>
        <p:spPr>
          <a:xfrm>
            <a:off x="628650" y="5810250"/>
            <a:ext cx="10934700" cy="0"/>
          </a:xfrm>
          <a:prstGeom prst="line">
            <a:avLst/>
          </a:prstGeom>
          <a:noFill/>
          <a:ln w="19050">
            <a:solidFill>
              <a:srgbClr val="E84AAB"/>
            </a:solidFill>
            <a:prstDash val="solid"/>
          </a:ln>
        </p:spPr>
      </p:sp>
      <p:sp>
        <p:nvSpPr>
          <p:cNvPr id="10" name="Rectangle 9">
            <a:extLst>
              <a:ext uri="{FF2B5EF4-FFF2-40B4-BE49-F238E27FC236}">
                <a16:creationId xmlns:a16="http://schemas.microsoft.com/office/drawing/2014/main" id="{5132D014-7B54-4EAA-A0C8-631DE5D1BF99}"/>
              </a:ext>
            </a:extLst>
          </p:cNvPr>
          <p:cNvSpPr>
            <a:spLocks noGrp="1"/>
          </p:cNvSpPr>
          <p:nvPr/>
        </p:nvSpPr>
        <p:spPr>
          <a:xfrm>
            <a:off x="638175" y="5924550"/>
            <a:ext cx="1571625" cy="247650"/>
          </a:xfrm>
          <a:prstGeom prst="rect">
            <a:avLst/>
          </a:prstGeom>
          <a:noFill/>
          <a:ln w="0">
            <a:noFill/>
            <a:prstDash val="solid"/>
          </a:ln>
        </p:spPr>
        <p:txBody>
          <a:bodyPr anchor="t">
            <a:normAutofit fontScale="91111"/>
          </a:bodyPr>
          <a:lstStyle>
            <a:defPPr algn="l">
              <a:defRPr sz="1125" b="1" i="0">
                <a:solidFill>
                  <a:srgbClr val="E84AAB"/>
                </a:solidFill>
                <a:latin typeface="Arial"/>
                <a:ea typeface="Arial"/>
                <a:cs typeface="Arial"/>
              </a:defRPr>
            </a:defPPr>
            <a:lvl1pPr algn="l">
              <a:defRPr sz="1125" b="1" i="0">
                <a:solidFill>
                  <a:srgbClr val="E84AAB"/>
                </a:solidFill>
                <a:latin typeface="Arial"/>
                <a:ea typeface="Arial"/>
                <a:cs typeface="Arial"/>
              </a:defRPr>
            </a:lvl1pPr>
            <a:lvl2pPr algn="l">
              <a:defRPr sz="1125" b="1" i="0">
                <a:solidFill>
                  <a:srgbClr val="E84AAB"/>
                </a:solidFill>
                <a:latin typeface="Arial"/>
                <a:ea typeface="Arial"/>
                <a:cs typeface="Arial"/>
              </a:defRPr>
            </a:lvl2pPr>
            <a:lvl3pPr algn="l">
              <a:defRPr sz="1125" b="1" i="0">
                <a:solidFill>
                  <a:srgbClr val="E84AAB"/>
                </a:solidFill>
                <a:latin typeface="Arial"/>
                <a:ea typeface="Arial"/>
                <a:cs typeface="Arial"/>
              </a:defRPr>
            </a:lvl3pPr>
            <a:lvl4pPr algn="l">
              <a:defRPr sz="1125" b="1" i="0">
                <a:solidFill>
                  <a:srgbClr val="E84AAB"/>
                </a:solidFill>
                <a:latin typeface="Arial"/>
                <a:ea typeface="Arial"/>
                <a:cs typeface="Arial"/>
              </a:defRPr>
            </a:lvl4pPr>
            <a:lvl5pPr algn="l">
              <a:defRPr sz="1125" b="1" i="0">
                <a:solidFill>
                  <a:srgbClr val="E84AAB"/>
                </a:solidFill>
                <a:latin typeface="Arial"/>
                <a:ea typeface="Arial"/>
                <a:cs typeface="Arial"/>
              </a:defRPr>
            </a:lvl5pPr>
            <a:lvl6pPr algn="l">
              <a:defRPr sz="1125" b="1" i="0">
                <a:solidFill>
                  <a:srgbClr val="E84AAB"/>
                </a:solidFill>
                <a:latin typeface="Arial"/>
                <a:ea typeface="Arial"/>
                <a:cs typeface="Arial"/>
              </a:defRPr>
            </a:lvl6pPr>
            <a:lvl7pPr algn="l">
              <a:defRPr sz="1125" b="1" i="0">
                <a:solidFill>
                  <a:srgbClr val="E84AAB"/>
                </a:solidFill>
                <a:latin typeface="Arial"/>
                <a:ea typeface="Arial"/>
                <a:cs typeface="Arial"/>
              </a:defRPr>
            </a:lvl7pPr>
            <a:lvl8pPr algn="l">
              <a:defRPr sz="1125" b="1" i="0">
                <a:solidFill>
                  <a:srgbClr val="E84AAB"/>
                </a:solidFill>
                <a:latin typeface="Arial"/>
                <a:ea typeface="Arial"/>
                <a:cs typeface="Arial"/>
              </a:defRPr>
            </a:lvl8pPr>
            <a:lvl9pPr algn="l">
              <a:defRPr sz="1125" b="1" i="0">
                <a:solidFill>
                  <a:srgbClr val="E84AAB"/>
                </a:solidFill>
                <a:latin typeface="Arial"/>
                <a:ea typeface="Arial"/>
                <a:cs typeface="Arial"/>
              </a:defRPr>
            </a:lvl9pPr>
          </a:lstStyle>
          <a:p>
            <a:pPr algn="l">
              <a:defRPr sz="1125" b="1" i="0">
                <a:solidFill>
                  <a:srgbClr val="E84AAB"/>
                </a:solidFill>
                <a:latin typeface="Arial"/>
                <a:ea typeface="Arial"/>
                <a:cs typeface="Arial"/>
              </a:defRPr>
            </a:pPr>
            <a:r>
              <a:rPr sz="1125" b="1" i="0">
                <a:solidFill>
                  <a:srgbClr val="E84AAB"/>
                </a:solidFill>
                <a:latin typeface="Arial"/>
                <a:ea typeface="Arial"/>
                <a:cs typeface="Arial"/>
              </a:rPr>
              <a:t>Distinctive scope</a:t>
            </a:r>
          </a:p>
        </p:txBody>
      </p:sp>
      <p:sp>
        <p:nvSpPr>
          <p:cNvPr id="11" name="Rectangle 10">
            <a:extLst>
              <a:ext uri="{FF2B5EF4-FFF2-40B4-BE49-F238E27FC236}">
                <a16:creationId xmlns:a16="http://schemas.microsoft.com/office/drawing/2014/main" id="{6CDB952E-D27E-445E-9C6F-856D199B213E}"/>
              </a:ext>
            </a:extLst>
          </p:cNvPr>
          <p:cNvSpPr>
            <a:spLocks noGrp="1"/>
          </p:cNvSpPr>
          <p:nvPr/>
        </p:nvSpPr>
        <p:spPr>
          <a:xfrm>
            <a:off x="2257425" y="5886450"/>
            <a:ext cx="9172575" cy="400050"/>
          </a:xfrm>
          <a:prstGeom prst="rect">
            <a:avLst/>
          </a:prstGeom>
          <a:noFill/>
          <a:ln w="0">
            <a:noFill/>
            <a:prstDash val="solid"/>
          </a:ln>
        </p:spPr>
        <p:txBody>
          <a:bodyPr anchor="t">
            <a:normAutofit fontScale="83691"/>
          </a:bodyPr>
          <a:lstStyle>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a:pPr algn="l">
              <a:defRPr sz="1275" b="1" i="0">
                <a:solidFill>
                  <a:srgbClr val="F4F7F5"/>
                </a:solidFill>
                <a:latin typeface="Arial"/>
                <a:ea typeface="Arial"/>
                <a:cs typeface="Arial"/>
              </a:defRPr>
            </a:pPr>
            <a:r>
              <a:rPr sz="1275" b="1" i="0">
                <a:solidFill>
                  <a:srgbClr val="F4F7F5"/>
                </a:solidFill>
                <a:latin typeface="Arial"/>
                <a:ea typeface="Arial"/>
                <a:cs typeface="Arial"/>
              </a:rPr>
              <a:t>One contract links candidate selection, full-fusion checks, rejection rules, and provenance. A performance advantage remains a hypothesis.</a:t>
            </a:r>
          </a:p>
        </p:txBody>
      </p:sp>
    </p:spTree>
    <p:extLst>
      <p:ext uri="{BB962C8B-B14F-4D97-AF65-F5344CB8AC3E}">
        <p14:creationId xmlns:p14="http://schemas.microsoft.com/office/powerpoint/2010/main" val="427038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220F486-7099-4C8B-919D-548EC80559A7}"/>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4A02FE9F-3BDD-416E-8E22-DA3C0784E94E}"/>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F56FDD4B-DB9A-4A96-937C-5DCCB48F8C97}"/>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a:ext uri="{FF2B5EF4-FFF2-40B4-BE49-F238E27FC236}">
                <a16:creationId xmlns:a16="http://schemas.microsoft.com/office/drawing/2014/main" id="{8A5E43E7-27D2-43F9-93C5-BE18741B9551}"/>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a:ext uri="{FF2B5EF4-FFF2-40B4-BE49-F238E27FC236}">
                <a16:creationId xmlns:a16="http://schemas.microsoft.com/office/drawing/2014/main" id="{B2951D6F-EF00-4F1F-AC59-0BE1E00E8F4C}"/>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a:ext uri="{FF2B5EF4-FFF2-40B4-BE49-F238E27FC236}">
                <a16:creationId xmlns:a16="http://schemas.microsoft.com/office/drawing/2014/main" id="{1C9342F1-7B97-4BF8-9854-34B12266B477}"/>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a:ext uri="{FF2B5EF4-FFF2-40B4-BE49-F238E27FC236}">
                <a16:creationId xmlns:a16="http://schemas.microsoft.com/office/drawing/2014/main" id="{38635D9F-AA71-41A9-BDA4-81BFB80054B7}"/>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a:ext uri="{FF2B5EF4-FFF2-40B4-BE49-F238E27FC236}">
                <a16:creationId xmlns:a16="http://schemas.microsoft.com/office/drawing/2014/main" id="{8108CB20-0721-427A-B8CC-9EAC7D36716B}"/>
              </a:ext>
            </a:extLst>
          </p:cNvPr>
          <p:cNvSpPr>
            <a:spLocks noGrp="1"/>
          </p:cNvSpPr>
          <p:nvPr/>
        </p:nvSpPr>
        <p:spPr>
          <a:xfrm>
            <a:off x="628650" y="1752600"/>
            <a:ext cx="3333750" cy="247650"/>
          </a:xfrm>
          <a:prstGeom prst="rect">
            <a:avLst/>
          </a:prstGeom>
          <a:noFill/>
          <a:ln w="0">
            <a:noFill/>
            <a:prstDash val="solid"/>
          </a:ln>
        </p:spPr>
        <p:txBody>
          <a:bodyPr anchor="t">
            <a:normAutofit/>
          </a:bodyPr>
          <a:lstStyle>
            <a:defPPr algn="l">
              <a:defRPr sz="975" b="1" i="0">
                <a:solidFill>
                  <a:srgbClr val="4E9BEC"/>
                </a:solidFill>
                <a:latin typeface="Arial"/>
                <a:ea typeface="Arial"/>
                <a:cs typeface="Arial"/>
              </a:defRPr>
            </a:defPPr>
            <a:lvl1pPr algn="l">
              <a:defRPr sz="975" b="1" i="0">
                <a:solidFill>
                  <a:srgbClr val="4E9BEC"/>
                </a:solidFill>
                <a:latin typeface="Arial"/>
                <a:ea typeface="Arial"/>
                <a:cs typeface="Arial"/>
              </a:defRPr>
            </a:lvl1pPr>
            <a:lvl2pPr algn="l">
              <a:defRPr sz="975" b="1" i="0">
                <a:solidFill>
                  <a:srgbClr val="4E9BEC"/>
                </a:solidFill>
                <a:latin typeface="Arial"/>
                <a:ea typeface="Arial"/>
                <a:cs typeface="Arial"/>
              </a:defRPr>
            </a:lvl2pPr>
            <a:lvl3pPr algn="l">
              <a:defRPr sz="975" b="1" i="0">
                <a:solidFill>
                  <a:srgbClr val="4E9BEC"/>
                </a:solidFill>
                <a:latin typeface="Arial"/>
                <a:ea typeface="Arial"/>
                <a:cs typeface="Arial"/>
              </a:defRPr>
            </a:lvl3pPr>
            <a:lvl4pPr algn="l">
              <a:defRPr sz="975" b="1" i="0">
                <a:solidFill>
                  <a:srgbClr val="4E9BEC"/>
                </a:solidFill>
                <a:latin typeface="Arial"/>
                <a:ea typeface="Arial"/>
                <a:cs typeface="Arial"/>
              </a:defRPr>
            </a:lvl4pPr>
            <a:lvl5pPr algn="l">
              <a:defRPr sz="975" b="1" i="0">
                <a:solidFill>
                  <a:srgbClr val="4E9BEC"/>
                </a:solidFill>
                <a:latin typeface="Arial"/>
                <a:ea typeface="Arial"/>
                <a:cs typeface="Arial"/>
              </a:defRPr>
            </a:lvl5pPr>
            <a:lvl6pPr algn="l">
              <a:defRPr sz="975" b="1" i="0">
                <a:solidFill>
                  <a:srgbClr val="4E9BEC"/>
                </a:solidFill>
                <a:latin typeface="Arial"/>
                <a:ea typeface="Arial"/>
                <a:cs typeface="Arial"/>
              </a:defRPr>
            </a:lvl6pPr>
            <a:lvl7pPr algn="l">
              <a:defRPr sz="975" b="1" i="0">
                <a:solidFill>
                  <a:srgbClr val="4E9BEC"/>
                </a:solidFill>
                <a:latin typeface="Arial"/>
                <a:ea typeface="Arial"/>
                <a:cs typeface="Arial"/>
              </a:defRPr>
            </a:lvl7pPr>
            <a:lvl8pPr algn="l">
              <a:defRPr sz="975" b="1" i="0">
                <a:solidFill>
                  <a:srgbClr val="4E9BEC"/>
                </a:solidFill>
                <a:latin typeface="Arial"/>
                <a:ea typeface="Arial"/>
                <a:cs typeface="Arial"/>
              </a:defRPr>
            </a:lvl8pPr>
            <a:lvl9pPr algn="l">
              <a:defRPr sz="975" b="1" i="0">
                <a:solidFill>
                  <a:srgbClr val="4E9BEC"/>
                </a:solidFill>
                <a:latin typeface="Arial"/>
                <a:ea typeface="Arial"/>
                <a:cs typeface="Arial"/>
              </a:defRPr>
            </a:lvl9pPr>
          </a:lstStyle>
          <a:p>
            <a:pPr algn="l">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a:ext uri="{FF2B5EF4-FFF2-40B4-BE49-F238E27FC236}">
                <a16:creationId xmlns:a16="http://schemas.microsoft.com/office/drawing/2014/main" id="{789FD07C-7810-485A-A309-14D321A4572C}"/>
              </a:ext>
            </a:extLst>
          </p:cNvPr>
          <p:cNvSpPr>
            <a:spLocks noGrp="1"/>
          </p:cNvSpPr>
          <p:nvPr/>
        </p:nvSpPr>
        <p:spPr>
          <a:xfrm>
            <a:off x="628650" y="2076450"/>
            <a:ext cx="3333750" cy="0"/>
          </a:xfrm>
          <a:prstGeom prst="line">
            <a:avLst/>
          </a:prstGeom>
          <a:noFill/>
          <a:ln w="19050">
            <a:solidFill>
              <a:srgbClr val="4E9BEC"/>
            </a:solidFill>
            <a:prstDash val="solid"/>
          </a:ln>
        </p:spPr>
      </p:sp>
      <p:sp>
        <p:nvSpPr>
          <p:cNvPr id="10" name="Rectangle 9">
            <a:extLst>
              <a:ext uri="{FF2B5EF4-FFF2-40B4-BE49-F238E27FC236}">
                <a16:creationId xmlns:a16="http://schemas.microsoft.com/office/drawing/2014/main" id="{77670CE9-B1F8-4E7C-AF00-CA88AFF2EF80}"/>
              </a:ext>
            </a:extLst>
          </p:cNvPr>
          <p:cNvSpPr>
            <a:spLocks noGrp="1"/>
          </p:cNvSpPr>
          <p:nvPr/>
        </p:nvSpPr>
        <p:spPr>
          <a:xfrm>
            <a:off x="628650" y="2305050"/>
            <a:ext cx="3333750" cy="400050"/>
          </a:xfrm>
          <a:prstGeom prst="rect">
            <a:avLst/>
          </a:prstGeom>
          <a:noFill/>
          <a:ln w="0">
            <a:noFill/>
            <a:prstDash val="solid"/>
          </a:ln>
        </p:spPr>
        <p:txBody>
          <a:bodyPr anchor="t">
            <a:normAutofit/>
          </a:bodyPr>
          <a:lstStyle>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a:pPr algn="l">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a:ext uri="{FF2B5EF4-FFF2-40B4-BE49-F238E27FC236}">
                <a16:creationId xmlns:a16="http://schemas.microsoft.com/office/drawing/2014/main" id="{AE002E7F-AF01-40FB-B354-AB3A013197A0}"/>
              </a:ext>
            </a:extLst>
          </p:cNvPr>
          <p:cNvSpPr>
            <a:spLocks noGrp="1"/>
          </p:cNvSpPr>
          <p:nvPr/>
        </p:nvSpPr>
        <p:spPr>
          <a:xfrm>
            <a:off x="628650" y="28384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a:ext uri="{FF2B5EF4-FFF2-40B4-BE49-F238E27FC236}">
                <a16:creationId xmlns:a16="http://schemas.microsoft.com/office/drawing/2014/main" id="{4F4C1362-E549-424F-9FBB-15414858592C}"/>
              </a:ext>
            </a:extLst>
          </p:cNvPr>
          <p:cNvSpPr>
            <a:spLocks noGrp="1"/>
          </p:cNvSpPr>
          <p:nvPr/>
        </p:nvSpPr>
        <p:spPr>
          <a:xfrm>
            <a:off x="628650" y="33718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a:ext uri="{FF2B5EF4-FFF2-40B4-BE49-F238E27FC236}">
                <a16:creationId xmlns:a16="http://schemas.microsoft.com/office/drawing/2014/main" id="{01E7262E-0CCF-4AD1-8A11-A666D4E6F75F}"/>
              </a:ext>
            </a:extLst>
          </p:cNvPr>
          <p:cNvSpPr>
            <a:spLocks noGrp="1"/>
          </p:cNvSpPr>
          <p:nvPr/>
        </p:nvSpPr>
        <p:spPr>
          <a:xfrm>
            <a:off x="628650" y="39052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a:ext uri="{FF2B5EF4-FFF2-40B4-BE49-F238E27FC236}">
                <a16:creationId xmlns:a16="http://schemas.microsoft.com/office/drawing/2014/main" id="{D5689DAB-3EA9-4B89-B6B1-0B8FC22B624F}"/>
              </a:ext>
            </a:extLst>
          </p:cNvPr>
          <p:cNvSpPr>
            <a:spLocks noGrp="1"/>
          </p:cNvSpPr>
          <p:nvPr/>
        </p:nvSpPr>
        <p:spPr>
          <a:xfrm>
            <a:off x="4191000" y="1752600"/>
            <a:ext cx="0" cy="2705100"/>
          </a:xfrm>
          <a:prstGeom prst="line">
            <a:avLst/>
          </a:prstGeom>
          <a:noFill/>
          <a:ln w="9525">
            <a:solidFill>
              <a:srgbClr val="29433A"/>
            </a:solidFill>
            <a:prstDash val="solid"/>
          </a:ln>
        </p:spPr>
      </p:sp>
      <p:sp>
        <p:nvSpPr>
          <p:cNvPr id="15" name="Rectangle 14">
            <a:extLst>
              <a:ext uri="{FF2B5EF4-FFF2-40B4-BE49-F238E27FC236}">
                <a16:creationId xmlns:a16="http://schemas.microsoft.com/office/drawing/2014/main" id="{C70A8FF4-4E0E-4D30-A0A4-A0C59776898F}"/>
              </a:ext>
            </a:extLst>
          </p:cNvPr>
          <p:cNvSpPr>
            <a:spLocks noGrp="1"/>
          </p:cNvSpPr>
          <p:nvPr/>
        </p:nvSpPr>
        <p:spPr>
          <a:xfrm>
            <a:off x="4429125" y="1752600"/>
            <a:ext cx="3333750" cy="247650"/>
          </a:xfrm>
          <a:prstGeom prst="rect">
            <a:avLst/>
          </a:prstGeom>
          <a:noFill/>
          <a:ln w="0">
            <a:noFill/>
            <a:prstDash val="solid"/>
          </a:ln>
        </p:spPr>
        <p:txBody>
          <a:bodyPr anchor="t">
            <a:normAutofit/>
          </a:bodyPr>
          <a:lstStyle>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a:pPr algn="l">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a:ext uri="{FF2B5EF4-FFF2-40B4-BE49-F238E27FC236}">
                <a16:creationId xmlns:a16="http://schemas.microsoft.com/office/drawing/2014/main" id="{048E00B7-AB9A-4107-80A1-E1F8EB8FA22E}"/>
              </a:ext>
            </a:extLst>
          </p:cNvPr>
          <p:cNvSpPr>
            <a:spLocks noGrp="1"/>
          </p:cNvSpPr>
          <p:nvPr/>
        </p:nvSpPr>
        <p:spPr>
          <a:xfrm>
            <a:off x="4429125" y="2076450"/>
            <a:ext cx="3333750" cy="0"/>
          </a:xfrm>
          <a:prstGeom prst="line">
            <a:avLst/>
          </a:prstGeom>
          <a:noFill/>
          <a:ln w="19050">
            <a:solidFill>
              <a:srgbClr val="E84AAB"/>
            </a:solidFill>
            <a:prstDash val="solid"/>
          </a:ln>
        </p:spPr>
      </p:sp>
      <p:sp>
        <p:nvSpPr>
          <p:cNvPr id="17" name="Rectangle 16">
            <a:extLst>
              <a:ext uri="{FF2B5EF4-FFF2-40B4-BE49-F238E27FC236}">
                <a16:creationId xmlns:a16="http://schemas.microsoft.com/office/drawing/2014/main" id="{2D6EC446-AD15-4BC0-AC20-A514FC8A8856}"/>
              </a:ext>
            </a:extLst>
          </p:cNvPr>
          <p:cNvSpPr>
            <a:spLocks noGrp="1"/>
          </p:cNvSpPr>
          <p:nvPr/>
        </p:nvSpPr>
        <p:spPr>
          <a:xfrm>
            <a:off x="4429125" y="2305050"/>
            <a:ext cx="3333750" cy="400050"/>
          </a:xfrm>
          <a:prstGeom prst="rect">
            <a:avLst/>
          </a:prstGeom>
          <a:noFill/>
          <a:ln w="0">
            <a:noFill/>
            <a:prstDash val="solid"/>
          </a:ln>
        </p:spPr>
        <p:txBody>
          <a:bodyPr anchor="t">
            <a:normAutofit/>
          </a:bodyPr>
          <a:lstStyle>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a:pPr algn="l">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a:ext uri="{FF2B5EF4-FFF2-40B4-BE49-F238E27FC236}">
                <a16:creationId xmlns:a16="http://schemas.microsoft.com/office/drawing/2014/main" id="{596F2F7B-2869-4E8B-9AFF-A8A1F9DE1AC0}"/>
              </a:ext>
            </a:extLst>
          </p:cNvPr>
          <p:cNvSpPr>
            <a:spLocks noGrp="1"/>
          </p:cNvSpPr>
          <p:nvPr/>
        </p:nvSpPr>
        <p:spPr>
          <a:xfrm>
            <a:off x="4429125" y="28384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a:ext uri="{FF2B5EF4-FFF2-40B4-BE49-F238E27FC236}">
                <a16:creationId xmlns:a16="http://schemas.microsoft.com/office/drawing/2014/main" id="{47F46309-13CF-47FA-9465-60AFDFAB1638}"/>
              </a:ext>
            </a:extLst>
          </p:cNvPr>
          <p:cNvSpPr>
            <a:spLocks noGrp="1"/>
          </p:cNvSpPr>
          <p:nvPr/>
        </p:nvSpPr>
        <p:spPr>
          <a:xfrm>
            <a:off x="4429125" y="33718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a:ext uri="{FF2B5EF4-FFF2-40B4-BE49-F238E27FC236}">
                <a16:creationId xmlns:a16="http://schemas.microsoft.com/office/drawing/2014/main" id="{7DA5B21C-43CA-4322-AD6C-86DB2FFA57EC}"/>
              </a:ext>
            </a:extLst>
          </p:cNvPr>
          <p:cNvSpPr>
            <a:spLocks noGrp="1"/>
          </p:cNvSpPr>
          <p:nvPr/>
        </p:nvSpPr>
        <p:spPr>
          <a:xfrm>
            <a:off x="4429125" y="39052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a:ext uri="{FF2B5EF4-FFF2-40B4-BE49-F238E27FC236}">
                <a16:creationId xmlns:a16="http://schemas.microsoft.com/office/drawing/2014/main" id="{9F4500C4-0305-43CC-80F3-30FA96EBB073}"/>
              </a:ext>
            </a:extLst>
          </p:cNvPr>
          <p:cNvSpPr>
            <a:spLocks noGrp="1"/>
          </p:cNvSpPr>
          <p:nvPr/>
        </p:nvSpPr>
        <p:spPr>
          <a:xfrm>
            <a:off x="7991475" y="1752600"/>
            <a:ext cx="0" cy="2705100"/>
          </a:xfrm>
          <a:prstGeom prst="line">
            <a:avLst/>
          </a:prstGeom>
          <a:noFill/>
          <a:ln w="9525">
            <a:solidFill>
              <a:srgbClr val="29433A"/>
            </a:solidFill>
            <a:prstDash val="solid"/>
          </a:ln>
        </p:spPr>
      </p:sp>
      <p:sp>
        <p:nvSpPr>
          <p:cNvPr id="22" name="Rectangle 21">
            <a:extLst>
              <a:ext uri="{FF2B5EF4-FFF2-40B4-BE49-F238E27FC236}">
                <a16:creationId xmlns:a16="http://schemas.microsoft.com/office/drawing/2014/main" id="{34A43B78-9CB7-4845-8F4F-14A60CDA665B}"/>
              </a:ext>
            </a:extLst>
          </p:cNvPr>
          <p:cNvSpPr>
            <a:spLocks noGrp="1"/>
          </p:cNvSpPr>
          <p:nvPr/>
        </p:nvSpPr>
        <p:spPr>
          <a:xfrm>
            <a:off x="8229600" y="1752600"/>
            <a:ext cx="3333750" cy="247650"/>
          </a:xfrm>
          <a:prstGeom prst="rect">
            <a:avLst/>
          </a:prstGeom>
          <a:noFill/>
          <a:ln w="0">
            <a:noFill/>
            <a:prstDash val="solid"/>
          </a:ln>
        </p:spPr>
        <p:txBody>
          <a:bodyPr anchor="t">
            <a:normAutofit/>
          </a:bodyPr>
          <a:lstStyle>
            <a:defPPr algn="l">
              <a:defRPr sz="975" b="1" i="0">
                <a:solidFill>
                  <a:srgbClr val="3FC6D6"/>
                </a:solidFill>
                <a:latin typeface="Arial"/>
                <a:ea typeface="Arial"/>
                <a:cs typeface="Arial"/>
              </a:defRPr>
            </a:defPPr>
            <a:lvl1pPr algn="l">
              <a:defRPr sz="975" b="1" i="0">
                <a:solidFill>
                  <a:srgbClr val="3FC6D6"/>
                </a:solidFill>
                <a:latin typeface="Arial"/>
                <a:ea typeface="Arial"/>
                <a:cs typeface="Arial"/>
              </a:defRPr>
            </a:lvl1pPr>
            <a:lvl2pPr algn="l">
              <a:defRPr sz="975" b="1" i="0">
                <a:solidFill>
                  <a:srgbClr val="3FC6D6"/>
                </a:solidFill>
                <a:latin typeface="Arial"/>
                <a:ea typeface="Arial"/>
                <a:cs typeface="Arial"/>
              </a:defRPr>
            </a:lvl2pPr>
            <a:lvl3pPr algn="l">
              <a:defRPr sz="975" b="1" i="0">
                <a:solidFill>
                  <a:srgbClr val="3FC6D6"/>
                </a:solidFill>
                <a:latin typeface="Arial"/>
                <a:ea typeface="Arial"/>
                <a:cs typeface="Arial"/>
              </a:defRPr>
            </a:lvl3pPr>
            <a:lvl4pPr algn="l">
              <a:defRPr sz="975" b="1" i="0">
                <a:solidFill>
                  <a:srgbClr val="3FC6D6"/>
                </a:solidFill>
                <a:latin typeface="Arial"/>
                <a:ea typeface="Arial"/>
                <a:cs typeface="Arial"/>
              </a:defRPr>
            </a:lvl4pPr>
            <a:lvl5pPr algn="l">
              <a:defRPr sz="975" b="1" i="0">
                <a:solidFill>
                  <a:srgbClr val="3FC6D6"/>
                </a:solidFill>
                <a:latin typeface="Arial"/>
                <a:ea typeface="Arial"/>
                <a:cs typeface="Arial"/>
              </a:defRPr>
            </a:lvl5pPr>
            <a:lvl6pPr algn="l">
              <a:defRPr sz="975" b="1" i="0">
                <a:solidFill>
                  <a:srgbClr val="3FC6D6"/>
                </a:solidFill>
                <a:latin typeface="Arial"/>
                <a:ea typeface="Arial"/>
                <a:cs typeface="Arial"/>
              </a:defRPr>
            </a:lvl6pPr>
            <a:lvl7pPr algn="l">
              <a:defRPr sz="975" b="1" i="0">
                <a:solidFill>
                  <a:srgbClr val="3FC6D6"/>
                </a:solidFill>
                <a:latin typeface="Arial"/>
                <a:ea typeface="Arial"/>
                <a:cs typeface="Arial"/>
              </a:defRPr>
            </a:lvl7pPr>
            <a:lvl8pPr algn="l">
              <a:defRPr sz="975" b="1" i="0">
                <a:solidFill>
                  <a:srgbClr val="3FC6D6"/>
                </a:solidFill>
                <a:latin typeface="Arial"/>
                <a:ea typeface="Arial"/>
                <a:cs typeface="Arial"/>
              </a:defRPr>
            </a:lvl8pPr>
            <a:lvl9pPr algn="l">
              <a:defRPr sz="975" b="1" i="0">
                <a:solidFill>
                  <a:srgbClr val="3FC6D6"/>
                </a:solidFill>
                <a:latin typeface="Arial"/>
                <a:ea typeface="Arial"/>
                <a:cs typeface="Arial"/>
              </a:defRPr>
            </a:lvl9pPr>
          </a:lstStyle>
          <a:p>
            <a:pPr algn="l">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a:ext uri="{FF2B5EF4-FFF2-40B4-BE49-F238E27FC236}">
                <a16:creationId xmlns:a16="http://schemas.microsoft.com/office/drawing/2014/main" id="{13051033-7544-4A95-BB70-120238010040}"/>
              </a:ext>
            </a:extLst>
          </p:cNvPr>
          <p:cNvSpPr>
            <a:spLocks noGrp="1"/>
          </p:cNvSpPr>
          <p:nvPr/>
        </p:nvSpPr>
        <p:spPr>
          <a:xfrm>
            <a:off x="8229600" y="2076450"/>
            <a:ext cx="3333750" cy="0"/>
          </a:xfrm>
          <a:prstGeom prst="line">
            <a:avLst/>
          </a:prstGeom>
          <a:noFill/>
          <a:ln w="19050">
            <a:solidFill>
              <a:srgbClr val="3FC6D6"/>
            </a:solidFill>
            <a:prstDash val="solid"/>
          </a:ln>
        </p:spPr>
      </p:sp>
      <p:sp>
        <p:nvSpPr>
          <p:cNvPr id="24" name="Rectangle 23">
            <a:extLst>
              <a:ext uri="{FF2B5EF4-FFF2-40B4-BE49-F238E27FC236}">
                <a16:creationId xmlns:a16="http://schemas.microsoft.com/office/drawing/2014/main" id="{B12AA146-7881-44A3-AE4A-9E3E573EE1DC}"/>
              </a:ext>
            </a:extLst>
          </p:cNvPr>
          <p:cNvSpPr>
            <a:spLocks noGrp="1"/>
          </p:cNvSpPr>
          <p:nvPr/>
        </p:nvSpPr>
        <p:spPr>
          <a:xfrm>
            <a:off x="8229600" y="2305050"/>
            <a:ext cx="3333750" cy="400050"/>
          </a:xfrm>
          <a:prstGeom prst="rect">
            <a:avLst/>
          </a:prstGeom>
          <a:noFill/>
          <a:ln w="0">
            <a:noFill/>
            <a:prstDash val="solid"/>
          </a:ln>
        </p:spPr>
        <p:txBody>
          <a:bodyPr anchor="t">
            <a:normAutofit/>
          </a:bodyPr>
          <a:lstStyle>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a:pPr algn="l">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a:ext uri="{FF2B5EF4-FFF2-40B4-BE49-F238E27FC236}">
                <a16:creationId xmlns:a16="http://schemas.microsoft.com/office/drawing/2014/main" id="{9766968B-8B8A-4C9E-BC06-0135B68172E0}"/>
              </a:ext>
            </a:extLst>
          </p:cNvPr>
          <p:cNvSpPr>
            <a:spLocks noGrp="1"/>
          </p:cNvSpPr>
          <p:nvPr/>
        </p:nvSpPr>
        <p:spPr>
          <a:xfrm>
            <a:off x="8229600" y="28384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a:ext uri="{FF2B5EF4-FFF2-40B4-BE49-F238E27FC236}">
                <a16:creationId xmlns:a16="http://schemas.microsoft.com/office/drawing/2014/main" id="{579FD03E-E023-46CB-8F31-4A2102E6180F}"/>
              </a:ext>
            </a:extLst>
          </p:cNvPr>
          <p:cNvSpPr>
            <a:spLocks noGrp="1"/>
          </p:cNvSpPr>
          <p:nvPr/>
        </p:nvSpPr>
        <p:spPr>
          <a:xfrm>
            <a:off x="8229600" y="33718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a:ext uri="{FF2B5EF4-FFF2-40B4-BE49-F238E27FC236}">
                <a16:creationId xmlns:a16="http://schemas.microsoft.com/office/drawing/2014/main" id="{EA137877-74FB-4861-B3E6-1EDDEA5F75EB}"/>
              </a:ext>
            </a:extLst>
          </p:cNvPr>
          <p:cNvSpPr>
            <a:spLocks noGrp="1"/>
          </p:cNvSpPr>
          <p:nvPr/>
        </p:nvSpPr>
        <p:spPr>
          <a:xfrm>
            <a:off x="8229600" y="3905250"/>
            <a:ext cx="3333750" cy="400050"/>
          </a:xfrm>
          <a:prstGeom prst="rect">
            <a:avLst/>
          </a:prstGeom>
          <a:noFill/>
          <a:ln w="0">
            <a:noFill/>
            <a:prstDash val="solid"/>
          </a:ln>
        </p:spPr>
        <p:txBody>
          <a:bodyPr anchor="t">
            <a:normAutofit/>
          </a:bodyPr>
          <a:lstStyle>
            <a:defPPr algn="l">
              <a:defRPr sz="1350" b="0" i="0">
                <a:solidFill>
                  <a:srgbClr val="F4F7F5"/>
                </a:solidFill>
                <a:latin typeface="Arial"/>
                <a:ea typeface="Arial"/>
                <a:cs typeface="Arial"/>
              </a:defRPr>
            </a:defPPr>
            <a:lvl1pPr algn="l">
              <a:defRPr sz="1350" b="0" i="0">
                <a:solidFill>
                  <a:srgbClr val="F4F7F5"/>
                </a:solidFill>
                <a:latin typeface="Arial"/>
                <a:ea typeface="Arial"/>
                <a:cs typeface="Arial"/>
              </a:defRPr>
            </a:lvl1pPr>
            <a:lvl2pPr algn="l">
              <a:defRPr sz="1350" b="0" i="0">
                <a:solidFill>
                  <a:srgbClr val="F4F7F5"/>
                </a:solidFill>
                <a:latin typeface="Arial"/>
                <a:ea typeface="Arial"/>
                <a:cs typeface="Arial"/>
              </a:defRPr>
            </a:lvl2pPr>
            <a:lvl3pPr algn="l">
              <a:defRPr sz="1350" b="0" i="0">
                <a:solidFill>
                  <a:srgbClr val="F4F7F5"/>
                </a:solidFill>
                <a:latin typeface="Arial"/>
                <a:ea typeface="Arial"/>
                <a:cs typeface="Arial"/>
              </a:defRPr>
            </a:lvl3pPr>
            <a:lvl4pPr algn="l">
              <a:defRPr sz="1350" b="0" i="0">
                <a:solidFill>
                  <a:srgbClr val="F4F7F5"/>
                </a:solidFill>
                <a:latin typeface="Arial"/>
                <a:ea typeface="Arial"/>
                <a:cs typeface="Arial"/>
              </a:defRPr>
            </a:lvl4pPr>
            <a:lvl5pPr algn="l">
              <a:defRPr sz="1350" b="0" i="0">
                <a:solidFill>
                  <a:srgbClr val="F4F7F5"/>
                </a:solidFill>
                <a:latin typeface="Arial"/>
                <a:ea typeface="Arial"/>
                <a:cs typeface="Arial"/>
              </a:defRPr>
            </a:lvl5pPr>
            <a:lvl6pPr algn="l">
              <a:defRPr sz="1350" b="0" i="0">
                <a:solidFill>
                  <a:srgbClr val="F4F7F5"/>
                </a:solidFill>
                <a:latin typeface="Arial"/>
                <a:ea typeface="Arial"/>
                <a:cs typeface="Arial"/>
              </a:defRPr>
            </a:lvl6pPr>
            <a:lvl7pPr algn="l">
              <a:defRPr sz="1350" b="0" i="0">
                <a:solidFill>
                  <a:srgbClr val="F4F7F5"/>
                </a:solidFill>
                <a:latin typeface="Arial"/>
                <a:ea typeface="Arial"/>
                <a:cs typeface="Arial"/>
              </a:defRPr>
            </a:lvl7pPr>
            <a:lvl8pPr algn="l">
              <a:defRPr sz="1350" b="0" i="0">
                <a:solidFill>
                  <a:srgbClr val="F4F7F5"/>
                </a:solidFill>
                <a:latin typeface="Arial"/>
                <a:ea typeface="Arial"/>
                <a:cs typeface="Arial"/>
              </a:defRPr>
            </a:lvl8pPr>
            <a:lvl9pPr algn="l">
              <a:defRPr sz="1350" b="0" i="0">
                <a:solidFill>
                  <a:srgbClr val="F4F7F5"/>
                </a:solidFill>
                <a:latin typeface="Arial"/>
                <a:ea typeface="Arial"/>
                <a:cs typeface="Arial"/>
              </a:defRPr>
            </a:lvl9pPr>
          </a:lstStyle>
          <a:p>
            <a:pPr algn="l">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a:ext uri="{FF2B5EF4-FFF2-40B4-BE49-F238E27FC236}">
                <a16:creationId xmlns:a16="http://schemas.microsoft.com/office/drawing/2014/main" id="{64BC6473-66B4-4307-9530-88D9511A9799}"/>
              </a:ext>
            </a:extLst>
          </p:cNvPr>
          <p:cNvSpPr>
            <a:spLocks noGrp="1"/>
          </p:cNvSpPr>
          <p:nvPr/>
        </p:nvSpPr>
        <p:spPr>
          <a:xfrm>
            <a:off x="628650" y="4895850"/>
            <a:ext cx="10934700" cy="0"/>
          </a:xfrm>
          <a:prstGeom prst="line">
            <a:avLst/>
          </a:prstGeom>
          <a:noFill/>
          <a:ln w="19050">
            <a:solidFill>
              <a:srgbClr val="29433A"/>
            </a:solidFill>
            <a:prstDash val="solid"/>
          </a:ln>
        </p:spPr>
      </p:sp>
      <p:sp>
        <p:nvSpPr>
          <p:cNvPr id="29" name="Rectangle 28">
            <a:extLst>
              <a:ext uri="{FF2B5EF4-FFF2-40B4-BE49-F238E27FC236}">
                <a16:creationId xmlns:a16="http://schemas.microsoft.com/office/drawing/2014/main" id="{C79340D4-2C6D-4EE7-B2D2-AB18154D1844}"/>
              </a:ext>
            </a:extLst>
          </p:cNvPr>
          <p:cNvSpPr>
            <a:spLocks noGrp="1"/>
          </p:cNvSpPr>
          <p:nvPr/>
        </p:nvSpPr>
        <p:spPr>
          <a:xfrm>
            <a:off x="638175" y="5105400"/>
            <a:ext cx="2190750" cy="266700"/>
          </a:xfrm>
          <a:prstGeom prst="rect">
            <a:avLst/>
          </a:prstGeom>
          <a:noFill/>
          <a:ln w="0">
            <a:noFill/>
            <a:prstDash val="solid"/>
          </a:ln>
        </p:spPr>
        <p:txBody>
          <a:bodyPr anchor="t">
            <a:normAutofit/>
          </a:bodyPr>
          <a:lstStyle>
            <a:defPPr algn="l">
              <a:defRPr sz="1125" b="1" i="0">
                <a:solidFill>
                  <a:srgbClr val="2DBD73"/>
                </a:solidFill>
                <a:latin typeface="Arial"/>
                <a:ea typeface="Arial"/>
                <a:cs typeface="Arial"/>
              </a:defRPr>
            </a:defPPr>
            <a:lvl1pPr algn="l">
              <a:defRPr sz="1125" b="1" i="0">
                <a:solidFill>
                  <a:srgbClr val="2DBD73"/>
                </a:solidFill>
                <a:latin typeface="Arial"/>
                <a:ea typeface="Arial"/>
                <a:cs typeface="Arial"/>
              </a:defRPr>
            </a:lvl1pPr>
            <a:lvl2pPr algn="l">
              <a:defRPr sz="1125" b="1" i="0">
                <a:solidFill>
                  <a:srgbClr val="2DBD73"/>
                </a:solidFill>
                <a:latin typeface="Arial"/>
                <a:ea typeface="Arial"/>
                <a:cs typeface="Arial"/>
              </a:defRPr>
            </a:lvl2pPr>
            <a:lvl3pPr algn="l">
              <a:defRPr sz="1125" b="1" i="0">
                <a:solidFill>
                  <a:srgbClr val="2DBD73"/>
                </a:solidFill>
                <a:latin typeface="Arial"/>
                <a:ea typeface="Arial"/>
                <a:cs typeface="Arial"/>
              </a:defRPr>
            </a:lvl3pPr>
            <a:lvl4pPr algn="l">
              <a:defRPr sz="1125" b="1" i="0">
                <a:solidFill>
                  <a:srgbClr val="2DBD73"/>
                </a:solidFill>
                <a:latin typeface="Arial"/>
                <a:ea typeface="Arial"/>
                <a:cs typeface="Arial"/>
              </a:defRPr>
            </a:lvl4pPr>
            <a:lvl5pPr algn="l">
              <a:defRPr sz="1125" b="1" i="0">
                <a:solidFill>
                  <a:srgbClr val="2DBD73"/>
                </a:solidFill>
                <a:latin typeface="Arial"/>
                <a:ea typeface="Arial"/>
                <a:cs typeface="Arial"/>
              </a:defRPr>
            </a:lvl5pPr>
            <a:lvl6pPr algn="l">
              <a:defRPr sz="1125" b="1" i="0">
                <a:solidFill>
                  <a:srgbClr val="2DBD73"/>
                </a:solidFill>
                <a:latin typeface="Arial"/>
                <a:ea typeface="Arial"/>
                <a:cs typeface="Arial"/>
              </a:defRPr>
            </a:lvl6pPr>
            <a:lvl7pPr algn="l">
              <a:defRPr sz="1125" b="1" i="0">
                <a:solidFill>
                  <a:srgbClr val="2DBD73"/>
                </a:solidFill>
                <a:latin typeface="Arial"/>
                <a:ea typeface="Arial"/>
                <a:cs typeface="Arial"/>
              </a:defRPr>
            </a:lvl7pPr>
            <a:lvl8pPr algn="l">
              <a:defRPr sz="1125" b="1" i="0">
                <a:solidFill>
                  <a:srgbClr val="2DBD73"/>
                </a:solidFill>
                <a:latin typeface="Arial"/>
                <a:ea typeface="Arial"/>
                <a:cs typeface="Arial"/>
              </a:defRPr>
            </a:lvl8pPr>
            <a:lvl9pPr algn="l">
              <a:defRPr sz="1125" b="1" i="0">
                <a:solidFill>
                  <a:srgbClr val="2DBD73"/>
                </a:solidFill>
                <a:latin typeface="Arial"/>
                <a:ea typeface="Arial"/>
                <a:cs typeface="Arial"/>
              </a:defRPr>
            </a:lvl9pPr>
          </a:lstStyle>
          <a:p>
            <a:pPr algn="l">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a:ext uri="{FF2B5EF4-FFF2-40B4-BE49-F238E27FC236}">
                <a16:creationId xmlns:a16="http://schemas.microsoft.com/office/drawing/2014/main" id="{06A4CA93-4097-4311-B231-406369181145}"/>
              </a:ext>
            </a:extLst>
          </p:cNvPr>
          <p:cNvSpPr>
            <a:spLocks noGrp="1"/>
          </p:cNvSpPr>
          <p:nvPr/>
        </p:nvSpPr>
        <p:spPr>
          <a:xfrm>
            <a:off x="638175" y="5438775"/>
            <a:ext cx="10668000" cy="476250"/>
          </a:xfrm>
          <a:prstGeom prst="rect">
            <a:avLst/>
          </a:prstGeom>
          <a:noFill/>
          <a:ln w="0">
            <a:noFill/>
            <a:prstDash val="solid"/>
          </a:ln>
        </p:spPr>
        <p:txBody>
          <a:bodyPr anchor="t">
            <a:normAutofit fontScale="78339"/>
          </a:bodyPr>
          <a:lstStyle>
            <a:defPPr algn="l">
              <a:defRPr sz="1650" b="1" i="0">
                <a:solidFill>
                  <a:srgbClr val="F4F7F5"/>
                </a:solidFill>
                <a:latin typeface="Arial"/>
                <a:ea typeface="Arial"/>
                <a:cs typeface="Arial"/>
              </a:defRPr>
            </a:defPPr>
            <a:lvl1pPr algn="l">
              <a:defRPr sz="1650" b="1" i="0">
                <a:solidFill>
                  <a:srgbClr val="F4F7F5"/>
                </a:solidFill>
                <a:latin typeface="Arial"/>
                <a:ea typeface="Arial"/>
                <a:cs typeface="Arial"/>
              </a:defRPr>
            </a:lvl1pPr>
            <a:lvl2pPr algn="l">
              <a:defRPr sz="1650" b="1" i="0">
                <a:solidFill>
                  <a:srgbClr val="F4F7F5"/>
                </a:solidFill>
                <a:latin typeface="Arial"/>
                <a:ea typeface="Arial"/>
                <a:cs typeface="Arial"/>
              </a:defRPr>
            </a:lvl2pPr>
            <a:lvl3pPr algn="l">
              <a:defRPr sz="1650" b="1" i="0">
                <a:solidFill>
                  <a:srgbClr val="F4F7F5"/>
                </a:solidFill>
                <a:latin typeface="Arial"/>
                <a:ea typeface="Arial"/>
                <a:cs typeface="Arial"/>
              </a:defRPr>
            </a:lvl3pPr>
            <a:lvl4pPr algn="l">
              <a:defRPr sz="1650" b="1" i="0">
                <a:solidFill>
                  <a:srgbClr val="F4F7F5"/>
                </a:solidFill>
                <a:latin typeface="Arial"/>
                <a:ea typeface="Arial"/>
                <a:cs typeface="Arial"/>
              </a:defRPr>
            </a:lvl4pPr>
            <a:lvl5pPr algn="l">
              <a:defRPr sz="1650" b="1" i="0">
                <a:solidFill>
                  <a:srgbClr val="F4F7F5"/>
                </a:solidFill>
                <a:latin typeface="Arial"/>
                <a:ea typeface="Arial"/>
                <a:cs typeface="Arial"/>
              </a:defRPr>
            </a:lvl5pPr>
            <a:lvl6pPr algn="l">
              <a:defRPr sz="1650" b="1" i="0">
                <a:solidFill>
                  <a:srgbClr val="F4F7F5"/>
                </a:solidFill>
                <a:latin typeface="Arial"/>
                <a:ea typeface="Arial"/>
                <a:cs typeface="Arial"/>
              </a:defRPr>
            </a:lvl6pPr>
            <a:lvl7pPr algn="l">
              <a:defRPr sz="1650" b="1" i="0">
                <a:solidFill>
                  <a:srgbClr val="F4F7F5"/>
                </a:solidFill>
                <a:latin typeface="Arial"/>
                <a:ea typeface="Arial"/>
                <a:cs typeface="Arial"/>
              </a:defRPr>
            </a:lvl7pPr>
            <a:lvl8pPr algn="l">
              <a:defRPr sz="1650" b="1" i="0">
                <a:solidFill>
                  <a:srgbClr val="F4F7F5"/>
                </a:solidFill>
                <a:latin typeface="Arial"/>
                <a:ea typeface="Arial"/>
                <a:cs typeface="Arial"/>
              </a:defRPr>
            </a:lvl8pPr>
            <a:lvl9pPr algn="l">
              <a:defRPr sz="1650" b="1" i="0">
                <a:solidFill>
                  <a:srgbClr val="F4F7F5"/>
                </a:solidFill>
                <a:latin typeface="Arial"/>
                <a:ea typeface="Arial"/>
                <a:cs typeface="Arial"/>
              </a:defRPr>
            </a:lvl9pPr>
          </a:lstStyle>
          <a:p>
            <a:pPr algn="l">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a:ext uri="{FF2B5EF4-FFF2-40B4-BE49-F238E27FC236}">
                <a16:creationId xmlns:a16="http://schemas.microsoft.com/office/drawing/2014/main" id="{0FDAB54E-375B-4705-BFFC-727D61DE7F85}"/>
              </a:ext>
            </a:extLst>
          </p:cNvPr>
          <p:cNvSpPr>
            <a:spLocks noGrp="1"/>
          </p:cNvSpPr>
          <p:nvPr/>
        </p:nvSpPr>
        <p:spPr>
          <a:xfrm>
            <a:off x="638175" y="6048375"/>
            <a:ext cx="10668000" cy="266700"/>
          </a:xfrm>
          <a:prstGeom prst="rect">
            <a:avLst/>
          </a:prstGeom>
          <a:noFill/>
          <a:ln w="0">
            <a:noFill/>
            <a:prstDash val="solid"/>
          </a:ln>
        </p:spPr>
        <p:txBody>
          <a:bodyPr anchor="t">
            <a:normAutofit fontScale="95833"/>
          </a:bodyPr>
          <a:lstStyle>
            <a:defPPr algn="l">
              <a:defRPr sz="1200" b="0" i="0">
                <a:solidFill>
                  <a:srgbClr val="AFC0B8"/>
                </a:solidFill>
                <a:latin typeface="Arial"/>
                <a:ea typeface="Arial"/>
                <a:cs typeface="Arial"/>
              </a:defRPr>
            </a:defPPr>
            <a:lvl1pPr algn="l">
              <a:defRPr sz="1200" b="0" i="0">
                <a:solidFill>
                  <a:srgbClr val="AFC0B8"/>
                </a:solidFill>
                <a:latin typeface="Arial"/>
                <a:ea typeface="Arial"/>
                <a:cs typeface="Arial"/>
              </a:defRPr>
            </a:lvl1pPr>
            <a:lvl2pPr algn="l">
              <a:defRPr sz="1200" b="0" i="0">
                <a:solidFill>
                  <a:srgbClr val="AFC0B8"/>
                </a:solidFill>
                <a:latin typeface="Arial"/>
                <a:ea typeface="Arial"/>
                <a:cs typeface="Arial"/>
              </a:defRPr>
            </a:lvl2pPr>
            <a:lvl3pPr algn="l">
              <a:defRPr sz="1200" b="0" i="0">
                <a:solidFill>
                  <a:srgbClr val="AFC0B8"/>
                </a:solidFill>
                <a:latin typeface="Arial"/>
                <a:ea typeface="Arial"/>
                <a:cs typeface="Arial"/>
              </a:defRPr>
            </a:lvl3pPr>
            <a:lvl4pPr algn="l">
              <a:defRPr sz="1200" b="0" i="0">
                <a:solidFill>
                  <a:srgbClr val="AFC0B8"/>
                </a:solidFill>
                <a:latin typeface="Arial"/>
                <a:ea typeface="Arial"/>
                <a:cs typeface="Arial"/>
              </a:defRPr>
            </a:lvl4pPr>
            <a:lvl5pPr algn="l">
              <a:defRPr sz="1200" b="0" i="0">
                <a:solidFill>
                  <a:srgbClr val="AFC0B8"/>
                </a:solidFill>
                <a:latin typeface="Arial"/>
                <a:ea typeface="Arial"/>
                <a:cs typeface="Arial"/>
              </a:defRPr>
            </a:lvl5pPr>
            <a:lvl6pPr algn="l">
              <a:defRPr sz="1200" b="0" i="0">
                <a:solidFill>
                  <a:srgbClr val="AFC0B8"/>
                </a:solidFill>
                <a:latin typeface="Arial"/>
                <a:ea typeface="Arial"/>
                <a:cs typeface="Arial"/>
              </a:defRPr>
            </a:lvl6pPr>
            <a:lvl7pPr algn="l">
              <a:defRPr sz="1200" b="0" i="0">
                <a:solidFill>
                  <a:srgbClr val="AFC0B8"/>
                </a:solidFill>
                <a:latin typeface="Arial"/>
                <a:ea typeface="Arial"/>
                <a:cs typeface="Arial"/>
              </a:defRPr>
            </a:lvl7pPr>
            <a:lvl8pPr algn="l">
              <a:defRPr sz="1200" b="0" i="0">
                <a:solidFill>
                  <a:srgbClr val="AFC0B8"/>
                </a:solidFill>
                <a:latin typeface="Arial"/>
                <a:ea typeface="Arial"/>
                <a:cs typeface="Arial"/>
              </a:defRPr>
            </a:lvl8pPr>
            <a:lvl9pPr algn="l">
              <a:defRPr sz="1200" b="0" i="0">
                <a:solidFill>
                  <a:srgbClr val="AFC0B8"/>
                </a:solidFill>
                <a:latin typeface="Arial"/>
                <a:ea typeface="Arial"/>
                <a:cs typeface="Arial"/>
              </a:defRPr>
            </a:lvl9pPr>
          </a:lstStyle>
          <a:p>
            <a:pPr algn="l">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D698D82-0FDC-4EF3-B94C-9EF16B5AC8A9}"/>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7D0C5D1F-A99B-458C-86B7-7FF59063FA4C}"/>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E696D97D-FB4E-43C1-B93F-DC8210A2F805}"/>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a:ext uri="{FF2B5EF4-FFF2-40B4-BE49-F238E27FC236}">
                <a16:creationId xmlns:a16="http://schemas.microsoft.com/office/drawing/2014/main" id="{FE32AF3C-6312-49EF-AF75-FB56F59A9F52}"/>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a:ext uri="{FF2B5EF4-FFF2-40B4-BE49-F238E27FC236}">
                <a16:creationId xmlns:a16="http://schemas.microsoft.com/office/drawing/2014/main" id="{DC94A2B4-1B9D-4D1B-B273-D98B233A447A}"/>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a:ext uri="{FF2B5EF4-FFF2-40B4-BE49-F238E27FC236}">
                <a16:creationId xmlns:a16="http://schemas.microsoft.com/office/drawing/2014/main" id="{E3BFDD2F-B4E8-4FBC-B1E2-F8789CB6D4B6}"/>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a:ext uri="{FF2B5EF4-FFF2-40B4-BE49-F238E27FC236}">
                <a16:creationId xmlns:a16="http://schemas.microsoft.com/office/drawing/2014/main" id="{8A996F41-0E94-4CD2-AFAF-271DC4A44AC4}"/>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a:ext uri="{FF2B5EF4-FFF2-40B4-BE49-F238E27FC236}">
                <a16:creationId xmlns:a16="http://schemas.microsoft.com/office/drawing/2014/main" id="{A92F5BDF-CB73-4640-A0A6-0BCE145B78D7}"/>
              </a:ext>
            </a:extLst>
          </p:cNvPr>
          <p:cNvSpPr>
            <a:spLocks noGrp="1"/>
          </p:cNvSpPr>
          <p:nvPr/>
        </p:nvSpPr>
        <p:spPr>
          <a:xfrm>
            <a:off x="666750" y="1771650"/>
            <a:ext cx="552450" cy="400050"/>
          </a:xfrm>
          <a:prstGeom prst="rect">
            <a:avLst/>
          </a:prstGeom>
          <a:noFill/>
          <a:ln w="0">
            <a:noFill/>
            <a:prstDash val="solid"/>
          </a:ln>
        </p:spPr>
        <p:txBody>
          <a:bodyPr anchor="t">
            <a:normAutofit fontScale="96428"/>
          </a:bodyPr>
          <a:lstStyle>
            <a:defPPr algn="l">
              <a:defRPr sz="2100" b="1" i="0">
                <a:solidFill>
                  <a:srgbClr val="2DBD73"/>
                </a:solidFill>
                <a:latin typeface="Arial"/>
                <a:ea typeface="Arial"/>
                <a:cs typeface="Arial"/>
              </a:defRPr>
            </a:defPPr>
            <a:lvl1pPr algn="l">
              <a:defRPr sz="2100" b="1" i="0">
                <a:solidFill>
                  <a:srgbClr val="2DBD73"/>
                </a:solidFill>
                <a:latin typeface="Arial"/>
                <a:ea typeface="Arial"/>
                <a:cs typeface="Arial"/>
              </a:defRPr>
            </a:lvl1pPr>
            <a:lvl2pPr algn="l">
              <a:defRPr sz="2100" b="1" i="0">
                <a:solidFill>
                  <a:srgbClr val="2DBD73"/>
                </a:solidFill>
                <a:latin typeface="Arial"/>
                <a:ea typeface="Arial"/>
                <a:cs typeface="Arial"/>
              </a:defRPr>
            </a:lvl2pPr>
            <a:lvl3pPr algn="l">
              <a:defRPr sz="2100" b="1" i="0">
                <a:solidFill>
                  <a:srgbClr val="2DBD73"/>
                </a:solidFill>
                <a:latin typeface="Arial"/>
                <a:ea typeface="Arial"/>
                <a:cs typeface="Arial"/>
              </a:defRPr>
            </a:lvl3pPr>
            <a:lvl4pPr algn="l">
              <a:defRPr sz="2100" b="1" i="0">
                <a:solidFill>
                  <a:srgbClr val="2DBD73"/>
                </a:solidFill>
                <a:latin typeface="Arial"/>
                <a:ea typeface="Arial"/>
                <a:cs typeface="Arial"/>
              </a:defRPr>
            </a:lvl4pPr>
            <a:lvl5pPr algn="l">
              <a:defRPr sz="2100" b="1" i="0">
                <a:solidFill>
                  <a:srgbClr val="2DBD73"/>
                </a:solidFill>
                <a:latin typeface="Arial"/>
                <a:ea typeface="Arial"/>
                <a:cs typeface="Arial"/>
              </a:defRPr>
            </a:lvl5pPr>
            <a:lvl6pPr algn="l">
              <a:defRPr sz="2100" b="1" i="0">
                <a:solidFill>
                  <a:srgbClr val="2DBD73"/>
                </a:solidFill>
                <a:latin typeface="Arial"/>
                <a:ea typeface="Arial"/>
                <a:cs typeface="Arial"/>
              </a:defRPr>
            </a:lvl6pPr>
            <a:lvl7pPr algn="l">
              <a:defRPr sz="2100" b="1" i="0">
                <a:solidFill>
                  <a:srgbClr val="2DBD73"/>
                </a:solidFill>
                <a:latin typeface="Arial"/>
                <a:ea typeface="Arial"/>
                <a:cs typeface="Arial"/>
              </a:defRPr>
            </a:lvl7pPr>
            <a:lvl8pPr algn="l">
              <a:defRPr sz="2100" b="1" i="0">
                <a:solidFill>
                  <a:srgbClr val="2DBD73"/>
                </a:solidFill>
                <a:latin typeface="Arial"/>
                <a:ea typeface="Arial"/>
                <a:cs typeface="Arial"/>
              </a:defRPr>
            </a:lvl8pPr>
            <a:lvl9pPr algn="l">
              <a:defRPr sz="2100" b="1" i="0">
                <a:solidFill>
                  <a:srgbClr val="2DBD73"/>
                </a:solidFill>
                <a:latin typeface="Arial"/>
                <a:ea typeface="Arial"/>
                <a:cs typeface="Arial"/>
              </a:defRPr>
            </a:lvl9pPr>
          </a:lstStyle>
          <a:p>
            <a:pPr algn="l">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a:ext uri="{FF2B5EF4-FFF2-40B4-BE49-F238E27FC236}">
                <a16:creationId xmlns:a16="http://schemas.microsoft.com/office/drawing/2014/main" id="{ECD4E1C8-92EC-43AC-9CE7-BE12F50AA4C2}"/>
              </a:ext>
            </a:extLst>
          </p:cNvPr>
          <p:cNvSpPr>
            <a:spLocks noGrp="1"/>
          </p:cNvSpPr>
          <p:nvPr/>
        </p:nvSpPr>
        <p:spPr>
          <a:xfrm>
            <a:off x="1438275" y="1695450"/>
            <a:ext cx="2238375" cy="238125"/>
          </a:xfrm>
          <a:prstGeom prst="rect">
            <a:avLst/>
          </a:prstGeom>
          <a:noFill/>
          <a:ln w="0">
            <a:noFill/>
            <a:prstDash val="solid"/>
          </a:ln>
        </p:spPr>
        <p:txBody>
          <a:bodyPr anchor="t">
            <a:normAutofit fontScale="98718"/>
          </a:bodyPr>
          <a:lstStyle>
            <a:defPPr algn="l">
              <a:defRPr sz="975" b="1" i="0">
                <a:solidFill>
                  <a:srgbClr val="2DBD73"/>
                </a:solidFill>
                <a:latin typeface="Arial"/>
                <a:ea typeface="Arial"/>
                <a:cs typeface="Arial"/>
              </a:defRPr>
            </a:defPPr>
            <a:lvl1pPr algn="l">
              <a:defRPr sz="975" b="1" i="0">
                <a:solidFill>
                  <a:srgbClr val="2DBD73"/>
                </a:solidFill>
                <a:latin typeface="Arial"/>
                <a:ea typeface="Arial"/>
                <a:cs typeface="Arial"/>
              </a:defRPr>
            </a:lvl1pPr>
            <a:lvl2pPr algn="l">
              <a:defRPr sz="975" b="1" i="0">
                <a:solidFill>
                  <a:srgbClr val="2DBD73"/>
                </a:solidFill>
                <a:latin typeface="Arial"/>
                <a:ea typeface="Arial"/>
                <a:cs typeface="Arial"/>
              </a:defRPr>
            </a:lvl2pPr>
            <a:lvl3pPr algn="l">
              <a:defRPr sz="975" b="1" i="0">
                <a:solidFill>
                  <a:srgbClr val="2DBD73"/>
                </a:solidFill>
                <a:latin typeface="Arial"/>
                <a:ea typeface="Arial"/>
                <a:cs typeface="Arial"/>
              </a:defRPr>
            </a:lvl3pPr>
            <a:lvl4pPr algn="l">
              <a:defRPr sz="975" b="1" i="0">
                <a:solidFill>
                  <a:srgbClr val="2DBD73"/>
                </a:solidFill>
                <a:latin typeface="Arial"/>
                <a:ea typeface="Arial"/>
                <a:cs typeface="Arial"/>
              </a:defRPr>
            </a:lvl4pPr>
            <a:lvl5pPr algn="l">
              <a:defRPr sz="975" b="1" i="0">
                <a:solidFill>
                  <a:srgbClr val="2DBD73"/>
                </a:solidFill>
                <a:latin typeface="Arial"/>
                <a:ea typeface="Arial"/>
                <a:cs typeface="Arial"/>
              </a:defRPr>
            </a:lvl5pPr>
            <a:lvl6pPr algn="l">
              <a:defRPr sz="975" b="1" i="0">
                <a:solidFill>
                  <a:srgbClr val="2DBD73"/>
                </a:solidFill>
                <a:latin typeface="Arial"/>
                <a:ea typeface="Arial"/>
                <a:cs typeface="Arial"/>
              </a:defRPr>
            </a:lvl6pPr>
            <a:lvl7pPr algn="l">
              <a:defRPr sz="975" b="1" i="0">
                <a:solidFill>
                  <a:srgbClr val="2DBD73"/>
                </a:solidFill>
                <a:latin typeface="Arial"/>
                <a:ea typeface="Arial"/>
                <a:cs typeface="Arial"/>
              </a:defRPr>
            </a:lvl7pPr>
            <a:lvl8pPr algn="l">
              <a:defRPr sz="975" b="1" i="0">
                <a:solidFill>
                  <a:srgbClr val="2DBD73"/>
                </a:solidFill>
                <a:latin typeface="Arial"/>
                <a:ea typeface="Arial"/>
                <a:cs typeface="Arial"/>
              </a:defRPr>
            </a:lvl8pPr>
            <a:lvl9pPr algn="l">
              <a:defRPr sz="975" b="1" i="0">
                <a:solidFill>
                  <a:srgbClr val="2DBD73"/>
                </a:solidFill>
                <a:latin typeface="Arial"/>
                <a:ea typeface="Arial"/>
                <a:cs typeface="Arial"/>
              </a:defRPr>
            </a:lvl9pPr>
          </a:lstStyle>
          <a:p>
            <a:pPr algn="l">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a:ext uri="{FF2B5EF4-FFF2-40B4-BE49-F238E27FC236}">
                <a16:creationId xmlns:a16="http://schemas.microsoft.com/office/drawing/2014/main" id="{41B024DD-23EB-441B-BCCC-B0AA4B029987}"/>
              </a:ext>
            </a:extLst>
          </p:cNvPr>
          <p:cNvSpPr>
            <a:spLocks noGrp="1"/>
          </p:cNvSpPr>
          <p:nvPr/>
        </p:nvSpPr>
        <p:spPr>
          <a:xfrm>
            <a:off x="1438275" y="1990725"/>
            <a:ext cx="9353550" cy="571500"/>
          </a:xfrm>
          <a:prstGeom prst="rect">
            <a:avLst/>
          </a:prstGeom>
          <a:noFill/>
          <a:ln w="0">
            <a:noFill/>
            <a:prstDash val="solid"/>
          </a:ln>
        </p:spPr>
        <p:txBody>
          <a:bodyPr anchor="t">
            <a:normAutofit/>
          </a:bodyPr>
          <a:lstStyle>
            <a:defPPr algn="l">
              <a:defRPr sz="1725" b="1" i="0">
                <a:solidFill>
                  <a:srgbClr val="F4F7F5"/>
                </a:solidFill>
                <a:latin typeface="Arial"/>
                <a:ea typeface="Arial"/>
                <a:cs typeface="Arial"/>
              </a:defRPr>
            </a:defPPr>
            <a:lvl1pPr algn="l">
              <a:defRPr sz="1725" b="1" i="0">
                <a:solidFill>
                  <a:srgbClr val="F4F7F5"/>
                </a:solidFill>
                <a:latin typeface="Arial"/>
                <a:ea typeface="Arial"/>
                <a:cs typeface="Arial"/>
              </a:defRPr>
            </a:lvl1pPr>
            <a:lvl2pPr algn="l">
              <a:defRPr sz="1725" b="1" i="0">
                <a:solidFill>
                  <a:srgbClr val="F4F7F5"/>
                </a:solidFill>
                <a:latin typeface="Arial"/>
                <a:ea typeface="Arial"/>
                <a:cs typeface="Arial"/>
              </a:defRPr>
            </a:lvl2pPr>
            <a:lvl3pPr algn="l">
              <a:defRPr sz="1725" b="1" i="0">
                <a:solidFill>
                  <a:srgbClr val="F4F7F5"/>
                </a:solidFill>
                <a:latin typeface="Arial"/>
                <a:ea typeface="Arial"/>
                <a:cs typeface="Arial"/>
              </a:defRPr>
            </a:lvl3pPr>
            <a:lvl4pPr algn="l">
              <a:defRPr sz="1725" b="1" i="0">
                <a:solidFill>
                  <a:srgbClr val="F4F7F5"/>
                </a:solidFill>
                <a:latin typeface="Arial"/>
                <a:ea typeface="Arial"/>
                <a:cs typeface="Arial"/>
              </a:defRPr>
            </a:lvl4pPr>
            <a:lvl5pPr algn="l">
              <a:defRPr sz="1725" b="1" i="0">
                <a:solidFill>
                  <a:srgbClr val="F4F7F5"/>
                </a:solidFill>
                <a:latin typeface="Arial"/>
                <a:ea typeface="Arial"/>
                <a:cs typeface="Arial"/>
              </a:defRPr>
            </a:lvl5pPr>
            <a:lvl6pPr algn="l">
              <a:defRPr sz="1725" b="1" i="0">
                <a:solidFill>
                  <a:srgbClr val="F4F7F5"/>
                </a:solidFill>
                <a:latin typeface="Arial"/>
                <a:ea typeface="Arial"/>
                <a:cs typeface="Arial"/>
              </a:defRPr>
            </a:lvl6pPr>
            <a:lvl7pPr algn="l">
              <a:defRPr sz="1725" b="1" i="0">
                <a:solidFill>
                  <a:srgbClr val="F4F7F5"/>
                </a:solidFill>
                <a:latin typeface="Arial"/>
                <a:ea typeface="Arial"/>
                <a:cs typeface="Arial"/>
              </a:defRPr>
            </a:lvl7pPr>
            <a:lvl8pPr algn="l">
              <a:defRPr sz="1725" b="1" i="0">
                <a:solidFill>
                  <a:srgbClr val="F4F7F5"/>
                </a:solidFill>
                <a:latin typeface="Arial"/>
                <a:ea typeface="Arial"/>
                <a:cs typeface="Arial"/>
              </a:defRPr>
            </a:lvl8pPr>
            <a:lvl9pPr algn="l">
              <a:defRPr sz="1725" b="1" i="0">
                <a:solidFill>
                  <a:srgbClr val="F4F7F5"/>
                </a:solidFill>
                <a:latin typeface="Arial"/>
                <a:ea typeface="Arial"/>
                <a:cs typeface="Arial"/>
              </a:defRPr>
            </a:lvl9pPr>
          </a:lstStyle>
          <a:p>
            <a:pPr algn="l">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a:ext uri="{FF2B5EF4-FFF2-40B4-BE49-F238E27FC236}">
                <a16:creationId xmlns:a16="http://schemas.microsoft.com/office/drawing/2014/main" id="{EAE62162-998A-47B9-8F02-091FEF788AA6}"/>
              </a:ext>
            </a:extLst>
          </p:cNvPr>
          <p:cNvSpPr>
            <a:spLocks noGrp="1"/>
          </p:cNvSpPr>
          <p:nvPr/>
        </p:nvSpPr>
        <p:spPr>
          <a:xfrm>
            <a:off x="1438275" y="2695575"/>
            <a:ext cx="9515475" cy="0"/>
          </a:xfrm>
          <a:prstGeom prst="line">
            <a:avLst/>
          </a:prstGeom>
          <a:noFill/>
          <a:ln w="9525">
            <a:solidFill>
              <a:srgbClr val="29433A"/>
            </a:solidFill>
            <a:prstDash val="solid"/>
          </a:ln>
        </p:spPr>
      </p:sp>
      <p:sp>
        <p:nvSpPr>
          <p:cNvPr id="12" name="Rectangle 11">
            <a:extLst>
              <a:ext uri="{FF2B5EF4-FFF2-40B4-BE49-F238E27FC236}">
                <a16:creationId xmlns:a16="http://schemas.microsoft.com/office/drawing/2014/main" id="{3FA28A7D-2FA5-40E9-85C6-A1F082D521D4}"/>
              </a:ext>
            </a:extLst>
          </p:cNvPr>
          <p:cNvSpPr>
            <a:spLocks noGrp="1"/>
          </p:cNvSpPr>
          <p:nvPr/>
        </p:nvSpPr>
        <p:spPr>
          <a:xfrm>
            <a:off x="666750" y="3067050"/>
            <a:ext cx="552450" cy="400050"/>
          </a:xfrm>
          <a:prstGeom prst="rect">
            <a:avLst/>
          </a:prstGeom>
          <a:noFill/>
          <a:ln w="0">
            <a:noFill/>
            <a:prstDash val="solid"/>
          </a:ln>
        </p:spPr>
        <p:txBody>
          <a:bodyPr anchor="t">
            <a:normAutofit fontScale="96428"/>
          </a:bodyPr>
          <a:lstStyle>
            <a:defPPr algn="l">
              <a:defRPr sz="2100" b="1" i="0">
                <a:solidFill>
                  <a:srgbClr val="3FC6D6"/>
                </a:solidFill>
                <a:latin typeface="Arial"/>
                <a:ea typeface="Arial"/>
                <a:cs typeface="Arial"/>
              </a:defRPr>
            </a:defPPr>
            <a:lvl1pPr algn="l">
              <a:defRPr sz="2100" b="1" i="0">
                <a:solidFill>
                  <a:srgbClr val="3FC6D6"/>
                </a:solidFill>
                <a:latin typeface="Arial"/>
                <a:ea typeface="Arial"/>
                <a:cs typeface="Arial"/>
              </a:defRPr>
            </a:lvl1pPr>
            <a:lvl2pPr algn="l">
              <a:defRPr sz="2100" b="1" i="0">
                <a:solidFill>
                  <a:srgbClr val="3FC6D6"/>
                </a:solidFill>
                <a:latin typeface="Arial"/>
                <a:ea typeface="Arial"/>
                <a:cs typeface="Arial"/>
              </a:defRPr>
            </a:lvl2pPr>
            <a:lvl3pPr algn="l">
              <a:defRPr sz="2100" b="1" i="0">
                <a:solidFill>
                  <a:srgbClr val="3FC6D6"/>
                </a:solidFill>
                <a:latin typeface="Arial"/>
                <a:ea typeface="Arial"/>
                <a:cs typeface="Arial"/>
              </a:defRPr>
            </a:lvl3pPr>
            <a:lvl4pPr algn="l">
              <a:defRPr sz="2100" b="1" i="0">
                <a:solidFill>
                  <a:srgbClr val="3FC6D6"/>
                </a:solidFill>
                <a:latin typeface="Arial"/>
                <a:ea typeface="Arial"/>
                <a:cs typeface="Arial"/>
              </a:defRPr>
            </a:lvl4pPr>
            <a:lvl5pPr algn="l">
              <a:defRPr sz="2100" b="1" i="0">
                <a:solidFill>
                  <a:srgbClr val="3FC6D6"/>
                </a:solidFill>
                <a:latin typeface="Arial"/>
                <a:ea typeface="Arial"/>
                <a:cs typeface="Arial"/>
              </a:defRPr>
            </a:lvl5pPr>
            <a:lvl6pPr algn="l">
              <a:defRPr sz="2100" b="1" i="0">
                <a:solidFill>
                  <a:srgbClr val="3FC6D6"/>
                </a:solidFill>
                <a:latin typeface="Arial"/>
                <a:ea typeface="Arial"/>
                <a:cs typeface="Arial"/>
              </a:defRPr>
            </a:lvl6pPr>
            <a:lvl7pPr algn="l">
              <a:defRPr sz="2100" b="1" i="0">
                <a:solidFill>
                  <a:srgbClr val="3FC6D6"/>
                </a:solidFill>
                <a:latin typeface="Arial"/>
                <a:ea typeface="Arial"/>
                <a:cs typeface="Arial"/>
              </a:defRPr>
            </a:lvl7pPr>
            <a:lvl8pPr algn="l">
              <a:defRPr sz="2100" b="1" i="0">
                <a:solidFill>
                  <a:srgbClr val="3FC6D6"/>
                </a:solidFill>
                <a:latin typeface="Arial"/>
                <a:ea typeface="Arial"/>
                <a:cs typeface="Arial"/>
              </a:defRPr>
            </a:lvl8pPr>
            <a:lvl9pPr algn="l">
              <a:defRPr sz="2100" b="1" i="0">
                <a:solidFill>
                  <a:srgbClr val="3FC6D6"/>
                </a:solidFill>
                <a:latin typeface="Arial"/>
                <a:ea typeface="Arial"/>
                <a:cs typeface="Arial"/>
              </a:defRPr>
            </a:lvl9pPr>
          </a:lstStyle>
          <a:p>
            <a:pPr algn="l">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a:ext uri="{FF2B5EF4-FFF2-40B4-BE49-F238E27FC236}">
                <a16:creationId xmlns:a16="http://schemas.microsoft.com/office/drawing/2014/main" id="{C42CA576-C383-4A73-9AE6-EA25E5308712}"/>
              </a:ext>
            </a:extLst>
          </p:cNvPr>
          <p:cNvSpPr>
            <a:spLocks noGrp="1"/>
          </p:cNvSpPr>
          <p:nvPr/>
        </p:nvSpPr>
        <p:spPr>
          <a:xfrm>
            <a:off x="1438275" y="2990850"/>
            <a:ext cx="2238375" cy="238125"/>
          </a:xfrm>
          <a:prstGeom prst="rect">
            <a:avLst/>
          </a:prstGeom>
          <a:noFill/>
          <a:ln w="0">
            <a:noFill/>
            <a:prstDash val="solid"/>
          </a:ln>
        </p:spPr>
        <p:txBody>
          <a:bodyPr anchor="t">
            <a:normAutofit fontScale="98718"/>
          </a:bodyPr>
          <a:lstStyle>
            <a:defPPr algn="l">
              <a:defRPr sz="975" b="1" i="0">
                <a:solidFill>
                  <a:srgbClr val="3FC6D6"/>
                </a:solidFill>
                <a:latin typeface="Arial"/>
                <a:ea typeface="Arial"/>
                <a:cs typeface="Arial"/>
              </a:defRPr>
            </a:defPPr>
            <a:lvl1pPr algn="l">
              <a:defRPr sz="975" b="1" i="0">
                <a:solidFill>
                  <a:srgbClr val="3FC6D6"/>
                </a:solidFill>
                <a:latin typeface="Arial"/>
                <a:ea typeface="Arial"/>
                <a:cs typeface="Arial"/>
              </a:defRPr>
            </a:lvl1pPr>
            <a:lvl2pPr algn="l">
              <a:defRPr sz="975" b="1" i="0">
                <a:solidFill>
                  <a:srgbClr val="3FC6D6"/>
                </a:solidFill>
                <a:latin typeface="Arial"/>
                <a:ea typeface="Arial"/>
                <a:cs typeface="Arial"/>
              </a:defRPr>
            </a:lvl2pPr>
            <a:lvl3pPr algn="l">
              <a:defRPr sz="975" b="1" i="0">
                <a:solidFill>
                  <a:srgbClr val="3FC6D6"/>
                </a:solidFill>
                <a:latin typeface="Arial"/>
                <a:ea typeface="Arial"/>
                <a:cs typeface="Arial"/>
              </a:defRPr>
            </a:lvl3pPr>
            <a:lvl4pPr algn="l">
              <a:defRPr sz="975" b="1" i="0">
                <a:solidFill>
                  <a:srgbClr val="3FC6D6"/>
                </a:solidFill>
                <a:latin typeface="Arial"/>
                <a:ea typeface="Arial"/>
                <a:cs typeface="Arial"/>
              </a:defRPr>
            </a:lvl4pPr>
            <a:lvl5pPr algn="l">
              <a:defRPr sz="975" b="1" i="0">
                <a:solidFill>
                  <a:srgbClr val="3FC6D6"/>
                </a:solidFill>
                <a:latin typeface="Arial"/>
                <a:ea typeface="Arial"/>
                <a:cs typeface="Arial"/>
              </a:defRPr>
            </a:lvl5pPr>
            <a:lvl6pPr algn="l">
              <a:defRPr sz="975" b="1" i="0">
                <a:solidFill>
                  <a:srgbClr val="3FC6D6"/>
                </a:solidFill>
                <a:latin typeface="Arial"/>
                <a:ea typeface="Arial"/>
                <a:cs typeface="Arial"/>
              </a:defRPr>
            </a:lvl6pPr>
            <a:lvl7pPr algn="l">
              <a:defRPr sz="975" b="1" i="0">
                <a:solidFill>
                  <a:srgbClr val="3FC6D6"/>
                </a:solidFill>
                <a:latin typeface="Arial"/>
                <a:ea typeface="Arial"/>
                <a:cs typeface="Arial"/>
              </a:defRPr>
            </a:lvl7pPr>
            <a:lvl8pPr algn="l">
              <a:defRPr sz="975" b="1" i="0">
                <a:solidFill>
                  <a:srgbClr val="3FC6D6"/>
                </a:solidFill>
                <a:latin typeface="Arial"/>
                <a:ea typeface="Arial"/>
                <a:cs typeface="Arial"/>
              </a:defRPr>
            </a:lvl8pPr>
            <a:lvl9pPr algn="l">
              <a:defRPr sz="975" b="1" i="0">
                <a:solidFill>
                  <a:srgbClr val="3FC6D6"/>
                </a:solidFill>
                <a:latin typeface="Arial"/>
                <a:ea typeface="Arial"/>
                <a:cs typeface="Arial"/>
              </a:defRPr>
            </a:lvl9pPr>
          </a:lstStyle>
          <a:p>
            <a:pPr algn="l">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a:ext uri="{FF2B5EF4-FFF2-40B4-BE49-F238E27FC236}">
                <a16:creationId xmlns:a16="http://schemas.microsoft.com/office/drawing/2014/main" id="{6E0E3676-742D-42CC-A02A-D62500D421EB}"/>
              </a:ext>
            </a:extLst>
          </p:cNvPr>
          <p:cNvSpPr>
            <a:spLocks noGrp="1"/>
          </p:cNvSpPr>
          <p:nvPr/>
        </p:nvSpPr>
        <p:spPr>
          <a:xfrm>
            <a:off x="1438275" y="3286125"/>
            <a:ext cx="9353550" cy="571500"/>
          </a:xfrm>
          <a:prstGeom prst="rect">
            <a:avLst/>
          </a:prstGeom>
          <a:noFill/>
          <a:ln w="0">
            <a:noFill/>
            <a:prstDash val="solid"/>
          </a:ln>
        </p:spPr>
        <p:txBody>
          <a:bodyPr anchor="t">
            <a:normAutofit/>
          </a:bodyPr>
          <a:lstStyle>
            <a:defPPr algn="l">
              <a:defRPr sz="1725" b="1" i="0">
                <a:solidFill>
                  <a:srgbClr val="F4F7F5"/>
                </a:solidFill>
                <a:latin typeface="Arial"/>
                <a:ea typeface="Arial"/>
                <a:cs typeface="Arial"/>
              </a:defRPr>
            </a:defPPr>
            <a:lvl1pPr algn="l">
              <a:defRPr sz="1725" b="1" i="0">
                <a:solidFill>
                  <a:srgbClr val="F4F7F5"/>
                </a:solidFill>
                <a:latin typeface="Arial"/>
                <a:ea typeface="Arial"/>
                <a:cs typeface="Arial"/>
              </a:defRPr>
            </a:lvl1pPr>
            <a:lvl2pPr algn="l">
              <a:defRPr sz="1725" b="1" i="0">
                <a:solidFill>
                  <a:srgbClr val="F4F7F5"/>
                </a:solidFill>
                <a:latin typeface="Arial"/>
                <a:ea typeface="Arial"/>
                <a:cs typeface="Arial"/>
              </a:defRPr>
            </a:lvl2pPr>
            <a:lvl3pPr algn="l">
              <a:defRPr sz="1725" b="1" i="0">
                <a:solidFill>
                  <a:srgbClr val="F4F7F5"/>
                </a:solidFill>
                <a:latin typeface="Arial"/>
                <a:ea typeface="Arial"/>
                <a:cs typeface="Arial"/>
              </a:defRPr>
            </a:lvl3pPr>
            <a:lvl4pPr algn="l">
              <a:defRPr sz="1725" b="1" i="0">
                <a:solidFill>
                  <a:srgbClr val="F4F7F5"/>
                </a:solidFill>
                <a:latin typeface="Arial"/>
                <a:ea typeface="Arial"/>
                <a:cs typeface="Arial"/>
              </a:defRPr>
            </a:lvl4pPr>
            <a:lvl5pPr algn="l">
              <a:defRPr sz="1725" b="1" i="0">
                <a:solidFill>
                  <a:srgbClr val="F4F7F5"/>
                </a:solidFill>
                <a:latin typeface="Arial"/>
                <a:ea typeface="Arial"/>
                <a:cs typeface="Arial"/>
              </a:defRPr>
            </a:lvl5pPr>
            <a:lvl6pPr algn="l">
              <a:defRPr sz="1725" b="1" i="0">
                <a:solidFill>
                  <a:srgbClr val="F4F7F5"/>
                </a:solidFill>
                <a:latin typeface="Arial"/>
                <a:ea typeface="Arial"/>
                <a:cs typeface="Arial"/>
              </a:defRPr>
            </a:lvl6pPr>
            <a:lvl7pPr algn="l">
              <a:defRPr sz="1725" b="1" i="0">
                <a:solidFill>
                  <a:srgbClr val="F4F7F5"/>
                </a:solidFill>
                <a:latin typeface="Arial"/>
                <a:ea typeface="Arial"/>
                <a:cs typeface="Arial"/>
              </a:defRPr>
            </a:lvl7pPr>
            <a:lvl8pPr algn="l">
              <a:defRPr sz="1725" b="1" i="0">
                <a:solidFill>
                  <a:srgbClr val="F4F7F5"/>
                </a:solidFill>
                <a:latin typeface="Arial"/>
                <a:ea typeface="Arial"/>
                <a:cs typeface="Arial"/>
              </a:defRPr>
            </a:lvl8pPr>
            <a:lvl9pPr algn="l">
              <a:defRPr sz="1725" b="1" i="0">
                <a:solidFill>
                  <a:srgbClr val="F4F7F5"/>
                </a:solidFill>
                <a:latin typeface="Arial"/>
                <a:ea typeface="Arial"/>
                <a:cs typeface="Arial"/>
              </a:defRPr>
            </a:lvl9pPr>
          </a:lstStyle>
          <a:p>
            <a:pPr algn="l">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a:ext uri="{FF2B5EF4-FFF2-40B4-BE49-F238E27FC236}">
                <a16:creationId xmlns:a16="http://schemas.microsoft.com/office/drawing/2014/main" id="{8A7FFE78-8709-4925-8C76-92D48641729F}"/>
              </a:ext>
            </a:extLst>
          </p:cNvPr>
          <p:cNvSpPr>
            <a:spLocks noGrp="1"/>
          </p:cNvSpPr>
          <p:nvPr/>
        </p:nvSpPr>
        <p:spPr>
          <a:xfrm>
            <a:off x="1438275" y="3990975"/>
            <a:ext cx="9515475" cy="0"/>
          </a:xfrm>
          <a:prstGeom prst="line">
            <a:avLst/>
          </a:prstGeom>
          <a:noFill/>
          <a:ln w="9525">
            <a:solidFill>
              <a:srgbClr val="29433A"/>
            </a:solidFill>
            <a:prstDash val="solid"/>
          </a:ln>
        </p:spPr>
      </p:sp>
      <p:sp>
        <p:nvSpPr>
          <p:cNvPr id="16" name="Rectangle 15">
            <a:extLst>
              <a:ext uri="{FF2B5EF4-FFF2-40B4-BE49-F238E27FC236}">
                <a16:creationId xmlns:a16="http://schemas.microsoft.com/office/drawing/2014/main" id="{E217A325-216F-415F-8236-B8B7426C493D}"/>
              </a:ext>
            </a:extLst>
          </p:cNvPr>
          <p:cNvSpPr>
            <a:spLocks noGrp="1"/>
          </p:cNvSpPr>
          <p:nvPr/>
        </p:nvSpPr>
        <p:spPr>
          <a:xfrm>
            <a:off x="666750" y="4362450"/>
            <a:ext cx="552450" cy="400050"/>
          </a:xfrm>
          <a:prstGeom prst="rect">
            <a:avLst/>
          </a:prstGeom>
          <a:noFill/>
          <a:ln w="0">
            <a:noFill/>
            <a:prstDash val="solid"/>
          </a:ln>
        </p:spPr>
        <p:txBody>
          <a:bodyPr anchor="t">
            <a:normAutofit fontScale="96428"/>
          </a:bodyPr>
          <a:lstStyle>
            <a:defPPr algn="l">
              <a:defRPr sz="2100" b="1" i="0">
                <a:solidFill>
                  <a:srgbClr val="E84AAB"/>
                </a:solidFill>
                <a:latin typeface="Arial"/>
                <a:ea typeface="Arial"/>
                <a:cs typeface="Arial"/>
              </a:defRPr>
            </a:defPPr>
            <a:lvl1pPr algn="l">
              <a:defRPr sz="2100" b="1" i="0">
                <a:solidFill>
                  <a:srgbClr val="E84AAB"/>
                </a:solidFill>
                <a:latin typeface="Arial"/>
                <a:ea typeface="Arial"/>
                <a:cs typeface="Arial"/>
              </a:defRPr>
            </a:lvl1pPr>
            <a:lvl2pPr algn="l">
              <a:defRPr sz="2100" b="1" i="0">
                <a:solidFill>
                  <a:srgbClr val="E84AAB"/>
                </a:solidFill>
                <a:latin typeface="Arial"/>
                <a:ea typeface="Arial"/>
                <a:cs typeface="Arial"/>
              </a:defRPr>
            </a:lvl2pPr>
            <a:lvl3pPr algn="l">
              <a:defRPr sz="2100" b="1" i="0">
                <a:solidFill>
                  <a:srgbClr val="E84AAB"/>
                </a:solidFill>
                <a:latin typeface="Arial"/>
                <a:ea typeface="Arial"/>
                <a:cs typeface="Arial"/>
              </a:defRPr>
            </a:lvl3pPr>
            <a:lvl4pPr algn="l">
              <a:defRPr sz="2100" b="1" i="0">
                <a:solidFill>
                  <a:srgbClr val="E84AAB"/>
                </a:solidFill>
                <a:latin typeface="Arial"/>
                <a:ea typeface="Arial"/>
                <a:cs typeface="Arial"/>
              </a:defRPr>
            </a:lvl4pPr>
            <a:lvl5pPr algn="l">
              <a:defRPr sz="2100" b="1" i="0">
                <a:solidFill>
                  <a:srgbClr val="E84AAB"/>
                </a:solidFill>
                <a:latin typeface="Arial"/>
                <a:ea typeface="Arial"/>
                <a:cs typeface="Arial"/>
              </a:defRPr>
            </a:lvl5pPr>
            <a:lvl6pPr algn="l">
              <a:defRPr sz="2100" b="1" i="0">
                <a:solidFill>
                  <a:srgbClr val="E84AAB"/>
                </a:solidFill>
                <a:latin typeface="Arial"/>
                <a:ea typeface="Arial"/>
                <a:cs typeface="Arial"/>
              </a:defRPr>
            </a:lvl6pPr>
            <a:lvl7pPr algn="l">
              <a:defRPr sz="2100" b="1" i="0">
                <a:solidFill>
                  <a:srgbClr val="E84AAB"/>
                </a:solidFill>
                <a:latin typeface="Arial"/>
                <a:ea typeface="Arial"/>
                <a:cs typeface="Arial"/>
              </a:defRPr>
            </a:lvl7pPr>
            <a:lvl8pPr algn="l">
              <a:defRPr sz="2100" b="1" i="0">
                <a:solidFill>
                  <a:srgbClr val="E84AAB"/>
                </a:solidFill>
                <a:latin typeface="Arial"/>
                <a:ea typeface="Arial"/>
                <a:cs typeface="Arial"/>
              </a:defRPr>
            </a:lvl8pPr>
            <a:lvl9pPr algn="l">
              <a:defRPr sz="2100" b="1" i="0">
                <a:solidFill>
                  <a:srgbClr val="E84AAB"/>
                </a:solidFill>
                <a:latin typeface="Arial"/>
                <a:ea typeface="Arial"/>
                <a:cs typeface="Arial"/>
              </a:defRPr>
            </a:lvl9pPr>
          </a:lstStyle>
          <a:p>
            <a:pPr algn="l">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a:ext uri="{FF2B5EF4-FFF2-40B4-BE49-F238E27FC236}">
                <a16:creationId xmlns:a16="http://schemas.microsoft.com/office/drawing/2014/main" id="{57020A15-259F-4F41-9678-693C23DF49BC}"/>
              </a:ext>
            </a:extLst>
          </p:cNvPr>
          <p:cNvSpPr>
            <a:spLocks noGrp="1"/>
          </p:cNvSpPr>
          <p:nvPr/>
        </p:nvSpPr>
        <p:spPr>
          <a:xfrm>
            <a:off x="1438275" y="4286250"/>
            <a:ext cx="2238375" cy="238125"/>
          </a:xfrm>
          <a:prstGeom prst="rect">
            <a:avLst/>
          </a:prstGeom>
          <a:noFill/>
          <a:ln w="0">
            <a:noFill/>
            <a:prstDash val="solid"/>
          </a:ln>
        </p:spPr>
        <p:txBody>
          <a:bodyPr anchor="t">
            <a:normAutofit fontScale="98718"/>
          </a:bodyPr>
          <a:lstStyle>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a:pPr algn="l">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a:ext uri="{FF2B5EF4-FFF2-40B4-BE49-F238E27FC236}">
                <a16:creationId xmlns:a16="http://schemas.microsoft.com/office/drawing/2014/main" id="{2B63A99B-C7D2-42F6-88AE-96FB3BC069B6}"/>
              </a:ext>
            </a:extLst>
          </p:cNvPr>
          <p:cNvSpPr>
            <a:spLocks noGrp="1"/>
          </p:cNvSpPr>
          <p:nvPr/>
        </p:nvSpPr>
        <p:spPr>
          <a:xfrm>
            <a:off x="1438275" y="4581525"/>
            <a:ext cx="9353550" cy="571500"/>
          </a:xfrm>
          <a:prstGeom prst="rect">
            <a:avLst/>
          </a:prstGeom>
          <a:noFill/>
          <a:ln w="0">
            <a:noFill/>
            <a:prstDash val="solid"/>
          </a:ln>
        </p:spPr>
        <p:txBody>
          <a:bodyPr anchor="t">
            <a:normAutofit/>
          </a:bodyPr>
          <a:lstStyle>
            <a:defPPr algn="l">
              <a:defRPr sz="1725" b="1" i="0">
                <a:solidFill>
                  <a:srgbClr val="F4F7F5"/>
                </a:solidFill>
                <a:latin typeface="Arial"/>
                <a:ea typeface="Arial"/>
                <a:cs typeface="Arial"/>
              </a:defRPr>
            </a:defPPr>
            <a:lvl1pPr algn="l">
              <a:defRPr sz="1725" b="1" i="0">
                <a:solidFill>
                  <a:srgbClr val="F4F7F5"/>
                </a:solidFill>
                <a:latin typeface="Arial"/>
                <a:ea typeface="Arial"/>
                <a:cs typeface="Arial"/>
              </a:defRPr>
            </a:lvl1pPr>
            <a:lvl2pPr algn="l">
              <a:defRPr sz="1725" b="1" i="0">
                <a:solidFill>
                  <a:srgbClr val="F4F7F5"/>
                </a:solidFill>
                <a:latin typeface="Arial"/>
                <a:ea typeface="Arial"/>
                <a:cs typeface="Arial"/>
              </a:defRPr>
            </a:lvl2pPr>
            <a:lvl3pPr algn="l">
              <a:defRPr sz="1725" b="1" i="0">
                <a:solidFill>
                  <a:srgbClr val="F4F7F5"/>
                </a:solidFill>
                <a:latin typeface="Arial"/>
                <a:ea typeface="Arial"/>
                <a:cs typeface="Arial"/>
              </a:defRPr>
            </a:lvl3pPr>
            <a:lvl4pPr algn="l">
              <a:defRPr sz="1725" b="1" i="0">
                <a:solidFill>
                  <a:srgbClr val="F4F7F5"/>
                </a:solidFill>
                <a:latin typeface="Arial"/>
                <a:ea typeface="Arial"/>
                <a:cs typeface="Arial"/>
              </a:defRPr>
            </a:lvl4pPr>
            <a:lvl5pPr algn="l">
              <a:defRPr sz="1725" b="1" i="0">
                <a:solidFill>
                  <a:srgbClr val="F4F7F5"/>
                </a:solidFill>
                <a:latin typeface="Arial"/>
                <a:ea typeface="Arial"/>
                <a:cs typeface="Arial"/>
              </a:defRPr>
            </a:lvl5pPr>
            <a:lvl6pPr algn="l">
              <a:defRPr sz="1725" b="1" i="0">
                <a:solidFill>
                  <a:srgbClr val="F4F7F5"/>
                </a:solidFill>
                <a:latin typeface="Arial"/>
                <a:ea typeface="Arial"/>
                <a:cs typeface="Arial"/>
              </a:defRPr>
            </a:lvl6pPr>
            <a:lvl7pPr algn="l">
              <a:defRPr sz="1725" b="1" i="0">
                <a:solidFill>
                  <a:srgbClr val="F4F7F5"/>
                </a:solidFill>
                <a:latin typeface="Arial"/>
                <a:ea typeface="Arial"/>
                <a:cs typeface="Arial"/>
              </a:defRPr>
            </a:lvl7pPr>
            <a:lvl8pPr algn="l">
              <a:defRPr sz="1725" b="1" i="0">
                <a:solidFill>
                  <a:srgbClr val="F4F7F5"/>
                </a:solidFill>
                <a:latin typeface="Arial"/>
                <a:ea typeface="Arial"/>
                <a:cs typeface="Arial"/>
              </a:defRPr>
            </a:lvl8pPr>
            <a:lvl9pPr algn="l">
              <a:defRPr sz="1725" b="1" i="0">
                <a:solidFill>
                  <a:srgbClr val="F4F7F5"/>
                </a:solidFill>
                <a:latin typeface="Arial"/>
                <a:ea typeface="Arial"/>
                <a:cs typeface="Arial"/>
              </a:defRPr>
            </a:lvl9pPr>
          </a:lstStyle>
          <a:p>
            <a:pPr algn="l">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a:ext uri="{FF2B5EF4-FFF2-40B4-BE49-F238E27FC236}">
                <a16:creationId xmlns:a16="http://schemas.microsoft.com/office/drawing/2014/main" id="{4236ABB1-5C05-4267-BE76-49EF3F1D5DD0}"/>
              </a:ext>
            </a:extLst>
          </p:cNvPr>
          <p:cNvSpPr>
            <a:spLocks noGrp="1"/>
          </p:cNvSpPr>
          <p:nvPr/>
        </p:nvSpPr>
        <p:spPr>
          <a:xfrm>
            <a:off x="1438275" y="5667375"/>
            <a:ext cx="9496425" cy="533400"/>
          </a:xfrm>
          <a:prstGeom prst="roundRect">
            <a:avLst>
              <a:gd name="adj" fmla="val 14286"/>
            </a:avLst>
          </a:prstGeom>
          <a:solidFill>
            <a:srgbClr val="FFF4C8"/>
          </a:solidFill>
          <a:ln w="9525">
            <a:solidFill>
              <a:srgbClr val="F1C84B"/>
            </a:solidFill>
            <a:prstDash val="solid"/>
          </a:ln>
        </p:spPr>
      </p:sp>
      <p:sp>
        <p:nvSpPr>
          <p:cNvPr id="20" name="Rectangle 19">
            <a:extLst>
              <a:ext uri="{FF2B5EF4-FFF2-40B4-BE49-F238E27FC236}">
                <a16:creationId xmlns:a16="http://schemas.microsoft.com/office/drawing/2014/main" id="{59923287-290C-4C21-A56D-5427C17DFE2F}"/>
              </a:ext>
            </a:extLst>
          </p:cNvPr>
          <p:cNvSpPr>
            <a:spLocks noGrp="1"/>
          </p:cNvSpPr>
          <p:nvPr/>
        </p:nvSpPr>
        <p:spPr>
          <a:xfrm>
            <a:off x="1714500" y="5781675"/>
            <a:ext cx="8953500" cy="304800"/>
          </a:xfrm>
          <a:prstGeom prst="rect">
            <a:avLst/>
          </a:prstGeom>
          <a:noFill/>
          <a:ln w="0">
            <a:noFill/>
            <a:prstDash val="solid"/>
          </a:ln>
        </p:spPr>
        <p:txBody>
          <a:bodyPr anchor="t">
            <a:normAutofit fontScale="96103"/>
          </a:bodyPr>
          <a:lstStyle>
            <a:defPPr algn="ctr">
              <a:defRPr sz="1275" b="1" i="0">
                <a:solidFill>
                  <a:srgbClr val="5A4800"/>
                </a:solidFill>
                <a:latin typeface="Arial"/>
                <a:ea typeface="Arial"/>
                <a:cs typeface="Arial"/>
              </a:defRPr>
            </a:defPPr>
            <a:lvl1pPr algn="ctr">
              <a:defRPr sz="1275" b="1" i="0">
                <a:solidFill>
                  <a:srgbClr val="5A4800"/>
                </a:solidFill>
                <a:latin typeface="Arial"/>
                <a:ea typeface="Arial"/>
                <a:cs typeface="Arial"/>
              </a:defRPr>
            </a:lvl1pPr>
            <a:lvl2pPr algn="ctr">
              <a:defRPr sz="1275" b="1" i="0">
                <a:solidFill>
                  <a:srgbClr val="5A4800"/>
                </a:solidFill>
                <a:latin typeface="Arial"/>
                <a:ea typeface="Arial"/>
                <a:cs typeface="Arial"/>
              </a:defRPr>
            </a:lvl2pPr>
            <a:lvl3pPr algn="ctr">
              <a:defRPr sz="1275" b="1" i="0">
                <a:solidFill>
                  <a:srgbClr val="5A4800"/>
                </a:solidFill>
                <a:latin typeface="Arial"/>
                <a:ea typeface="Arial"/>
                <a:cs typeface="Arial"/>
              </a:defRPr>
            </a:lvl3pPr>
            <a:lvl4pPr algn="ctr">
              <a:defRPr sz="1275" b="1" i="0">
                <a:solidFill>
                  <a:srgbClr val="5A4800"/>
                </a:solidFill>
                <a:latin typeface="Arial"/>
                <a:ea typeface="Arial"/>
                <a:cs typeface="Arial"/>
              </a:defRPr>
            </a:lvl4pPr>
            <a:lvl5pPr algn="ctr">
              <a:defRPr sz="1275" b="1" i="0">
                <a:solidFill>
                  <a:srgbClr val="5A4800"/>
                </a:solidFill>
                <a:latin typeface="Arial"/>
                <a:ea typeface="Arial"/>
                <a:cs typeface="Arial"/>
              </a:defRPr>
            </a:lvl5pPr>
            <a:lvl6pPr algn="ctr">
              <a:defRPr sz="1275" b="1" i="0">
                <a:solidFill>
                  <a:srgbClr val="5A4800"/>
                </a:solidFill>
                <a:latin typeface="Arial"/>
                <a:ea typeface="Arial"/>
                <a:cs typeface="Arial"/>
              </a:defRPr>
            </a:lvl6pPr>
            <a:lvl7pPr algn="ctr">
              <a:defRPr sz="1275" b="1" i="0">
                <a:solidFill>
                  <a:srgbClr val="5A4800"/>
                </a:solidFill>
                <a:latin typeface="Arial"/>
                <a:ea typeface="Arial"/>
                <a:cs typeface="Arial"/>
              </a:defRPr>
            </a:lvl7pPr>
            <a:lvl8pPr algn="ctr">
              <a:defRPr sz="1275" b="1" i="0">
                <a:solidFill>
                  <a:srgbClr val="5A4800"/>
                </a:solidFill>
                <a:latin typeface="Arial"/>
                <a:ea typeface="Arial"/>
                <a:cs typeface="Arial"/>
              </a:defRPr>
            </a:lvl8pPr>
            <a:lvl9pPr algn="ctr">
              <a:defRPr sz="1275" b="1" i="0">
                <a:solidFill>
                  <a:srgbClr val="5A4800"/>
                </a:solidFill>
                <a:latin typeface="Arial"/>
                <a:ea typeface="Arial"/>
                <a:cs typeface="Arial"/>
              </a:defRPr>
            </a:lvl9pPr>
          </a:lstStyle>
          <a:p>
            <a:pPr algn="ctr">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20CC6734-D7F6-4ADB-8B47-C175925F26B1}"/>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3EAF02AF-2DF7-44C7-9396-0108003193A7}"/>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40CEA53F-38BF-461C-80E8-260FDA03CF59}"/>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a:ext uri="{FF2B5EF4-FFF2-40B4-BE49-F238E27FC236}">
                <a16:creationId xmlns:a16="http://schemas.microsoft.com/office/drawing/2014/main" id="{867AF1F2-5DE8-48E1-B5E3-762EC6BDBEE9}"/>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a:ext uri="{FF2B5EF4-FFF2-40B4-BE49-F238E27FC236}">
                <a16:creationId xmlns:a16="http://schemas.microsoft.com/office/drawing/2014/main" id="{4F9EAACB-94AF-4C5F-BA5E-FE0CCCC32D39}"/>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a:ext uri="{FF2B5EF4-FFF2-40B4-BE49-F238E27FC236}">
                <a16:creationId xmlns:a16="http://schemas.microsoft.com/office/drawing/2014/main" id="{E6F84DF2-5F18-4C8D-A0D6-3A235499B98C}"/>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a:ext uri="{FF2B5EF4-FFF2-40B4-BE49-F238E27FC236}">
                <a16:creationId xmlns:a16="http://schemas.microsoft.com/office/drawing/2014/main" id="{1D032532-78F3-41D5-BCAF-21096DF38E58}"/>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a:ext uri="{FF2B5EF4-FFF2-40B4-BE49-F238E27FC236}">
                <a16:creationId xmlns:a16="http://schemas.microsoft.com/office/drawing/2014/main" id="{D97866C2-9DCD-4C1A-9537-CA504734EBD3}"/>
              </a:ext>
            </a:extLst>
          </p:cNvPr>
          <p:cNvSpPr>
            <a:spLocks noGrp="1"/>
          </p:cNvSpPr>
          <p:nvPr/>
        </p:nvSpPr>
        <p:spPr>
          <a:xfrm>
            <a:off x="485775" y="2095500"/>
            <a:ext cx="1952625" cy="1676400"/>
          </a:xfrm>
          <a:prstGeom prst="roundRect">
            <a:avLst>
              <a:gd name="adj" fmla="val 6818"/>
            </a:avLst>
          </a:prstGeom>
          <a:solidFill>
            <a:srgbClr val="102720"/>
          </a:solidFill>
          <a:ln w="19050">
            <a:solidFill>
              <a:srgbClr val="4E9BEC"/>
            </a:solidFill>
            <a:prstDash val="solid"/>
          </a:ln>
        </p:spPr>
      </p:sp>
      <p:sp>
        <p:nvSpPr>
          <p:cNvPr id="9" name="Oval 8">
            <a:extLst>
              <a:ext uri="{FF2B5EF4-FFF2-40B4-BE49-F238E27FC236}">
                <a16:creationId xmlns:a16="http://schemas.microsoft.com/office/drawing/2014/main" id="{FDEE56A4-70D5-4AFD-8A1E-FB5A6D448AE9}"/>
              </a:ext>
            </a:extLst>
          </p:cNvPr>
          <p:cNvSpPr>
            <a:spLocks noGrp="1"/>
          </p:cNvSpPr>
          <p:nvPr/>
        </p:nvSpPr>
        <p:spPr>
          <a:xfrm>
            <a:off x="657225" y="2257425"/>
            <a:ext cx="361950" cy="361950"/>
          </a:xfrm>
          <a:prstGeom prst="ellipse">
            <a:avLst/>
          </a:prstGeom>
          <a:solidFill>
            <a:srgbClr val="4E9BEC"/>
          </a:solidFill>
          <a:ln w="0">
            <a:noFill/>
            <a:prstDash val="solid"/>
          </a:ln>
        </p:spPr>
      </p:sp>
      <p:sp>
        <p:nvSpPr>
          <p:cNvPr id="10" name="Rectangle 9">
            <a:extLst>
              <a:ext uri="{FF2B5EF4-FFF2-40B4-BE49-F238E27FC236}">
                <a16:creationId xmlns:a16="http://schemas.microsoft.com/office/drawing/2014/main" id="{B5BA3D89-315A-40B5-842F-06D974B6C15F}"/>
              </a:ext>
            </a:extLst>
          </p:cNvPr>
          <p:cNvSpPr>
            <a:spLocks noGrp="1"/>
          </p:cNvSpPr>
          <p:nvPr/>
        </p:nvSpPr>
        <p:spPr>
          <a:xfrm>
            <a:off x="657225" y="2324100"/>
            <a:ext cx="361950" cy="228600"/>
          </a:xfrm>
          <a:prstGeom prst="rect">
            <a:avLst/>
          </a:prstGeom>
          <a:noFill/>
          <a:ln w="0">
            <a:noFill/>
            <a:prstDash val="solid"/>
          </a:ln>
        </p:spPr>
        <p:txBody>
          <a:bodyPr anchor="t">
            <a:normAutofit fontScale="85714"/>
          </a:bodyPr>
          <a:lstStyle>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a:ext uri="{FF2B5EF4-FFF2-40B4-BE49-F238E27FC236}">
                <a16:creationId xmlns:a16="http://schemas.microsoft.com/office/drawing/2014/main" id="{3979AC3D-1DD2-4AC7-A73B-BE07BC836C26}"/>
              </a:ext>
            </a:extLst>
          </p:cNvPr>
          <p:cNvSpPr>
            <a:spLocks noGrp="1"/>
          </p:cNvSpPr>
          <p:nvPr/>
        </p:nvSpPr>
        <p:spPr>
          <a:xfrm>
            <a:off x="657225" y="2781300"/>
            <a:ext cx="1609725" cy="304800"/>
          </a:xfrm>
          <a:prstGeom prst="rect">
            <a:avLst/>
          </a:prstGeom>
          <a:noFill/>
          <a:ln w="0">
            <a:noFill/>
            <a:prstDash val="solid"/>
          </a:ln>
        </p:spPr>
        <p:txBody>
          <a:bodyPr anchor="t">
            <a:normAutofit fontScale="93333"/>
          </a:bodyPr>
          <a:lstStyle>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a:pPr algn="l">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a:ext uri="{FF2B5EF4-FFF2-40B4-BE49-F238E27FC236}">
                <a16:creationId xmlns:a16="http://schemas.microsoft.com/office/drawing/2014/main" id="{091C6B4D-D113-4EC8-A1BC-09CD3061B9E5}"/>
              </a:ext>
            </a:extLst>
          </p:cNvPr>
          <p:cNvSpPr>
            <a:spLocks noGrp="1"/>
          </p:cNvSpPr>
          <p:nvPr/>
        </p:nvSpPr>
        <p:spPr>
          <a:xfrm>
            <a:off x="657225" y="3171825"/>
            <a:ext cx="1609725" cy="47625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a:pPr algn="l">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a:ext uri="{FF2B5EF4-FFF2-40B4-BE49-F238E27FC236}">
                <a16:creationId xmlns:a16="http://schemas.microsoft.com/office/drawing/2014/main" id="{37172077-BD77-44A4-A6AA-A421F22F75FB}"/>
              </a:ext>
            </a:extLst>
          </p:cNvPr>
          <p:cNvSpPr>
            <a:spLocks noGrp="1"/>
          </p:cNvSpPr>
          <p:nvPr/>
        </p:nvSpPr>
        <p:spPr>
          <a:xfrm>
            <a:off x="2438400" y="2933700"/>
            <a:ext cx="381000" cy="0"/>
          </a:xfrm>
          <a:prstGeom prst="line">
            <a:avLst/>
          </a:prstGeom>
          <a:noFill/>
          <a:ln w="28575">
            <a:solidFill>
              <a:srgbClr val="29433A"/>
            </a:solidFill>
            <a:prstDash val="solid"/>
          </a:ln>
        </p:spPr>
      </p:sp>
      <p:sp>
        <p:nvSpPr>
          <p:cNvPr id="14" name="Rectangle: Rounded Corners 13">
            <a:extLst>
              <a:ext uri="{FF2B5EF4-FFF2-40B4-BE49-F238E27FC236}">
                <a16:creationId xmlns:a16="http://schemas.microsoft.com/office/drawing/2014/main" id="{4585852B-43F8-468E-8298-7B5C1498E981}"/>
              </a:ext>
            </a:extLst>
          </p:cNvPr>
          <p:cNvSpPr>
            <a:spLocks noGrp="1"/>
          </p:cNvSpPr>
          <p:nvPr/>
        </p:nvSpPr>
        <p:spPr>
          <a:xfrm>
            <a:off x="2819400" y="2095500"/>
            <a:ext cx="1952625" cy="1676400"/>
          </a:xfrm>
          <a:prstGeom prst="roundRect">
            <a:avLst>
              <a:gd name="adj" fmla="val 6818"/>
            </a:avLst>
          </a:prstGeom>
          <a:solidFill>
            <a:srgbClr val="102720"/>
          </a:solidFill>
          <a:ln w="19050">
            <a:solidFill>
              <a:srgbClr val="2DBD73"/>
            </a:solidFill>
            <a:prstDash val="solid"/>
          </a:ln>
        </p:spPr>
      </p:sp>
      <p:sp>
        <p:nvSpPr>
          <p:cNvPr id="15" name="Oval 14">
            <a:extLst>
              <a:ext uri="{FF2B5EF4-FFF2-40B4-BE49-F238E27FC236}">
                <a16:creationId xmlns:a16="http://schemas.microsoft.com/office/drawing/2014/main" id="{B6E04E0F-7A34-45B0-BE6A-A857D7D4EE5F}"/>
              </a:ext>
            </a:extLst>
          </p:cNvPr>
          <p:cNvSpPr>
            <a:spLocks noGrp="1"/>
          </p:cNvSpPr>
          <p:nvPr/>
        </p:nvSpPr>
        <p:spPr>
          <a:xfrm>
            <a:off x="2990850" y="2257425"/>
            <a:ext cx="361950" cy="361950"/>
          </a:xfrm>
          <a:prstGeom prst="ellipse">
            <a:avLst/>
          </a:prstGeom>
          <a:solidFill>
            <a:srgbClr val="2DBD73"/>
          </a:solidFill>
          <a:ln w="0">
            <a:noFill/>
            <a:prstDash val="solid"/>
          </a:ln>
        </p:spPr>
      </p:sp>
      <p:sp>
        <p:nvSpPr>
          <p:cNvPr id="16" name="Rectangle 15">
            <a:extLst>
              <a:ext uri="{FF2B5EF4-FFF2-40B4-BE49-F238E27FC236}">
                <a16:creationId xmlns:a16="http://schemas.microsoft.com/office/drawing/2014/main" id="{77215215-495E-4794-8F50-D787A455CA4F}"/>
              </a:ext>
            </a:extLst>
          </p:cNvPr>
          <p:cNvSpPr>
            <a:spLocks noGrp="1"/>
          </p:cNvSpPr>
          <p:nvPr/>
        </p:nvSpPr>
        <p:spPr>
          <a:xfrm>
            <a:off x="2990850" y="2324100"/>
            <a:ext cx="361950" cy="228600"/>
          </a:xfrm>
          <a:prstGeom prst="rect">
            <a:avLst/>
          </a:prstGeom>
          <a:noFill/>
          <a:ln w="0">
            <a:noFill/>
            <a:prstDash val="solid"/>
          </a:ln>
        </p:spPr>
        <p:txBody>
          <a:bodyPr anchor="t">
            <a:normAutofit fontScale="85714"/>
          </a:bodyPr>
          <a:lstStyle>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a:ext uri="{FF2B5EF4-FFF2-40B4-BE49-F238E27FC236}">
                <a16:creationId xmlns:a16="http://schemas.microsoft.com/office/drawing/2014/main" id="{5D460735-AEC7-45C5-89E9-D5902C1B279D}"/>
              </a:ext>
            </a:extLst>
          </p:cNvPr>
          <p:cNvSpPr>
            <a:spLocks noGrp="1"/>
          </p:cNvSpPr>
          <p:nvPr/>
        </p:nvSpPr>
        <p:spPr>
          <a:xfrm>
            <a:off x="2990850" y="2781300"/>
            <a:ext cx="1609725" cy="304800"/>
          </a:xfrm>
          <a:prstGeom prst="rect">
            <a:avLst/>
          </a:prstGeom>
          <a:noFill/>
          <a:ln w="0">
            <a:noFill/>
            <a:prstDash val="solid"/>
          </a:ln>
        </p:spPr>
        <p:txBody>
          <a:bodyPr anchor="t">
            <a:normAutofit fontScale="93333"/>
          </a:bodyPr>
          <a:lstStyle>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a:pPr algn="l">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a:ext uri="{FF2B5EF4-FFF2-40B4-BE49-F238E27FC236}">
                <a16:creationId xmlns:a16="http://schemas.microsoft.com/office/drawing/2014/main" id="{ED525CB3-1F93-4B49-BFCE-FD68C5F1F755}"/>
              </a:ext>
            </a:extLst>
          </p:cNvPr>
          <p:cNvSpPr>
            <a:spLocks noGrp="1"/>
          </p:cNvSpPr>
          <p:nvPr/>
        </p:nvSpPr>
        <p:spPr>
          <a:xfrm>
            <a:off x="2990850" y="3171825"/>
            <a:ext cx="1609725" cy="47625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a:pPr algn="l">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a:ext uri="{FF2B5EF4-FFF2-40B4-BE49-F238E27FC236}">
                <a16:creationId xmlns:a16="http://schemas.microsoft.com/office/drawing/2014/main" id="{C4205D1C-C786-4094-A73A-9E63E0E88E02}"/>
              </a:ext>
            </a:extLst>
          </p:cNvPr>
          <p:cNvSpPr>
            <a:spLocks noGrp="1"/>
          </p:cNvSpPr>
          <p:nvPr/>
        </p:nvSpPr>
        <p:spPr>
          <a:xfrm>
            <a:off x="4772025" y="2933700"/>
            <a:ext cx="381000" cy="0"/>
          </a:xfrm>
          <a:prstGeom prst="line">
            <a:avLst/>
          </a:prstGeom>
          <a:noFill/>
          <a:ln w="28575">
            <a:solidFill>
              <a:srgbClr val="29433A"/>
            </a:solidFill>
            <a:prstDash val="solid"/>
          </a:ln>
        </p:spPr>
      </p:sp>
      <p:sp>
        <p:nvSpPr>
          <p:cNvPr id="20" name="Rectangle: Rounded Corners 19">
            <a:extLst>
              <a:ext uri="{FF2B5EF4-FFF2-40B4-BE49-F238E27FC236}">
                <a16:creationId xmlns:a16="http://schemas.microsoft.com/office/drawing/2014/main" id="{1CFFD222-072A-4191-A10A-17066ED69092}"/>
              </a:ext>
            </a:extLst>
          </p:cNvPr>
          <p:cNvSpPr>
            <a:spLocks noGrp="1"/>
          </p:cNvSpPr>
          <p:nvPr/>
        </p:nvSpPr>
        <p:spPr>
          <a:xfrm>
            <a:off x="5153025" y="2095500"/>
            <a:ext cx="1952625" cy="1676400"/>
          </a:xfrm>
          <a:prstGeom prst="roundRect">
            <a:avLst>
              <a:gd name="adj" fmla="val 6818"/>
            </a:avLst>
          </a:prstGeom>
          <a:solidFill>
            <a:srgbClr val="102720"/>
          </a:solidFill>
          <a:ln w="19050">
            <a:solidFill>
              <a:srgbClr val="E84AAB"/>
            </a:solidFill>
            <a:prstDash val="solid"/>
          </a:ln>
        </p:spPr>
      </p:sp>
      <p:sp>
        <p:nvSpPr>
          <p:cNvPr id="21" name="Oval 20">
            <a:extLst>
              <a:ext uri="{FF2B5EF4-FFF2-40B4-BE49-F238E27FC236}">
                <a16:creationId xmlns:a16="http://schemas.microsoft.com/office/drawing/2014/main" id="{45D946E5-0C35-44D8-8F98-8321AF3702B0}"/>
              </a:ext>
            </a:extLst>
          </p:cNvPr>
          <p:cNvSpPr>
            <a:spLocks noGrp="1"/>
          </p:cNvSpPr>
          <p:nvPr/>
        </p:nvSpPr>
        <p:spPr>
          <a:xfrm>
            <a:off x="5324475" y="2257425"/>
            <a:ext cx="361950" cy="361950"/>
          </a:xfrm>
          <a:prstGeom prst="ellipse">
            <a:avLst/>
          </a:prstGeom>
          <a:solidFill>
            <a:srgbClr val="E84AAB"/>
          </a:solidFill>
          <a:ln w="0">
            <a:noFill/>
            <a:prstDash val="solid"/>
          </a:ln>
        </p:spPr>
      </p:sp>
      <p:sp>
        <p:nvSpPr>
          <p:cNvPr id="22" name="Rectangle 21">
            <a:extLst>
              <a:ext uri="{FF2B5EF4-FFF2-40B4-BE49-F238E27FC236}">
                <a16:creationId xmlns:a16="http://schemas.microsoft.com/office/drawing/2014/main" id="{858E086C-812B-44AB-A4C4-84D68B284547}"/>
              </a:ext>
            </a:extLst>
          </p:cNvPr>
          <p:cNvSpPr>
            <a:spLocks noGrp="1"/>
          </p:cNvSpPr>
          <p:nvPr/>
        </p:nvSpPr>
        <p:spPr>
          <a:xfrm>
            <a:off x="5324475" y="2324100"/>
            <a:ext cx="361950" cy="228600"/>
          </a:xfrm>
          <a:prstGeom prst="rect">
            <a:avLst/>
          </a:prstGeom>
          <a:noFill/>
          <a:ln w="0">
            <a:noFill/>
            <a:prstDash val="solid"/>
          </a:ln>
        </p:spPr>
        <p:txBody>
          <a:bodyPr anchor="t">
            <a:normAutofit fontScale="85714"/>
          </a:bodyPr>
          <a:lstStyle>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a:ext uri="{FF2B5EF4-FFF2-40B4-BE49-F238E27FC236}">
                <a16:creationId xmlns:a16="http://schemas.microsoft.com/office/drawing/2014/main" id="{D82A0C26-CEEA-4869-8E11-3B1AC53B0626}"/>
              </a:ext>
            </a:extLst>
          </p:cNvPr>
          <p:cNvSpPr>
            <a:spLocks noGrp="1"/>
          </p:cNvSpPr>
          <p:nvPr/>
        </p:nvSpPr>
        <p:spPr>
          <a:xfrm>
            <a:off x="5324475" y="2781300"/>
            <a:ext cx="1609725" cy="304800"/>
          </a:xfrm>
          <a:prstGeom prst="rect">
            <a:avLst/>
          </a:prstGeom>
          <a:noFill/>
          <a:ln w="0">
            <a:noFill/>
            <a:prstDash val="solid"/>
          </a:ln>
        </p:spPr>
        <p:txBody>
          <a:bodyPr anchor="t">
            <a:normAutofit fontScale="93333"/>
          </a:bodyPr>
          <a:lstStyle>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a:pPr algn="l">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a:ext uri="{FF2B5EF4-FFF2-40B4-BE49-F238E27FC236}">
                <a16:creationId xmlns:a16="http://schemas.microsoft.com/office/drawing/2014/main" id="{29F0BBEE-95F2-4B11-8618-847736EF03EF}"/>
              </a:ext>
            </a:extLst>
          </p:cNvPr>
          <p:cNvSpPr>
            <a:spLocks noGrp="1"/>
          </p:cNvSpPr>
          <p:nvPr/>
        </p:nvSpPr>
        <p:spPr>
          <a:xfrm>
            <a:off x="5324475" y="3171825"/>
            <a:ext cx="1609725" cy="47625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a:pPr algn="l">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a:ext uri="{FF2B5EF4-FFF2-40B4-BE49-F238E27FC236}">
                <a16:creationId xmlns:a16="http://schemas.microsoft.com/office/drawing/2014/main" id="{43F62091-0960-4C3E-8E53-561DF64D8CF6}"/>
              </a:ext>
            </a:extLst>
          </p:cNvPr>
          <p:cNvSpPr>
            <a:spLocks noGrp="1"/>
          </p:cNvSpPr>
          <p:nvPr/>
        </p:nvSpPr>
        <p:spPr>
          <a:xfrm>
            <a:off x="7105650" y="2933700"/>
            <a:ext cx="381000" cy="0"/>
          </a:xfrm>
          <a:prstGeom prst="line">
            <a:avLst/>
          </a:prstGeom>
          <a:noFill/>
          <a:ln w="28575">
            <a:solidFill>
              <a:srgbClr val="29433A"/>
            </a:solidFill>
            <a:prstDash val="solid"/>
          </a:ln>
        </p:spPr>
      </p:sp>
      <p:sp>
        <p:nvSpPr>
          <p:cNvPr id="26" name="Rectangle: Rounded Corners 25">
            <a:extLst>
              <a:ext uri="{FF2B5EF4-FFF2-40B4-BE49-F238E27FC236}">
                <a16:creationId xmlns:a16="http://schemas.microsoft.com/office/drawing/2014/main" id="{A2E44B4F-6788-40A2-BAA9-9D988A41A214}"/>
              </a:ext>
            </a:extLst>
          </p:cNvPr>
          <p:cNvSpPr>
            <a:spLocks noGrp="1"/>
          </p:cNvSpPr>
          <p:nvPr/>
        </p:nvSpPr>
        <p:spPr>
          <a:xfrm>
            <a:off x="7486650" y="2095500"/>
            <a:ext cx="1952625" cy="1676400"/>
          </a:xfrm>
          <a:prstGeom prst="roundRect">
            <a:avLst>
              <a:gd name="adj" fmla="val 6818"/>
            </a:avLst>
          </a:prstGeom>
          <a:solidFill>
            <a:srgbClr val="102720"/>
          </a:solidFill>
          <a:ln w="19050">
            <a:solidFill>
              <a:srgbClr val="3FC6D6"/>
            </a:solidFill>
            <a:prstDash val="solid"/>
          </a:ln>
        </p:spPr>
      </p:sp>
      <p:sp>
        <p:nvSpPr>
          <p:cNvPr id="27" name="Oval 26">
            <a:extLst>
              <a:ext uri="{FF2B5EF4-FFF2-40B4-BE49-F238E27FC236}">
                <a16:creationId xmlns:a16="http://schemas.microsoft.com/office/drawing/2014/main" id="{B32FF889-DAAC-4B5C-9AD9-F7712EBAE414}"/>
              </a:ext>
            </a:extLst>
          </p:cNvPr>
          <p:cNvSpPr>
            <a:spLocks noGrp="1"/>
          </p:cNvSpPr>
          <p:nvPr/>
        </p:nvSpPr>
        <p:spPr>
          <a:xfrm>
            <a:off x="7658100" y="2257425"/>
            <a:ext cx="361950" cy="361950"/>
          </a:xfrm>
          <a:prstGeom prst="ellipse">
            <a:avLst/>
          </a:prstGeom>
          <a:solidFill>
            <a:srgbClr val="3FC6D6"/>
          </a:solidFill>
          <a:ln w="0">
            <a:noFill/>
            <a:prstDash val="solid"/>
          </a:ln>
        </p:spPr>
      </p:sp>
      <p:sp>
        <p:nvSpPr>
          <p:cNvPr id="28" name="Rectangle 27">
            <a:extLst>
              <a:ext uri="{FF2B5EF4-FFF2-40B4-BE49-F238E27FC236}">
                <a16:creationId xmlns:a16="http://schemas.microsoft.com/office/drawing/2014/main" id="{DDD4FBAE-9AA1-4231-80B1-761D7DECD31B}"/>
              </a:ext>
            </a:extLst>
          </p:cNvPr>
          <p:cNvSpPr>
            <a:spLocks noGrp="1"/>
          </p:cNvSpPr>
          <p:nvPr/>
        </p:nvSpPr>
        <p:spPr>
          <a:xfrm>
            <a:off x="7658100" y="2324100"/>
            <a:ext cx="361950" cy="228600"/>
          </a:xfrm>
          <a:prstGeom prst="rect">
            <a:avLst/>
          </a:prstGeom>
          <a:noFill/>
          <a:ln w="0">
            <a:noFill/>
            <a:prstDash val="solid"/>
          </a:ln>
        </p:spPr>
        <p:txBody>
          <a:bodyPr anchor="t">
            <a:normAutofit fontScale="85714"/>
          </a:bodyPr>
          <a:lstStyle>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a:ext uri="{FF2B5EF4-FFF2-40B4-BE49-F238E27FC236}">
                <a16:creationId xmlns:a16="http://schemas.microsoft.com/office/drawing/2014/main" id="{C938FE03-46F0-4A5A-A7B4-A469C807779E}"/>
              </a:ext>
            </a:extLst>
          </p:cNvPr>
          <p:cNvSpPr>
            <a:spLocks noGrp="1"/>
          </p:cNvSpPr>
          <p:nvPr/>
        </p:nvSpPr>
        <p:spPr>
          <a:xfrm>
            <a:off x="7658100" y="2781300"/>
            <a:ext cx="1609725" cy="304800"/>
          </a:xfrm>
          <a:prstGeom prst="rect">
            <a:avLst/>
          </a:prstGeom>
          <a:noFill/>
          <a:ln w="0">
            <a:noFill/>
            <a:prstDash val="solid"/>
          </a:ln>
        </p:spPr>
        <p:txBody>
          <a:bodyPr anchor="t">
            <a:normAutofit fontScale="93333"/>
          </a:bodyPr>
          <a:lstStyle>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a:pPr algn="l">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a:ext uri="{FF2B5EF4-FFF2-40B4-BE49-F238E27FC236}">
                <a16:creationId xmlns:a16="http://schemas.microsoft.com/office/drawing/2014/main" id="{7FEDDFD4-09CE-4778-8FAF-993429A2A84B}"/>
              </a:ext>
            </a:extLst>
          </p:cNvPr>
          <p:cNvSpPr>
            <a:spLocks noGrp="1"/>
          </p:cNvSpPr>
          <p:nvPr/>
        </p:nvSpPr>
        <p:spPr>
          <a:xfrm>
            <a:off x="7658100" y="3171825"/>
            <a:ext cx="1609725" cy="47625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a:pPr algn="l">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a:ext uri="{FF2B5EF4-FFF2-40B4-BE49-F238E27FC236}">
                <a16:creationId xmlns:a16="http://schemas.microsoft.com/office/drawing/2014/main" id="{5B9EAD3A-F162-4D43-9E77-3685D098340F}"/>
              </a:ext>
            </a:extLst>
          </p:cNvPr>
          <p:cNvSpPr>
            <a:spLocks noGrp="1"/>
          </p:cNvSpPr>
          <p:nvPr/>
        </p:nvSpPr>
        <p:spPr>
          <a:xfrm>
            <a:off x="9439275" y="2933700"/>
            <a:ext cx="381000" cy="0"/>
          </a:xfrm>
          <a:prstGeom prst="line">
            <a:avLst/>
          </a:prstGeom>
          <a:noFill/>
          <a:ln w="28575">
            <a:solidFill>
              <a:srgbClr val="29433A"/>
            </a:solidFill>
            <a:prstDash val="solid"/>
          </a:ln>
        </p:spPr>
      </p:sp>
      <p:sp>
        <p:nvSpPr>
          <p:cNvPr id="32" name="Rectangle: Rounded Corners 31">
            <a:extLst>
              <a:ext uri="{FF2B5EF4-FFF2-40B4-BE49-F238E27FC236}">
                <a16:creationId xmlns:a16="http://schemas.microsoft.com/office/drawing/2014/main" id="{7CAF063E-8C26-4B28-85F2-21875C81928F}"/>
              </a:ext>
            </a:extLst>
          </p:cNvPr>
          <p:cNvSpPr>
            <a:spLocks noGrp="1"/>
          </p:cNvSpPr>
          <p:nvPr/>
        </p:nvSpPr>
        <p:spPr>
          <a:xfrm>
            <a:off x="9820275" y="2095500"/>
            <a:ext cx="1952625" cy="1676400"/>
          </a:xfrm>
          <a:prstGeom prst="roundRect">
            <a:avLst>
              <a:gd name="adj" fmla="val 6818"/>
            </a:avLst>
          </a:prstGeom>
          <a:solidFill>
            <a:srgbClr val="102720"/>
          </a:solidFill>
          <a:ln w="19050">
            <a:solidFill>
              <a:srgbClr val="E46760"/>
            </a:solidFill>
            <a:prstDash val="solid"/>
          </a:ln>
        </p:spPr>
      </p:sp>
      <p:sp>
        <p:nvSpPr>
          <p:cNvPr id="33" name="Oval 32">
            <a:extLst>
              <a:ext uri="{FF2B5EF4-FFF2-40B4-BE49-F238E27FC236}">
                <a16:creationId xmlns:a16="http://schemas.microsoft.com/office/drawing/2014/main" id="{3AAA0B9D-410B-41E9-B4A7-66B48239FA17}"/>
              </a:ext>
            </a:extLst>
          </p:cNvPr>
          <p:cNvSpPr>
            <a:spLocks noGrp="1"/>
          </p:cNvSpPr>
          <p:nvPr/>
        </p:nvSpPr>
        <p:spPr>
          <a:xfrm>
            <a:off x="9991725" y="2257425"/>
            <a:ext cx="361950" cy="361950"/>
          </a:xfrm>
          <a:prstGeom prst="ellipse">
            <a:avLst/>
          </a:prstGeom>
          <a:solidFill>
            <a:srgbClr val="E46760"/>
          </a:solidFill>
          <a:ln w="0">
            <a:noFill/>
            <a:prstDash val="solid"/>
          </a:ln>
        </p:spPr>
      </p:sp>
      <p:sp>
        <p:nvSpPr>
          <p:cNvPr id="34" name="Rectangle 33">
            <a:extLst>
              <a:ext uri="{FF2B5EF4-FFF2-40B4-BE49-F238E27FC236}">
                <a16:creationId xmlns:a16="http://schemas.microsoft.com/office/drawing/2014/main" id="{1A413704-7DA6-4AFB-A326-83393AF5147C}"/>
              </a:ext>
            </a:extLst>
          </p:cNvPr>
          <p:cNvSpPr>
            <a:spLocks noGrp="1"/>
          </p:cNvSpPr>
          <p:nvPr/>
        </p:nvSpPr>
        <p:spPr>
          <a:xfrm>
            <a:off x="9991725" y="2324100"/>
            <a:ext cx="361950" cy="228600"/>
          </a:xfrm>
          <a:prstGeom prst="rect">
            <a:avLst/>
          </a:prstGeom>
          <a:noFill/>
          <a:ln w="0">
            <a:noFill/>
            <a:prstDash val="solid"/>
          </a:ln>
        </p:spPr>
        <p:txBody>
          <a:bodyPr anchor="t">
            <a:normAutofit fontScale="85714"/>
          </a:bodyPr>
          <a:lstStyle>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a:pPr algn="ctr">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a:ext uri="{FF2B5EF4-FFF2-40B4-BE49-F238E27FC236}">
                <a16:creationId xmlns:a16="http://schemas.microsoft.com/office/drawing/2014/main" id="{6974E358-85F5-4216-89C2-B3744AD65C46}"/>
              </a:ext>
            </a:extLst>
          </p:cNvPr>
          <p:cNvSpPr>
            <a:spLocks noGrp="1"/>
          </p:cNvSpPr>
          <p:nvPr/>
        </p:nvSpPr>
        <p:spPr>
          <a:xfrm>
            <a:off x="9991725" y="2781300"/>
            <a:ext cx="1609725" cy="304800"/>
          </a:xfrm>
          <a:prstGeom prst="rect">
            <a:avLst/>
          </a:prstGeom>
          <a:noFill/>
          <a:ln w="0">
            <a:noFill/>
            <a:prstDash val="solid"/>
          </a:ln>
        </p:spPr>
        <p:txBody>
          <a:bodyPr anchor="t">
            <a:normAutofit fontScale="93062"/>
          </a:bodyPr>
          <a:lstStyle>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a:pPr algn="l">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a:ext uri="{FF2B5EF4-FFF2-40B4-BE49-F238E27FC236}">
                <a16:creationId xmlns:a16="http://schemas.microsoft.com/office/drawing/2014/main" id="{FCE93AAA-541D-4A4A-92CE-446CAFE7C544}"/>
              </a:ext>
            </a:extLst>
          </p:cNvPr>
          <p:cNvSpPr>
            <a:spLocks noGrp="1"/>
          </p:cNvSpPr>
          <p:nvPr/>
        </p:nvSpPr>
        <p:spPr>
          <a:xfrm>
            <a:off x="9991725" y="3171825"/>
            <a:ext cx="1609725" cy="47625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a:pPr algn="l">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a:ext uri="{FF2B5EF4-FFF2-40B4-BE49-F238E27FC236}">
                <a16:creationId xmlns:a16="http://schemas.microsoft.com/office/drawing/2014/main" id="{091062D5-E2FF-45FD-ABF1-5C63C2AFC896}"/>
              </a:ext>
            </a:extLst>
          </p:cNvPr>
          <p:cNvSpPr>
            <a:spLocks noGrp="1"/>
          </p:cNvSpPr>
          <p:nvPr/>
        </p:nvSpPr>
        <p:spPr>
          <a:xfrm>
            <a:off x="638175" y="4324350"/>
            <a:ext cx="2571750" cy="228600"/>
          </a:xfrm>
          <a:prstGeom prst="rect">
            <a:avLst/>
          </a:prstGeom>
          <a:noFill/>
          <a:ln w="0">
            <a:noFill/>
            <a:prstDash val="solid"/>
          </a:ln>
        </p:spPr>
        <p:txBody>
          <a:bodyPr anchor="t">
            <a:normAutofit fontScale="92308"/>
          </a:bodyPr>
          <a:lstStyle>
            <a:defPPr algn="l">
              <a:defRPr sz="975" b="1" i="0">
                <a:solidFill>
                  <a:srgbClr val="AFC0B8"/>
                </a:solidFill>
                <a:latin typeface="Arial"/>
                <a:ea typeface="Arial"/>
                <a:cs typeface="Arial"/>
              </a:defRPr>
            </a:defPPr>
            <a:lvl1pPr algn="l">
              <a:defRPr sz="975" b="1" i="0">
                <a:solidFill>
                  <a:srgbClr val="AFC0B8"/>
                </a:solidFill>
                <a:latin typeface="Arial"/>
                <a:ea typeface="Arial"/>
                <a:cs typeface="Arial"/>
              </a:defRPr>
            </a:lvl1pPr>
            <a:lvl2pPr algn="l">
              <a:defRPr sz="975" b="1" i="0">
                <a:solidFill>
                  <a:srgbClr val="AFC0B8"/>
                </a:solidFill>
                <a:latin typeface="Arial"/>
                <a:ea typeface="Arial"/>
                <a:cs typeface="Arial"/>
              </a:defRPr>
            </a:lvl2pPr>
            <a:lvl3pPr algn="l">
              <a:defRPr sz="975" b="1" i="0">
                <a:solidFill>
                  <a:srgbClr val="AFC0B8"/>
                </a:solidFill>
                <a:latin typeface="Arial"/>
                <a:ea typeface="Arial"/>
                <a:cs typeface="Arial"/>
              </a:defRPr>
            </a:lvl3pPr>
            <a:lvl4pPr algn="l">
              <a:defRPr sz="975" b="1" i="0">
                <a:solidFill>
                  <a:srgbClr val="AFC0B8"/>
                </a:solidFill>
                <a:latin typeface="Arial"/>
                <a:ea typeface="Arial"/>
                <a:cs typeface="Arial"/>
              </a:defRPr>
            </a:lvl4pPr>
            <a:lvl5pPr algn="l">
              <a:defRPr sz="975" b="1" i="0">
                <a:solidFill>
                  <a:srgbClr val="AFC0B8"/>
                </a:solidFill>
                <a:latin typeface="Arial"/>
                <a:ea typeface="Arial"/>
                <a:cs typeface="Arial"/>
              </a:defRPr>
            </a:lvl5pPr>
            <a:lvl6pPr algn="l">
              <a:defRPr sz="975" b="1" i="0">
                <a:solidFill>
                  <a:srgbClr val="AFC0B8"/>
                </a:solidFill>
                <a:latin typeface="Arial"/>
                <a:ea typeface="Arial"/>
                <a:cs typeface="Arial"/>
              </a:defRPr>
            </a:lvl6pPr>
            <a:lvl7pPr algn="l">
              <a:defRPr sz="975" b="1" i="0">
                <a:solidFill>
                  <a:srgbClr val="AFC0B8"/>
                </a:solidFill>
                <a:latin typeface="Arial"/>
                <a:ea typeface="Arial"/>
                <a:cs typeface="Arial"/>
              </a:defRPr>
            </a:lvl7pPr>
            <a:lvl8pPr algn="l">
              <a:defRPr sz="975" b="1" i="0">
                <a:solidFill>
                  <a:srgbClr val="AFC0B8"/>
                </a:solidFill>
                <a:latin typeface="Arial"/>
                <a:ea typeface="Arial"/>
                <a:cs typeface="Arial"/>
              </a:defRPr>
            </a:lvl8pPr>
            <a:lvl9pPr algn="l">
              <a:defRPr sz="975" b="1" i="0">
                <a:solidFill>
                  <a:srgbClr val="AFC0B8"/>
                </a:solidFill>
                <a:latin typeface="Arial"/>
                <a:ea typeface="Arial"/>
                <a:cs typeface="Arial"/>
              </a:defRPr>
            </a:lvl9pPr>
          </a:lstStyle>
          <a:p>
            <a:pPr algn="l">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a:ext uri="{FF2B5EF4-FFF2-40B4-BE49-F238E27FC236}">
                <a16:creationId xmlns:a16="http://schemas.microsoft.com/office/drawing/2014/main" id="{0E0AE250-3697-46DD-896F-1EF0B7F40469}"/>
              </a:ext>
            </a:extLst>
          </p:cNvPr>
          <p:cNvSpPr>
            <a:spLocks noGrp="1"/>
          </p:cNvSpPr>
          <p:nvPr/>
        </p:nvSpPr>
        <p:spPr>
          <a:xfrm>
            <a:off x="647700" y="4724400"/>
            <a:ext cx="2381250" cy="285750"/>
          </a:xfrm>
          <a:prstGeom prst="roundRect">
            <a:avLst>
              <a:gd name="adj" fmla="val 26667"/>
            </a:avLst>
          </a:prstGeom>
          <a:solidFill>
            <a:srgbClr val="FBECEB"/>
          </a:solidFill>
          <a:ln w="9525">
            <a:solidFill>
              <a:srgbClr val="E46760"/>
            </a:solidFill>
            <a:prstDash val="solid"/>
          </a:ln>
        </p:spPr>
        <p:txBody>
          <a:bodyPr anchor="ctr">
            <a:normAutofit/>
          </a:bodyPr>
          <a:lstStyle>
            <a:defPPr algn="ctr">
              <a:defRPr sz="900" b="1">
                <a:solidFill>
                  <a:srgbClr val="E46760"/>
                </a:solidFill>
                <a:latin typeface="Arial"/>
                <a:ea typeface="Arial"/>
                <a:cs typeface="Arial"/>
              </a:defRPr>
            </a:defPPr>
            <a:lvl1pPr algn="ctr">
              <a:defRPr sz="900" b="1">
                <a:solidFill>
                  <a:srgbClr val="E46760"/>
                </a:solidFill>
                <a:latin typeface="Arial"/>
                <a:ea typeface="Arial"/>
                <a:cs typeface="Arial"/>
              </a:defRPr>
            </a:lvl1pPr>
            <a:lvl2pPr algn="ctr">
              <a:defRPr sz="900" b="1">
                <a:solidFill>
                  <a:srgbClr val="E46760"/>
                </a:solidFill>
                <a:latin typeface="Arial"/>
                <a:ea typeface="Arial"/>
                <a:cs typeface="Arial"/>
              </a:defRPr>
            </a:lvl2pPr>
            <a:lvl3pPr algn="ctr">
              <a:defRPr sz="900" b="1">
                <a:solidFill>
                  <a:srgbClr val="E46760"/>
                </a:solidFill>
                <a:latin typeface="Arial"/>
                <a:ea typeface="Arial"/>
                <a:cs typeface="Arial"/>
              </a:defRPr>
            </a:lvl3pPr>
            <a:lvl4pPr algn="ctr">
              <a:defRPr sz="900" b="1">
                <a:solidFill>
                  <a:srgbClr val="E46760"/>
                </a:solidFill>
                <a:latin typeface="Arial"/>
                <a:ea typeface="Arial"/>
                <a:cs typeface="Arial"/>
              </a:defRPr>
            </a:lvl4pPr>
            <a:lvl5pPr algn="ctr">
              <a:defRPr sz="900" b="1">
                <a:solidFill>
                  <a:srgbClr val="E46760"/>
                </a:solidFill>
                <a:latin typeface="Arial"/>
                <a:ea typeface="Arial"/>
                <a:cs typeface="Arial"/>
              </a:defRPr>
            </a:lvl5pPr>
            <a:lvl6pPr algn="ctr">
              <a:defRPr sz="900" b="1">
                <a:solidFill>
                  <a:srgbClr val="E46760"/>
                </a:solidFill>
                <a:latin typeface="Arial"/>
                <a:ea typeface="Arial"/>
                <a:cs typeface="Arial"/>
              </a:defRPr>
            </a:lvl6pPr>
            <a:lvl7pPr algn="ctr">
              <a:defRPr sz="900" b="1">
                <a:solidFill>
                  <a:srgbClr val="E46760"/>
                </a:solidFill>
                <a:latin typeface="Arial"/>
                <a:ea typeface="Arial"/>
                <a:cs typeface="Arial"/>
              </a:defRPr>
            </a:lvl7pPr>
            <a:lvl8pPr algn="ctr">
              <a:defRPr sz="900" b="1">
                <a:solidFill>
                  <a:srgbClr val="E46760"/>
                </a:solidFill>
                <a:latin typeface="Arial"/>
                <a:ea typeface="Arial"/>
                <a:cs typeface="Arial"/>
              </a:defRPr>
            </a:lvl8pPr>
            <a:lvl9pPr algn="ctr">
              <a:defRPr sz="900" b="1">
                <a:solidFill>
                  <a:srgbClr val="E46760"/>
                </a:solidFill>
                <a:latin typeface="Arial"/>
                <a:ea typeface="Arial"/>
                <a:cs typeface="Arial"/>
              </a:defRPr>
            </a:lvl9pPr>
          </a:lstStyle>
          <a:p>
            <a:pPr algn="ctr">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a:ext uri="{FF2B5EF4-FFF2-40B4-BE49-F238E27FC236}">
                <a16:creationId xmlns:a16="http://schemas.microsoft.com/office/drawing/2014/main" id="{303A84C0-6E60-4017-A01C-97B221652F5F}"/>
              </a:ext>
            </a:extLst>
          </p:cNvPr>
          <p:cNvSpPr>
            <a:spLocks noGrp="1"/>
          </p:cNvSpPr>
          <p:nvPr/>
        </p:nvSpPr>
        <p:spPr>
          <a:xfrm>
            <a:off x="3267075" y="4724400"/>
            <a:ext cx="2428875" cy="285750"/>
          </a:xfrm>
          <a:prstGeom prst="roundRect">
            <a:avLst>
              <a:gd name="adj" fmla="val 26667"/>
            </a:avLst>
          </a:prstGeom>
          <a:solidFill>
            <a:srgbClr val="E8F8EF"/>
          </a:solidFill>
          <a:ln w="9525">
            <a:solidFill>
              <a:srgbClr val="2DBD73"/>
            </a:solidFill>
            <a:prstDash val="solid"/>
          </a:ln>
        </p:spPr>
        <p:txBody>
          <a:bodyPr anchor="ctr">
            <a:normAutofit/>
          </a:bodyPr>
          <a:lstStyle>
            <a:defPPr algn="ctr">
              <a:defRPr sz="900" b="1">
                <a:solidFill>
                  <a:srgbClr val="2DBD73"/>
                </a:solidFill>
                <a:latin typeface="Arial"/>
                <a:ea typeface="Arial"/>
                <a:cs typeface="Arial"/>
              </a:defRPr>
            </a:defPPr>
            <a:lvl1pPr algn="ctr">
              <a:defRPr sz="900" b="1">
                <a:solidFill>
                  <a:srgbClr val="2DBD73"/>
                </a:solidFill>
                <a:latin typeface="Arial"/>
                <a:ea typeface="Arial"/>
                <a:cs typeface="Arial"/>
              </a:defRPr>
            </a:lvl1pPr>
            <a:lvl2pPr algn="ctr">
              <a:defRPr sz="900" b="1">
                <a:solidFill>
                  <a:srgbClr val="2DBD73"/>
                </a:solidFill>
                <a:latin typeface="Arial"/>
                <a:ea typeface="Arial"/>
                <a:cs typeface="Arial"/>
              </a:defRPr>
            </a:lvl2pPr>
            <a:lvl3pPr algn="ctr">
              <a:defRPr sz="900" b="1">
                <a:solidFill>
                  <a:srgbClr val="2DBD73"/>
                </a:solidFill>
                <a:latin typeface="Arial"/>
                <a:ea typeface="Arial"/>
                <a:cs typeface="Arial"/>
              </a:defRPr>
            </a:lvl3pPr>
            <a:lvl4pPr algn="ctr">
              <a:defRPr sz="900" b="1">
                <a:solidFill>
                  <a:srgbClr val="2DBD73"/>
                </a:solidFill>
                <a:latin typeface="Arial"/>
                <a:ea typeface="Arial"/>
                <a:cs typeface="Arial"/>
              </a:defRPr>
            </a:lvl4pPr>
            <a:lvl5pPr algn="ctr">
              <a:defRPr sz="900" b="1">
                <a:solidFill>
                  <a:srgbClr val="2DBD73"/>
                </a:solidFill>
                <a:latin typeface="Arial"/>
                <a:ea typeface="Arial"/>
                <a:cs typeface="Arial"/>
              </a:defRPr>
            </a:lvl5pPr>
            <a:lvl6pPr algn="ctr">
              <a:defRPr sz="900" b="1">
                <a:solidFill>
                  <a:srgbClr val="2DBD73"/>
                </a:solidFill>
                <a:latin typeface="Arial"/>
                <a:ea typeface="Arial"/>
                <a:cs typeface="Arial"/>
              </a:defRPr>
            </a:lvl6pPr>
            <a:lvl7pPr algn="ctr">
              <a:defRPr sz="900" b="1">
                <a:solidFill>
                  <a:srgbClr val="2DBD73"/>
                </a:solidFill>
                <a:latin typeface="Arial"/>
                <a:ea typeface="Arial"/>
                <a:cs typeface="Arial"/>
              </a:defRPr>
            </a:lvl7pPr>
            <a:lvl8pPr algn="ctr">
              <a:defRPr sz="900" b="1">
                <a:solidFill>
                  <a:srgbClr val="2DBD73"/>
                </a:solidFill>
                <a:latin typeface="Arial"/>
                <a:ea typeface="Arial"/>
                <a:cs typeface="Arial"/>
              </a:defRPr>
            </a:lvl8pPr>
            <a:lvl9pPr algn="ctr">
              <a:defRPr sz="900" b="1">
                <a:solidFill>
                  <a:srgbClr val="2DBD73"/>
                </a:solidFill>
                <a:latin typeface="Arial"/>
                <a:ea typeface="Arial"/>
                <a:cs typeface="Arial"/>
              </a:defRPr>
            </a:lvl9pPr>
          </a:lstStyle>
          <a:p>
            <a:pPr algn="ctr">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a:ext uri="{FF2B5EF4-FFF2-40B4-BE49-F238E27FC236}">
                <a16:creationId xmlns:a16="http://schemas.microsoft.com/office/drawing/2014/main" id="{FFDC83DE-A739-4053-9877-B9CCCA51D19E}"/>
              </a:ext>
            </a:extLst>
          </p:cNvPr>
          <p:cNvSpPr>
            <a:spLocks noGrp="1"/>
          </p:cNvSpPr>
          <p:nvPr/>
        </p:nvSpPr>
        <p:spPr>
          <a:xfrm>
            <a:off x="5934075" y="4724400"/>
            <a:ext cx="2476500" cy="285750"/>
          </a:xfrm>
          <a:prstGeom prst="roundRect">
            <a:avLst>
              <a:gd name="adj" fmla="val 26667"/>
            </a:avLst>
          </a:prstGeom>
          <a:solidFill>
            <a:srgbClr val="EAF7F8"/>
          </a:solidFill>
          <a:ln w="9525">
            <a:solidFill>
              <a:srgbClr val="167D89"/>
            </a:solidFill>
            <a:prstDash val="solid"/>
          </a:ln>
        </p:spPr>
        <p:txBody>
          <a:bodyPr anchor="ctr">
            <a:normAutofit/>
          </a:bodyPr>
          <a:lstStyle>
            <a:defPPr algn="ctr">
              <a:defRPr sz="900" b="1">
                <a:solidFill>
                  <a:srgbClr val="167D89"/>
                </a:solidFill>
                <a:latin typeface="Arial"/>
                <a:ea typeface="Arial"/>
                <a:cs typeface="Arial"/>
              </a:defRPr>
            </a:defPPr>
            <a:lvl1pPr algn="ctr">
              <a:defRPr sz="900" b="1">
                <a:solidFill>
                  <a:srgbClr val="167D89"/>
                </a:solidFill>
                <a:latin typeface="Arial"/>
                <a:ea typeface="Arial"/>
                <a:cs typeface="Arial"/>
              </a:defRPr>
            </a:lvl1pPr>
            <a:lvl2pPr algn="ctr">
              <a:defRPr sz="900" b="1">
                <a:solidFill>
                  <a:srgbClr val="167D89"/>
                </a:solidFill>
                <a:latin typeface="Arial"/>
                <a:ea typeface="Arial"/>
                <a:cs typeface="Arial"/>
              </a:defRPr>
            </a:lvl2pPr>
            <a:lvl3pPr algn="ctr">
              <a:defRPr sz="900" b="1">
                <a:solidFill>
                  <a:srgbClr val="167D89"/>
                </a:solidFill>
                <a:latin typeface="Arial"/>
                <a:ea typeface="Arial"/>
                <a:cs typeface="Arial"/>
              </a:defRPr>
            </a:lvl3pPr>
            <a:lvl4pPr algn="ctr">
              <a:defRPr sz="900" b="1">
                <a:solidFill>
                  <a:srgbClr val="167D89"/>
                </a:solidFill>
                <a:latin typeface="Arial"/>
                <a:ea typeface="Arial"/>
                <a:cs typeface="Arial"/>
              </a:defRPr>
            </a:lvl4pPr>
            <a:lvl5pPr algn="ctr">
              <a:defRPr sz="900" b="1">
                <a:solidFill>
                  <a:srgbClr val="167D89"/>
                </a:solidFill>
                <a:latin typeface="Arial"/>
                <a:ea typeface="Arial"/>
                <a:cs typeface="Arial"/>
              </a:defRPr>
            </a:lvl5pPr>
            <a:lvl6pPr algn="ctr">
              <a:defRPr sz="900" b="1">
                <a:solidFill>
                  <a:srgbClr val="167D89"/>
                </a:solidFill>
                <a:latin typeface="Arial"/>
                <a:ea typeface="Arial"/>
                <a:cs typeface="Arial"/>
              </a:defRPr>
            </a:lvl6pPr>
            <a:lvl7pPr algn="ctr">
              <a:defRPr sz="900" b="1">
                <a:solidFill>
                  <a:srgbClr val="167D89"/>
                </a:solidFill>
                <a:latin typeface="Arial"/>
                <a:ea typeface="Arial"/>
                <a:cs typeface="Arial"/>
              </a:defRPr>
            </a:lvl7pPr>
            <a:lvl8pPr algn="ctr">
              <a:defRPr sz="900" b="1">
                <a:solidFill>
                  <a:srgbClr val="167D89"/>
                </a:solidFill>
                <a:latin typeface="Arial"/>
                <a:ea typeface="Arial"/>
                <a:cs typeface="Arial"/>
              </a:defRPr>
            </a:lvl8pPr>
            <a:lvl9pPr algn="ctr">
              <a:defRPr sz="900" b="1">
                <a:solidFill>
                  <a:srgbClr val="167D89"/>
                </a:solidFill>
                <a:latin typeface="Arial"/>
                <a:ea typeface="Arial"/>
                <a:cs typeface="Arial"/>
              </a:defRPr>
            </a:lvl9pPr>
          </a:lstStyle>
          <a:p>
            <a:pPr algn="ctr">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a:ext uri="{FF2B5EF4-FFF2-40B4-BE49-F238E27FC236}">
                <a16:creationId xmlns:a16="http://schemas.microsoft.com/office/drawing/2014/main" id="{F9EA9D4B-776B-4A1A-A015-B8164D341F4F}"/>
              </a:ext>
            </a:extLst>
          </p:cNvPr>
          <p:cNvSpPr>
            <a:spLocks noGrp="1"/>
          </p:cNvSpPr>
          <p:nvPr/>
        </p:nvSpPr>
        <p:spPr>
          <a:xfrm>
            <a:off x="8648700" y="4724400"/>
            <a:ext cx="2095500" cy="285750"/>
          </a:xfrm>
          <a:prstGeom prst="roundRect">
            <a:avLst>
              <a:gd name="adj" fmla="val 26667"/>
            </a:avLst>
          </a:prstGeom>
          <a:solidFill>
            <a:srgbClr val="EAF1FA"/>
          </a:solidFill>
          <a:ln w="9525">
            <a:solidFill>
              <a:srgbClr val="4E9BEC"/>
            </a:solidFill>
            <a:prstDash val="solid"/>
          </a:ln>
        </p:spPr>
        <p:txBody>
          <a:bodyPr anchor="ctr">
            <a:normAutofit/>
          </a:bodyPr>
          <a:lstStyle>
            <a:defPPr algn="ctr">
              <a:defRPr sz="900" b="1">
                <a:solidFill>
                  <a:srgbClr val="4E9BEC"/>
                </a:solidFill>
                <a:latin typeface="Arial"/>
                <a:ea typeface="Arial"/>
                <a:cs typeface="Arial"/>
              </a:defRPr>
            </a:defPPr>
            <a:lvl1pPr algn="ctr">
              <a:defRPr sz="900" b="1">
                <a:solidFill>
                  <a:srgbClr val="4E9BEC"/>
                </a:solidFill>
                <a:latin typeface="Arial"/>
                <a:ea typeface="Arial"/>
                <a:cs typeface="Arial"/>
              </a:defRPr>
            </a:lvl1pPr>
            <a:lvl2pPr algn="ctr">
              <a:defRPr sz="900" b="1">
                <a:solidFill>
                  <a:srgbClr val="4E9BEC"/>
                </a:solidFill>
                <a:latin typeface="Arial"/>
                <a:ea typeface="Arial"/>
                <a:cs typeface="Arial"/>
              </a:defRPr>
            </a:lvl2pPr>
            <a:lvl3pPr algn="ctr">
              <a:defRPr sz="900" b="1">
                <a:solidFill>
                  <a:srgbClr val="4E9BEC"/>
                </a:solidFill>
                <a:latin typeface="Arial"/>
                <a:ea typeface="Arial"/>
                <a:cs typeface="Arial"/>
              </a:defRPr>
            </a:lvl3pPr>
            <a:lvl4pPr algn="ctr">
              <a:defRPr sz="900" b="1">
                <a:solidFill>
                  <a:srgbClr val="4E9BEC"/>
                </a:solidFill>
                <a:latin typeface="Arial"/>
                <a:ea typeface="Arial"/>
                <a:cs typeface="Arial"/>
              </a:defRPr>
            </a:lvl4pPr>
            <a:lvl5pPr algn="ctr">
              <a:defRPr sz="900" b="1">
                <a:solidFill>
                  <a:srgbClr val="4E9BEC"/>
                </a:solidFill>
                <a:latin typeface="Arial"/>
                <a:ea typeface="Arial"/>
                <a:cs typeface="Arial"/>
              </a:defRPr>
            </a:lvl5pPr>
            <a:lvl6pPr algn="ctr">
              <a:defRPr sz="900" b="1">
                <a:solidFill>
                  <a:srgbClr val="4E9BEC"/>
                </a:solidFill>
                <a:latin typeface="Arial"/>
                <a:ea typeface="Arial"/>
                <a:cs typeface="Arial"/>
              </a:defRPr>
            </a:lvl6pPr>
            <a:lvl7pPr algn="ctr">
              <a:defRPr sz="900" b="1">
                <a:solidFill>
                  <a:srgbClr val="4E9BEC"/>
                </a:solidFill>
                <a:latin typeface="Arial"/>
                <a:ea typeface="Arial"/>
                <a:cs typeface="Arial"/>
              </a:defRPr>
            </a:lvl7pPr>
            <a:lvl8pPr algn="ctr">
              <a:defRPr sz="900" b="1">
                <a:solidFill>
                  <a:srgbClr val="4E9BEC"/>
                </a:solidFill>
                <a:latin typeface="Arial"/>
                <a:ea typeface="Arial"/>
                <a:cs typeface="Arial"/>
              </a:defRPr>
            </a:lvl8pPr>
            <a:lvl9pPr algn="ctr">
              <a:defRPr sz="900" b="1">
                <a:solidFill>
                  <a:srgbClr val="4E9BEC"/>
                </a:solidFill>
                <a:latin typeface="Arial"/>
                <a:ea typeface="Arial"/>
                <a:cs typeface="Arial"/>
              </a:defRPr>
            </a:lvl9pPr>
          </a:lstStyle>
          <a:p>
            <a:pPr algn="ctr">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a:ext uri="{FF2B5EF4-FFF2-40B4-BE49-F238E27FC236}">
                <a16:creationId xmlns:a16="http://schemas.microsoft.com/office/drawing/2014/main" id="{7D700530-8E42-4AA0-9843-45ABD757F4A2}"/>
              </a:ext>
            </a:extLst>
          </p:cNvPr>
          <p:cNvSpPr>
            <a:spLocks noGrp="1"/>
          </p:cNvSpPr>
          <p:nvPr/>
        </p:nvSpPr>
        <p:spPr>
          <a:xfrm>
            <a:off x="638175" y="5505450"/>
            <a:ext cx="10096500" cy="552450"/>
          </a:xfrm>
          <a:prstGeom prst="rect">
            <a:avLst/>
          </a:prstGeom>
          <a:noFill/>
          <a:ln w="0">
            <a:noFill/>
            <a:prstDash val="solid"/>
          </a:ln>
        </p:spPr>
        <p:txBody>
          <a:bodyPr anchor="t">
            <a:normAutofit/>
          </a:bodyPr>
          <a:lstStyle>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a:pPr algn="l">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B17B7C5-D423-40B4-BBA2-0D371D9EF5EE}"/>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F1764D9D-25B1-4BD1-A4CD-02570B1C45F2}"/>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A5F33D57-7043-492B-ADF1-C6E9D65B3E2C}"/>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a:ext uri="{FF2B5EF4-FFF2-40B4-BE49-F238E27FC236}">
                <a16:creationId xmlns:a16="http://schemas.microsoft.com/office/drawing/2014/main" id="{6DBA71DF-1168-4265-87DB-5D0130CF3935}"/>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a:ext uri="{FF2B5EF4-FFF2-40B4-BE49-F238E27FC236}">
                <a16:creationId xmlns:a16="http://schemas.microsoft.com/office/drawing/2014/main" id="{507C1A3A-21A3-4443-B312-0619B09D9AE1}"/>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a:ext uri="{FF2B5EF4-FFF2-40B4-BE49-F238E27FC236}">
                <a16:creationId xmlns:a16="http://schemas.microsoft.com/office/drawing/2014/main" id="{E028D820-EE5C-4F34-ACB0-75397B963311}"/>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a:ext uri="{FF2B5EF4-FFF2-40B4-BE49-F238E27FC236}">
                <a16:creationId xmlns:a16="http://schemas.microsoft.com/office/drawing/2014/main" id="{235C74B7-E07D-4CDF-A867-42CFB06EE62C}"/>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a:ext uri="{FF2B5EF4-FFF2-40B4-BE49-F238E27FC236}">
                <a16:creationId xmlns:a16="http://schemas.microsoft.com/office/drawing/2014/main" id="{09428FAB-AF81-45AC-9631-F96B4BDFC81A}"/>
              </a:ext>
            </a:extLst>
          </p:cNvPr>
          <p:cNvSpPr>
            <a:spLocks noGrp="1"/>
          </p:cNvSpPr>
          <p:nvPr/>
        </p:nvSpPr>
        <p:spPr>
          <a:xfrm>
            <a:off x="523875" y="1685925"/>
            <a:ext cx="3238500" cy="209550"/>
          </a:xfrm>
          <a:prstGeom prst="rect">
            <a:avLst/>
          </a:prstGeom>
          <a:noFill/>
          <a:ln w="0">
            <a:noFill/>
            <a:prstDash val="solid"/>
          </a:ln>
        </p:spPr>
        <p:txBody>
          <a:bodyPr anchor="t">
            <a:normAutofit fontScale="86111"/>
          </a:bodyPr>
          <a:lstStyle>
            <a:defPPr algn="ctr">
              <a:defRPr sz="900" b="1" i="0">
                <a:solidFill>
                  <a:srgbClr val="4E9BEC"/>
                </a:solidFill>
                <a:latin typeface="Arial"/>
                <a:ea typeface="Arial"/>
                <a:cs typeface="Arial"/>
              </a:defRPr>
            </a:defPPr>
            <a:lvl1pPr algn="ctr">
              <a:defRPr sz="900" b="1" i="0">
                <a:solidFill>
                  <a:srgbClr val="4E9BEC"/>
                </a:solidFill>
                <a:latin typeface="Arial"/>
                <a:ea typeface="Arial"/>
                <a:cs typeface="Arial"/>
              </a:defRPr>
            </a:lvl1pPr>
            <a:lvl2pPr algn="ctr">
              <a:defRPr sz="900" b="1" i="0">
                <a:solidFill>
                  <a:srgbClr val="4E9BEC"/>
                </a:solidFill>
                <a:latin typeface="Arial"/>
                <a:ea typeface="Arial"/>
                <a:cs typeface="Arial"/>
              </a:defRPr>
            </a:lvl2pPr>
            <a:lvl3pPr algn="ctr">
              <a:defRPr sz="900" b="1" i="0">
                <a:solidFill>
                  <a:srgbClr val="4E9BEC"/>
                </a:solidFill>
                <a:latin typeface="Arial"/>
                <a:ea typeface="Arial"/>
                <a:cs typeface="Arial"/>
              </a:defRPr>
            </a:lvl3pPr>
            <a:lvl4pPr algn="ctr">
              <a:defRPr sz="900" b="1" i="0">
                <a:solidFill>
                  <a:srgbClr val="4E9BEC"/>
                </a:solidFill>
                <a:latin typeface="Arial"/>
                <a:ea typeface="Arial"/>
                <a:cs typeface="Arial"/>
              </a:defRPr>
            </a:lvl4pPr>
            <a:lvl5pPr algn="ctr">
              <a:defRPr sz="900" b="1" i="0">
                <a:solidFill>
                  <a:srgbClr val="4E9BEC"/>
                </a:solidFill>
                <a:latin typeface="Arial"/>
                <a:ea typeface="Arial"/>
                <a:cs typeface="Arial"/>
              </a:defRPr>
            </a:lvl5pPr>
            <a:lvl6pPr algn="ctr">
              <a:defRPr sz="900" b="1" i="0">
                <a:solidFill>
                  <a:srgbClr val="4E9BEC"/>
                </a:solidFill>
                <a:latin typeface="Arial"/>
                <a:ea typeface="Arial"/>
                <a:cs typeface="Arial"/>
              </a:defRPr>
            </a:lvl6pPr>
            <a:lvl7pPr algn="ctr">
              <a:defRPr sz="900" b="1" i="0">
                <a:solidFill>
                  <a:srgbClr val="4E9BEC"/>
                </a:solidFill>
                <a:latin typeface="Arial"/>
                <a:ea typeface="Arial"/>
                <a:cs typeface="Arial"/>
              </a:defRPr>
            </a:lvl7pPr>
            <a:lvl8pPr algn="ctr">
              <a:defRPr sz="900" b="1" i="0">
                <a:solidFill>
                  <a:srgbClr val="4E9BEC"/>
                </a:solidFill>
                <a:latin typeface="Arial"/>
                <a:ea typeface="Arial"/>
                <a:cs typeface="Arial"/>
              </a:defRPr>
            </a:lvl8pPr>
            <a:lvl9pPr algn="ctr">
              <a:defRPr sz="900" b="1" i="0">
                <a:solidFill>
                  <a:srgbClr val="4E9BEC"/>
                </a:solidFill>
                <a:latin typeface="Arial"/>
                <a:ea typeface="Arial"/>
                <a:cs typeface="Arial"/>
              </a:defRPr>
            </a:lvl9pPr>
          </a:lstStyle>
          <a:p>
            <a:pPr algn="ctr">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a:ext uri="{FF2B5EF4-FFF2-40B4-BE49-F238E27FC236}">
                <a16:creationId xmlns:a16="http://schemas.microsoft.com/office/drawing/2014/main" id="{93C63F36-D2B4-41E5-9C8E-C3FDBFCE55AA}"/>
              </a:ext>
            </a:extLst>
          </p:cNvPr>
          <p:cNvSpPr>
            <a:spLocks noGrp="1"/>
          </p:cNvSpPr>
          <p:nvPr/>
        </p:nvSpPr>
        <p:spPr>
          <a:xfrm>
            <a:off x="523875" y="2000250"/>
            <a:ext cx="3238500" cy="1447800"/>
          </a:xfrm>
          <a:prstGeom prst="roundRect">
            <a:avLst>
              <a:gd name="adj" fmla="val 7895"/>
            </a:avLst>
          </a:prstGeom>
          <a:solidFill>
            <a:srgbClr val="102720"/>
          </a:solidFill>
          <a:ln w="19050">
            <a:solidFill>
              <a:srgbClr val="4E9BEC"/>
            </a:solidFill>
            <a:prstDash val="solid"/>
          </a:ln>
        </p:spPr>
      </p:sp>
      <p:sp>
        <p:nvSpPr>
          <p:cNvPr id="10" name="Rectangle 9">
            <a:extLst>
              <a:ext uri="{FF2B5EF4-FFF2-40B4-BE49-F238E27FC236}">
                <a16:creationId xmlns:a16="http://schemas.microsoft.com/office/drawing/2014/main" id="{31F93CBD-615F-4E57-B4C8-FA4E87441F44}"/>
              </a:ext>
            </a:extLst>
          </p:cNvPr>
          <p:cNvSpPr>
            <a:spLocks noGrp="1"/>
          </p:cNvSpPr>
          <p:nvPr/>
        </p:nvSpPr>
        <p:spPr>
          <a:xfrm>
            <a:off x="714375" y="2238375"/>
            <a:ext cx="2857500" cy="323850"/>
          </a:xfrm>
          <a:prstGeom prst="rect">
            <a:avLst/>
          </a:prstGeom>
          <a:noFill/>
          <a:ln w="0">
            <a:noFill/>
            <a:prstDash val="solid"/>
          </a:ln>
        </p:spPr>
        <p:txBody>
          <a:bodyPr anchor="t">
            <a:normAutofit fontScale="92424"/>
          </a:bodyPr>
          <a:lstStyle>
            <a:defPPr algn="ctr">
              <a:defRPr sz="1650" b="1" i="0">
                <a:solidFill>
                  <a:srgbClr val="F4F7F5"/>
                </a:solidFill>
                <a:latin typeface="Arial"/>
                <a:ea typeface="Arial"/>
                <a:cs typeface="Arial"/>
              </a:defRPr>
            </a:defPPr>
            <a:lvl1pPr algn="ctr">
              <a:defRPr sz="1650" b="1" i="0">
                <a:solidFill>
                  <a:srgbClr val="F4F7F5"/>
                </a:solidFill>
                <a:latin typeface="Arial"/>
                <a:ea typeface="Arial"/>
                <a:cs typeface="Arial"/>
              </a:defRPr>
            </a:lvl1pPr>
            <a:lvl2pPr algn="ctr">
              <a:defRPr sz="1650" b="1" i="0">
                <a:solidFill>
                  <a:srgbClr val="F4F7F5"/>
                </a:solidFill>
                <a:latin typeface="Arial"/>
                <a:ea typeface="Arial"/>
                <a:cs typeface="Arial"/>
              </a:defRPr>
            </a:lvl2pPr>
            <a:lvl3pPr algn="ctr">
              <a:defRPr sz="1650" b="1" i="0">
                <a:solidFill>
                  <a:srgbClr val="F4F7F5"/>
                </a:solidFill>
                <a:latin typeface="Arial"/>
                <a:ea typeface="Arial"/>
                <a:cs typeface="Arial"/>
              </a:defRPr>
            </a:lvl3pPr>
            <a:lvl4pPr algn="ctr">
              <a:defRPr sz="1650" b="1" i="0">
                <a:solidFill>
                  <a:srgbClr val="F4F7F5"/>
                </a:solidFill>
                <a:latin typeface="Arial"/>
                <a:ea typeface="Arial"/>
                <a:cs typeface="Arial"/>
              </a:defRPr>
            </a:lvl4pPr>
            <a:lvl5pPr algn="ctr">
              <a:defRPr sz="1650" b="1" i="0">
                <a:solidFill>
                  <a:srgbClr val="F4F7F5"/>
                </a:solidFill>
                <a:latin typeface="Arial"/>
                <a:ea typeface="Arial"/>
                <a:cs typeface="Arial"/>
              </a:defRPr>
            </a:lvl5pPr>
            <a:lvl6pPr algn="ctr">
              <a:defRPr sz="1650" b="1" i="0">
                <a:solidFill>
                  <a:srgbClr val="F4F7F5"/>
                </a:solidFill>
                <a:latin typeface="Arial"/>
                <a:ea typeface="Arial"/>
                <a:cs typeface="Arial"/>
              </a:defRPr>
            </a:lvl6pPr>
            <a:lvl7pPr algn="ctr">
              <a:defRPr sz="1650" b="1" i="0">
                <a:solidFill>
                  <a:srgbClr val="F4F7F5"/>
                </a:solidFill>
                <a:latin typeface="Arial"/>
                <a:ea typeface="Arial"/>
                <a:cs typeface="Arial"/>
              </a:defRPr>
            </a:lvl7pPr>
            <a:lvl8pPr algn="ctr">
              <a:defRPr sz="1650" b="1" i="0">
                <a:solidFill>
                  <a:srgbClr val="F4F7F5"/>
                </a:solidFill>
                <a:latin typeface="Arial"/>
                <a:ea typeface="Arial"/>
                <a:cs typeface="Arial"/>
              </a:defRPr>
            </a:lvl8pPr>
            <a:lvl9pPr algn="ctr">
              <a:defRPr sz="1650" b="1" i="0">
                <a:solidFill>
                  <a:srgbClr val="F4F7F5"/>
                </a:solidFill>
                <a:latin typeface="Arial"/>
                <a:ea typeface="Arial"/>
                <a:cs typeface="Arial"/>
              </a:defRPr>
            </a:lvl9pPr>
          </a:lstStyle>
          <a:p>
            <a:pPr algn="ctr">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a:ext uri="{FF2B5EF4-FFF2-40B4-BE49-F238E27FC236}">
                <a16:creationId xmlns:a16="http://schemas.microsoft.com/office/drawing/2014/main" id="{AA9BB20F-CAE3-4480-B184-BED92ACEDFF8}"/>
              </a:ext>
            </a:extLst>
          </p:cNvPr>
          <p:cNvSpPr>
            <a:spLocks noGrp="1"/>
          </p:cNvSpPr>
          <p:nvPr/>
        </p:nvSpPr>
        <p:spPr>
          <a:xfrm>
            <a:off x="762000" y="2724150"/>
            <a:ext cx="2762250" cy="552450"/>
          </a:xfrm>
          <a:prstGeom prst="rect">
            <a:avLst/>
          </a:prstGeom>
          <a:noFill/>
          <a:ln w="0">
            <a:noFill/>
            <a:prstDash val="solid"/>
          </a:ln>
        </p:spPr>
        <p:txBody>
          <a:bodyPr anchor="t">
            <a:normAutofit fontScale="96032"/>
          </a:bodyPr>
          <a:lstStyle>
            <a:defPPr algn="ctr">
              <a:defRPr sz="1050" b="0" i="0">
                <a:solidFill>
                  <a:srgbClr val="AFC0B8"/>
                </a:solidFill>
                <a:latin typeface="Arial"/>
                <a:ea typeface="Arial"/>
                <a:cs typeface="Arial"/>
              </a:defRPr>
            </a:defPPr>
            <a:lvl1pPr algn="ctr">
              <a:defRPr sz="1050" b="0" i="0">
                <a:solidFill>
                  <a:srgbClr val="AFC0B8"/>
                </a:solidFill>
                <a:latin typeface="Arial"/>
                <a:ea typeface="Arial"/>
                <a:cs typeface="Arial"/>
              </a:defRPr>
            </a:lvl1pPr>
            <a:lvl2pPr algn="ctr">
              <a:defRPr sz="1050" b="0" i="0">
                <a:solidFill>
                  <a:srgbClr val="AFC0B8"/>
                </a:solidFill>
                <a:latin typeface="Arial"/>
                <a:ea typeface="Arial"/>
                <a:cs typeface="Arial"/>
              </a:defRPr>
            </a:lvl2pPr>
            <a:lvl3pPr algn="ctr">
              <a:defRPr sz="1050" b="0" i="0">
                <a:solidFill>
                  <a:srgbClr val="AFC0B8"/>
                </a:solidFill>
                <a:latin typeface="Arial"/>
                <a:ea typeface="Arial"/>
                <a:cs typeface="Arial"/>
              </a:defRPr>
            </a:lvl3pPr>
            <a:lvl4pPr algn="ctr">
              <a:defRPr sz="1050" b="0" i="0">
                <a:solidFill>
                  <a:srgbClr val="AFC0B8"/>
                </a:solidFill>
                <a:latin typeface="Arial"/>
                <a:ea typeface="Arial"/>
                <a:cs typeface="Arial"/>
              </a:defRPr>
            </a:lvl4pPr>
            <a:lvl5pPr algn="ctr">
              <a:defRPr sz="1050" b="0" i="0">
                <a:solidFill>
                  <a:srgbClr val="AFC0B8"/>
                </a:solidFill>
                <a:latin typeface="Arial"/>
                <a:ea typeface="Arial"/>
                <a:cs typeface="Arial"/>
              </a:defRPr>
            </a:lvl5pPr>
            <a:lvl6pPr algn="ctr">
              <a:defRPr sz="1050" b="0" i="0">
                <a:solidFill>
                  <a:srgbClr val="AFC0B8"/>
                </a:solidFill>
                <a:latin typeface="Arial"/>
                <a:ea typeface="Arial"/>
                <a:cs typeface="Arial"/>
              </a:defRPr>
            </a:lvl6pPr>
            <a:lvl7pPr algn="ctr">
              <a:defRPr sz="1050" b="0" i="0">
                <a:solidFill>
                  <a:srgbClr val="AFC0B8"/>
                </a:solidFill>
                <a:latin typeface="Arial"/>
                <a:ea typeface="Arial"/>
                <a:cs typeface="Arial"/>
              </a:defRPr>
            </a:lvl7pPr>
            <a:lvl8pPr algn="ctr">
              <a:defRPr sz="1050" b="0" i="0">
                <a:solidFill>
                  <a:srgbClr val="AFC0B8"/>
                </a:solidFill>
                <a:latin typeface="Arial"/>
                <a:ea typeface="Arial"/>
                <a:cs typeface="Arial"/>
              </a:defRPr>
            </a:lvl8pPr>
            <a:lvl9pPr algn="ctr">
              <a:defRPr sz="1050" b="0" i="0">
                <a:solidFill>
                  <a:srgbClr val="AFC0B8"/>
                </a:solidFill>
                <a:latin typeface="Arial"/>
                <a:ea typeface="Arial"/>
                <a:cs typeface="Arial"/>
              </a:defRPr>
            </a:lvl9pPr>
          </a:lstStyle>
          <a:p>
            <a:pPr algn="ctr">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a:pPr algn="ctr">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a:ext uri="{FF2B5EF4-FFF2-40B4-BE49-F238E27FC236}">
                <a16:creationId xmlns:a16="http://schemas.microsoft.com/office/drawing/2014/main" id="{4AAF95FF-4773-4632-8803-8EAAD14222E5}"/>
              </a:ext>
            </a:extLst>
          </p:cNvPr>
          <p:cNvSpPr>
            <a:spLocks noGrp="1"/>
          </p:cNvSpPr>
          <p:nvPr/>
        </p:nvSpPr>
        <p:spPr>
          <a:xfrm>
            <a:off x="2143125" y="3448050"/>
            <a:ext cx="0" cy="428625"/>
          </a:xfrm>
          <a:prstGeom prst="line">
            <a:avLst/>
          </a:prstGeom>
          <a:noFill/>
          <a:ln w="28575">
            <a:solidFill>
              <a:srgbClr val="4E9BEC"/>
            </a:solidFill>
            <a:prstDash val="solid"/>
          </a:ln>
        </p:spPr>
      </p:sp>
      <p:sp>
        <p:nvSpPr>
          <p:cNvPr id="13" name="Rectangle 12">
            <a:extLst>
              <a:ext uri="{FF2B5EF4-FFF2-40B4-BE49-F238E27FC236}">
                <a16:creationId xmlns:a16="http://schemas.microsoft.com/office/drawing/2014/main" id="{E69706D8-3DF0-45D8-A717-2B796BEC8556}"/>
              </a:ext>
            </a:extLst>
          </p:cNvPr>
          <p:cNvSpPr>
            <a:spLocks noGrp="1"/>
          </p:cNvSpPr>
          <p:nvPr/>
        </p:nvSpPr>
        <p:spPr>
          <a:xfrm>
            <a:off x="4276725" y="1685925"/>
            <a:ext cx="3238500" cy="209550"/>
          </a:xfrm>
          <a:prstGeom prst="rect">
            <a:avLst/>
          </a:prstGeom>
          <a:noFill/>
          <a:ln w="0">
            <a:noFill/>
            <a:prstDash val="solid"/>
          </a:ln>
        </p:spPr>
        <p:txBody>
          <a:bodyPr anchor="t">
            <a:normAutofit fontScale="86111"/>
          </a:bodyPr>
          <a:lstStyle>
            <a:defPPr algn="ctr">
              <a:defRPr sz="900" b="1" i="0">
                <a:solidFill>
                  <a:srgbClr val="2DBD73"/>
                </a:solidFill>
                <a:latin typeface="Arial"/>
                <a:ea typeface="Arial"/>
                <a:cs typeface="Arial"/>
              </a:defRPr>
            </a:defPPr>
            <a:lvl1pPr algn="ctr">
              <a:defRPr sz="900" b="1" i="0">
                <a:solidFill>
                  <a:srgbClr val="2DBD73"/>
                </a:solidFill>
                <a:latin typeface="Arial"/>
                <a:ea typeface="Arial"/>
                <a:cs typeface="Arial"/>
              </a:defRPr>
            </a:lvl1pPr>
            <a:lvl2pPr algn="ctr">
              <a:defRPr sz="900" b="1" i="0">
                <a:solidFill>
                  <a:srgbClr val="2DBD73"/>
                </a:solidFill>
                <a:latin typeface="Arial"/>
                <a:ea typeface="Arial"/>
                <a:cs typeface="Arial"/>
              </a:defRPr>
            </a:lvl2pPr>
            <a:lvl3pPr algn="ctr">
              <a:defRPr sz="900" b="1" i="0">
                <a:solidFill>
                  <a:srgbClr val="2DBD73"/>
                </a:solidFill>
                <a:latin typeface="Arial"/>
                <a:ea typeface="Arial"/>
                <a:cs typeface="Arial"/>
              </a:defRPr>
            </a:lvl3pPr>
            <a:lvl4pPr algn="ctr">
              <a:defRPr sz="900" b="1" i="0">
                <a:solidFill>
                  <a:srgbClr val="2DBD73"/>
                </a:solidFill>
                <a:latin typeface="Arial"/>
                <a:ea typeface="Arial"/>
                <a:cs typeface="Arial"/>
              </a:defRPr>
            </a:lvl4pPr>
            <a:lvl5pPr algn="ctr">
              <a:defRPr sz="900" b="1" i="0">
                <a:solidFill>
                  <a:srgbClr val="2DBD73"/>
                </a:solidFill>
                <a:latin typeface="Arial"/>
                <a:ea typeface="Arial"/>
                <a:cs typeface="Arial"/>
              </a:defRPr>
            </a:lvl5pPr>
            <a:lvl6pPr algn="ctr">
              <a:defRPr sz="900" b="1" i="0">
                <a:solidFill>
                  <a:srgbClr val="2DBD73"/>
                </a:solidFill>
                <a:latin typeface="Arial"/>
                <a:ea typeface="Arial"/>
                <a:cs typeface="Arial"/>
              </a:defRPr>
            </a:lvl6pPr>
            <a:lvl7pPr algn="ctr">
              <a:defRPr sz="900" b="1" i="0">
                <a:solidFill>
                  <a:srgbClr val="2DBD73"/>
                </a:solidFill>
                <a:latin typeface="Arial"/>
                <a:ea typeface="Arial"/>
                <a:cs typeface="Arial"/>
              </a:defRPr>
            </a:lvl7pPr>
            <a:lvl8pPr algn="ctr">
              <a:defRPr sz="900" b="1" i="0">
                <a:solidFill>
                  <a:srgbClr val="2DBD73"/>
                </a:solidFill>
                <a:latin typeface="Arial"/>
                <a:ea typeface="Arial"/>
                <a:cs typeface="Arial"/>
              </a:defRPr>
            </a:lvl8pPr>
            <a:lvl9pPr algn="ctr">
              <a:defRPr sz="900" b="1" i="0">
                <a:solidFill>
                  <a:srgbClr val="2DBD73"/>
                </a:solidFill>
                <a:latin typeface="Arial"/>
                <a:ea typeface="Arial"/>
                <a:cs typeface="Arial"/>
              </a:defRPr>
            </a:lvl9pPr>
          </a:lstStyle>
          <a:p>
            <a:pPr algn="ctr">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a:ext uri="{FF2B5EF4-FFF2-40B4-BE49-F238E27FC236}">
                <a16:creationId xmlns:a16="http://schemas.microsoft.com/office/drawing/2014/main" id="{EA4B49F5-1AD3-4A15-B584-DEE0844511B9}"/>
              </a:ext>
            </a:extLst>
          </p:cNvPr>
          <p:cNvSpPr>
            <a:spLocks noGrp="1"/>
          </p:cNvSpPr>
          <p:nvPr/>
        </p:nvSpPr>
        <p:spPr>
          <a:xfrm>
            <a:off x="4276725" y="2000250"/>
            <a:ext cx="3238500" cy="1447800"/>
          </a:xfrm>
          <a:prstGeom prst="roundRect">
            <a:avLst>
              <a:gd name="adj" fmla="val 7895"/>
            </a:avLst>
          </a:prstGeom>
          <a:solidFill>
            <a:srgbClr val="102720"/>
          </a:solidFill>
          <a:ln w="19050">
            <a:solidFill>
              <a:srgbClr val="2DBD73"/>
            </a:solidFill>
            <a:prstDash val="solid"/>
          </a:ln>
        </p:spPr>
      </p:sp>
      <p:sp>
        <p:nvSpPr>
          <p:cNvPr id="15" name="Rectangle 14">
            <a:extLst>
              <a:ext uri="{FF2B5EF4-FFF2-40B4-BE49-F238E27FC236}">
                <a16:creationId xmlns:a16="http://schemas.microsoft.com/office/drawing/2014/main" id="{C3C471FE-6E76-4944-B494-AF61B57433C3}"/>
              </a:ext>
            </a:extLst>
          </p:cNvPr>
          <p:cNvSpPr>
            <a:spLocks noGrp="1"/>
          </p:cNvSpPr>
          <p:nvPr/>
        </p:nvSpPr>
        <p:spPr>
          <a:xfrm>
            <a:off x="4467225" y="2238375"/>
            <a:ext cx="2857500" cy="323850"/>
          </a:xfrm>
          <a:prstGeom prst="rect">
            <a:avLst/>
          </a:prstGeom>
          <a:noFill/>
          <a:ln w="0">
            <a:noFill/>
            <a:prstDash val="solid"/>
          </a:ln>
        </p:spPr>
        <p:txBody>
          <a:bodyPr anchor="t">
            <a:normAutofit fontScale="92424"/>
          </a:bodyPr>
          <a:lstStyle>
            <a:defPPr algn="ctr">
              <a:defRPr sz="1650" b="1" i="0">
                <a:solidFill>
                  <a:srgbClr val="F4F7F5"/>
                </a:solidFill>
                <a:latin typeface="Arial"/>
                <a:ea typeface="Arial"/>
                <a:cs typeface="Arial"/>
              </a:defRPr>
            </a:defPPr>
            <a:lvl1pPr algn="ctr">
              <a:defRPr sz="1650" b="1" i="0">
                <a:solidFill>
                  <a:srgbClr val="F4F7F5"/>
                </a:solidFill>
                <a:latin typeface="Arial"/>
                <a:ea typeface="Arial"/>
                <a:cs typeface="Arial"/>
              </a:defRPr>
            </a:lvl1pPr>
            <a:lvl2pPr algn="ctr">
              <a:defRPr sz="1650" b="1" i="0">
                <a:solidFill>
                  <a:srgbClr val="F4F7F5"/>
                </a:solidFill>
                <a:latin typeface="Arial"/>
                <a:ea typeface="Arial"/>
                <a:cs typeface="Arial"/>
              </a:defRPr>
            </a:lvl2pPr>
            <a:lvl3pPr algn="ctr">
              <a:defRPr sz="1650" b="1" i="0">
                <a:solidFill>
                  <a:srgbClr val="F4F7F5"/>
                </a:solidFill>
                <a:latin typeface="Arial"/>
                <a:ea typeface="Arial"/>
                <a:cs typeface="Arial"/>
              </a:defRPr>
            </a:lvl3pPr>
            <a:lvl4pPr algn="ctr">
              <a:defRPr sz="1650" b="1" i="0">
                <a:solidFill>
                  <a:srgbClr val="F4F7F5"/>
                </a:solidFill>
                <a:latin typeface="Arial"/>
                <a:ea typeface="Arial"/>
                <a:cs typeface="Arial"/>
              </a:defRPr>
            </a:lvl4pPr>
            <a:lvl5pPr algn="ctr">
              <a:defRPr sz="1650" b="1" i="0">
                <a:solidFill>
                  <a:srgbClr val="F4F7F5"/>
                </a:solidFill>
                <a:latin typeface="Arial"/>
                <a:ea typeface="Arial"/>
                <a:cs typeface="Arial"/>
              </a:defRPr>
            </a:lvl5pPr>
            <a:lvl6pPr algn="ctr">
              <a:defRPr sz="1650" b="1" i="0">
                <a:solidFill>
                  <a:srgbClr val="F4F7F5"/>
                </a:solidFill>
                <a:latin typeface="Arial"/>
                <a:ea typeface="Arial"/>
                <a:cs typeface="Arial"/>
              </a:defRPr>
            </a:lvl6pPr>
            <a:lvl7pPr algn="ctr">
              <a:defRPr sz="1650" b="1" i="0">
                <a:solidFill>
                  <a:srgbClr val="F4F7F5"/>
                </a:solidFill>
                <a:latin typeface="Arial"/>
                <a:ea typeface="Arial"/>
                <a:cs typeface="Arial"/>
              </a:defRPr>
            </a:lvl7pPr>
            <a:lvl8pPr algn="ctr">
              <a:defRPr sz="1650" b="1" i="0">
                <a:solidFill>
                  <a:srgbClr val="F4F7F5"/>
                </a:solidFill>
                <a:latin typeface="Arial"/>
                <a:ea typeface="Arial"/>
                <a:cs typeface="Arial"/>
              </a:defRPr>
            </a:lvl8pPr>
            <a:lvl9pPr algn="ctr">
              <a:defRPr sz="1650" b="1" i="0">
                <a:solidFill>
                  <a:srgbClr val="F4F7F5"/>
                </a:solidFill>
                <a:latin typeface="Arial"/>
                <a:ea typeface="Arial"/>
                <a:cs typeface="Arial"/>
              </a:defRPr>
            </a:lvl9pPr>
          </a:lstStyle>
          <a:p>
            <a:pPr algn="ctr">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a:ext uri="{FF2B5EF4-FFF2-40B4-BE49-F238E27FC236}">
                <a16:creationId xmlns:a16="http://schemas.microsoft.com/office/drawing/2014/main" id="{AD459994-44F5-4A12-8286-42E9F9638EFE}"/>
              </a:ext>
            </a:extLst>
          </p:cNvPr>
          <p:cNvSpPr>
            <a:spLocks noGrp="1"/>
          </p:cNvSpPr>
          <p:nvPr/>
        </p:nvSpPr>
        <p:spPr>
          <a:xfrm>
            <a:off x="4514850" y="2724150"/>
            <a:ext cx="2762250" cy="552450"/>
          </a:xfrm>
          <a:prstGeom prst="rect">
            <a:avLst/>
          </a:prstGeom>
          <a:noFill/>
          <a:ln w="0">
            <a:noFill/>
            <a:prstDash val="solid"/>
          </a:ln>
        </p:spPr>
        <p:txBody>
          <a:bodyPr anchor="t">
            <a:normAutofit fontScale="96311"/>
          </a:bodyPr>
          <a:lstStyle>
            <a:defPPr algn="ctr">
              <a:defRPr sz="1050" b="0" i="0">
                <a:solidFill>
                  <a:srgbClr val="AFC0B8"/>
                </a:solidFill>
                <a:latin typeface="Arial"/>
                <a:ea typeface="Arial"/>
                <a:cs typeface="Arial"/>
              </a:defRPr>
            </a:defPPr>
            <a:lvl1pPr algn="ctr">
              <a:defRPr sz="1050" b="0" i="0">
                <a:solidFill>
                  <a:srgbClr val="AFC0B8"/>
                </a:solidFill>
                <a:latin typeface="Arial"/>
                <a:ea typeface="Arial"/>
                <a:cs typeface="Arial"/>
              </a:defRPr>
            </a:lvl1pPr>
            <a:lvl2pPr algn="ctr">
              <a:defRPr sz="1050" b="0" i="0">
                <a:solidFill>
                  <a:srgbClr val="AFC0B8"/>
                </a:solidFill>
                <a:latin typeface="Arial"/>
                <a:ea typeface="Arial"/>
                <a:cs typeface="Arial"/>
              </a:defRPr>
            </a:lvl2pPr>
            <a:lvl3pPr algn="ctr">
              <a:defRPr sz="1050" b="0" i="0">
                <a:solidFill>
                  <a:srgbClr val="AFC0B8"/>
                </a:solidFill>
                <a:latin typeface="Arial"/>
                <a:ea typeface="Arial"/>
                <a:cs typeface="Arial"/>
              </a:defRPr>
            </a:lvl3pPr>
            <a:lvl4pPr algn="ctr">
              <a:defRPr sz="1050" b="0" i="0">
                <a:solidFill>
                  <a:srgbClr val="AFC0B8"/>
                </a:solidFill>
                <a:latin typeface="Arial"/>
                <a:ea typeface="Arial"/>
                <a:cs typeface="Arial"/>
              </a:defRPr>
            </a:lvl4pPr>
            <a:lvl5pPr algn="ctr">
              <a:defRPr sz="1050" b="0" i="0">
                <a:solidFill>
                  <a:srgbClr val="AFC0B8"/>
                </a:solidFill>
                <a:latin typeface="Arial"/>
                <a:ea typeface="Arial"/>
                <a:cs typeface="Arial"/>
              </a:defRPr>
            </a:lvl5pPr>
            <a:lvl6pPr algn="ctr">
              <a:defRPr sz="1050" b="0" i="0">
                <a:solidFill>
                  <a:srgbClr val="AFC0B8"/>
                </a:solidFill>
                <a:latin typeface="Arial"/>
                <a:ea typeface="Arial"/>
                <a:cs typeface="Arial"/>
              </a:defRPr>
            </a:lvl6pPr>
            <a:lvl7pPr algn="ctr">
              <a:defRPr sz="1050" b="0" i="0">
                <a:solidFill>
                  <a:srgbClr val="AFC0B8"/>
                </a:solidFill>
                <a:latin typeface="Arial"/>
                <a:ea typeface="Arial"/>
                <a:cs typeface="Arial"/>
              </a:defRPr>
            </a:lvl7pPr>
            <a:lvl8pPr algn="ctr">
              <a:defRPr sz="1050" b="0" i="0">
                <a:solidFill>
                  <a:srgbClr val="AFC0B8"/>
                </a:solidFill>
                <a:latin typeface="Arial"/>
                <a:ea typeface="Arial"/>
                <a:cs typeface="Arial"/>
              </a:defRPr>
            </a:lvl8pPr>
            <a:lvl9pPr algn="ctr">
              <a:defRPr sz="1050" b="0" i="0">
                <a:solidFill>
                  <a:srgbClr val="AFC0B8"/>
                </a:solidFill>
                <a:latin typeface="Arial"/>
                <a:ea typeface="Arial"/>
                <a:cs typeface="Arial"/>
              </a:defRPr>
            </a:lvl9pPr>
          </a:lstStyle>
          <a:p>
            <a:pPr algn="ctr">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a:pPr algn="ctr">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a:ext uri="{FF2B5EF4-FFF2-40B4-BE49-F238E27FC236}">
                <a16:creationId xmlns:a16="http://schemas.microsoft.com/office/drawing/2014/main" id="{55A0F83D-71EF-4570-8313-F6D74A04818C}"/>
              </a:ext>
            </a:extLst>
          </p:cNvPr>
          <p:cNvSpPr>
            <a:spLocks noGrp="1"/>
          </p:cNvSpPr>
          <p:nvPr/>
        </p:nvSpPr>
        <p:spPr>
          <a:xfrm>
            <a:off x="5895975" y="3448050"/>
            <a:ext cx="0" cy="428625"/>
          </a:xfrm>
          <a:prstGeom prst="line">
            <a:avLst/>
          </a:prstGeom>
          <a:noFill/>
          <a:ln w="28575">
            <a:solidFill>
              <a:srgbClr val="2DBD73"/>
            </a:solidFill>
            <a:prstDash val="solid"/>
          </a:ln>
        </p:spPr>
      </p:sp>
      <p:sp>
        <p:nvSpPr>
          <p:cNvPr id="18" name="Rectangle 17">
            <a:extLst>
              <a:ext uri="{FF2B5EF4-FFF2-40B4-BE49-F238E27FC236}">
                <a16:creationId xmlns:a16="http://schemas.microsoft.com/office/drawing/2014/main" id="{4E1D3BD4-B172-4E40-91C6-6FAC1C6C5166}"/>
              </a:ext>
            </a:extLst>
          </p:cNvPr>
          <p:cNvSpPr>
            <a:spLocks noGrp="1"/>
          </p:cNvSpPr>
          <p:nvPr/>
        </p:nvSpPr>
        <p:spPr>
          <a:xfrm>
            <a:off x="8029575" y="1685925"/>
            <a:ext cx="3238500" cy="209550"/>
          </a:xfrm>
          <a:prstGeom prst="rect">
            <a:avLst/>
          </a:prstGeom>
          <a:noFill/>
          <a:ln w="0">
            <a:noFill/>
            <a:prstDash val="solid"/>
          </a:ln>
        </p:spPr>
        <p:txBody>
          <a:bodyPr anchor="t">
            <a:normAutofit fontScale="86111"/>
          </a:bodyPr>
          <a:lstStyle>
            <a:defPPr algn="ctr">
              <a:defRPr sz="900" b="1" i="0">
                <a:solidFill>
                  <a:srgbClr val="E84AAB"/>
                </a:solidFill>
                <a:latin typeface="Arial"/>
                <a:ea typeface="Arial"/>
                <a:cs typeface="Arial"/>
              </a:defRPr>
            </a:defPPr>
            <a:lvl1pPr algn="ctr">
              <a:defRPr sz="900" b="1" i="0">
                <a:solidFill>
                  <a:srgbClr val="E84AAB"/>
                </a:solidFill>
                <a:latin typeface="Arial"/>
                <a:ea typeface="Arial"/>
                <a:cs typeface="Arial"/>
              </a:defRPr>
            </a:lvl1pPr>
            <a:lvl2pPr algn="ctr">
              <a:defRPr sz="900" b="1" i="0">
                <a:solidFill>
                  <a:srgbClr val="E84AAB"/>
                </a:solidFill>
                <a:latin typeface="Arial"/>
                <a:ea typeface="Arial"/>
                <a:cs typeface="Arial"/>
              </a:defRPr>
            </a:lvl2pPr>
            <a:lvl3pPr algn="ctr">
              <a:defRPr sz="900" b="1" i="0">
                <a:solidFill>
                  <a:srgbClr val="E84AAB"/>
                </a:solidFill>
                <a:latin typeface="Arial"/>
                <a:ea typeface="Arial"/>
                <a:cs typeface="Arial"/>
              </a:defRPr>
            </a:lvl3pPr>
            <a:lvl4pPr algn="ctr">
              <a:defRPr sz="900" b="1" i="0">
                <a:solidFill>
                  <a:srgbClr val="E84AAB"/>
                </a:solidFill>
                <a:latin typeface="Arial"/>
                <a:ea typeface="Arial"/>
                <a:cs typeface="Arial"/>
              </a:defRPr>
            </a:lvl4pPr>
            <a:lvl5pPr algn="ctr">
              <a:defRPr sz="900" b="1" i="0">
                <a:solidFill>
                  <a:srgbClr val="E84AAB"/>
                </a:solidFill>
                <a:latin typeface="Arial"/>
                <a:ea typeface="Arial"/>
                <a:cs typeface="Arial"/>
              </a:defRPr>
            </a:lvl5pPr>
            <a:lvl6pPr algn="ctr">
              <a:defRPr sz="900" b="1" i="0">
                <a:solidFill>
                  <a:srgbClr val="E84AAB"/>
                </a:solidFill>
                <a:latin typeface="Arial"/>
                <a:ea typeface="Arial"/>
                <a:cs typeface="Arial"/>
              </a:defRPr>
            </a:lvl6pPr>
            <a:lvl7pPr algn="ctr">
              <a:defRPr sz="900" b="1" i="0">
                <a:solidFill>
                  <a:srgbClr val="E84AAB"/>
                </a:solidFill>
                <a:latin typeface="Arial"/>
                <a:ea typeface="Arial"/>
                <a:cs typeface="Arial"/>
              </a:defRPr>
            </a:lvl7pPr>
            <a:lvl8pPr algn="ctr">
              <a:defRPr sz="900" b="1" i="0">
                <a:solidFill>
                  <a:srgbClr val="E84AAB"/>
                </a:solidFill>
                <a:latin typeface="Arial"/>
                <a:ea typeface="Arial"/>
                <a:cs typeface="Arial"/>
              </a:defRPr>
            </a:lvl8pPr>
            <a:lvl9pPr algn="ctr">
              <a:defRPr sz="900" b="1" i="0">
                <a:solidFill>
                  <a:srgbClr val="E84AAB"/>
                </a:solidFill>
                <a:latin typeface="Arial"/>
                <a:ea typeface="Arial"/>
                <a:cs typeface="Arial"/>
              </a:defRPr>
            </a:lvl9pPr>
          </a:lstStyle>
          <a:p>
            <a:pPr algn="ctr">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a:ext uri="{FF2B5EF4-FFF2-40B4-BE49-F238E27FC236}">
                <a16:creationId xmlns:a16="http://schemas.microsoft.com/office/drawing/2014/main" id="{AA53F404-4602-4149-80DB-A42B3D9C0BAD}"/>
              </a:ext>
            </a:extLst>
          </p:cNvPr>
          <p:cNvSpPr>
            <a:spLocks noGrp="1"/>
          </p:cNvSpPr>
          <p:nvPr/>
        </p:nvSpPr>
        <p:spPr>
          <a:xfrm>
            <a:off x="8029575" y="2000250"/>
            <a:ext cx="3238500" cy="1447800"/>
          </a:xfrm>
          <a:prstGeom prst="roundRect">
            <a:avLst>
              <a:gd name="adj" fmla="val 7895"/>
            </a:avLst>
          </a:prstGeom>
          <a:solidFill>
            <a:srgbClr val="102720"/>
          </a:solidFill>
          <a:ln w="19050">
            <a:solidFill>
              <a:srgbClr val="E84AAB"/>
            </a:solidFill>
            <a:prstDash val="solid"/>
          </a:ln>
        </p:spPr>
      </p:sp>
      <p:sp>
        <p:nvSpPr>
          <p:cNvPr id="20" name="Rectangle 19">
            <a:extLst>
              <a:ext uri="{FF2B5EF4-FFF2-40B4-BE49-F238E27FC236}">
                <a16:creationId xmlns:a16="http://schemas.microsoft.com/office/drawing/2014/main" id="{5A85E630-CA5C-4654-9E69-06357A87B499}"/>
              </a:ext>
            </a:extLst>
          </p:cNvPr>
          <p:cNvSpPr>
            <a:spLocks noGrp="1"/>
          </p:cNvSpPr>
          <p:nvPr/>
        </p:nvSpPr>
        <p:spPr>
          <a:xfrm>
            <a:off x="8220075" y="2238375"/>
            <a:ext cx="2857500" cy="323850"/>
          </a:xfrm>
          <a:prstGeom prst="rect">
            <a:avLst/>
          </a:prstGeom>
          <a:noFill/>
          <a:ln w="0">
            <a:noFill/>
            <a:prstDash val="solid"/>
          </a:ln>
        </p:spPr>
        <p:txBody>
          <a:bodyPr anchor="t">
            <a:normAutofit fontScale="92424"/>
          </a:bodyPr>
          <a:lstStyle>
            <a:defPPr algn="ctr">
              <a:defRPr sz="1650" b="1" i="0">
                <a:solidFill>
                  <a:srgbClr val="F4F7F5"/>
                </a:solidFill>
                <a:latin typeface="Arial"/>
                <a:ea typeface="Arial"/>
                <a:cs typeface="Arial"/>
              </a:defRPr>
            </a:defPPr>
            <a:lvl1pPr algn="ctr">
              <a:defRPr sz="1650" b="1" i="0">
                <a:solidFill>
                  <a:srgbClr val="F4F7F5"/>
                </a:solidFill>
                <a:latin typeface="Arial"/>
                <a:ea typeface="Arial"/>
                <a:cs typeface="Arial"/>
              </a:defRPr>
            </a:lvl1pPr>
            <a:lvl2pPr algn="ctr">
              <a:defRPr sz="1650" b="1" i="0">
                <a:solidFill>
                  <a:srgbClr val="F4F7F5"/>
                </a:solidFill>
                <a:latin typeface="Arial"/>
                <a:ea typeface="Arial"/>
                <a:cs typeface="Arial"/>
              </a:defRPr>
            </a:lvl2pPr>
            <a:lvl3pPr algn="ctr">
              <a:defRPr sz="1650" b="1" i="0">
                <a:solidFill>
                  <a:srgbClr val="F4F7F5"/>
                </a:solidFill>
                <a:latin typeface="Arial"/>
                <a:ea typeface="Arial"/>
                <a:cs typeface="Arial"/>
              </a:defRPr>
            </a:lvl3pPr>
            <a:lvl4pPr algn="ctr">
              <a:defRPr sz="1650" b="1" i="0">
                <a:solidFill>
                  <a:srgbClr val="F4F7F5"/>
                </a:solidFill>
                <a:latin typeface="Arial"/>
                <a:ea typeface="Arial"/>
                <a:cs typeface="Arial"/>
              </a:defRPr>
            </a:lvl4pPr>
            <a:lvl5pPr algn="ctr">
              <a:defRPr sz="1650" b="1" i="0">
                <a:solidFill>
                  <a:srgbClr val="F4F7F5"/>
                </a:solidFill>
                <a:latin typeface="Arial"/>
                <a:ea typeface="Arial"/>
                <a:cs typeface="Arial"/>
              </a:defRPr>
            </a:lvl5pPr>
            <a:lvl6pPr algn="ctr">
              <a:defRPr sz="1650" b="1" i="0">
                <a:solidFill>
                  <a:srgbClr val="F4F7F5"/>
                </a:solidFill>
                <a:latin typeface="Arial"/>
                <a:ea typeface="Arial"/>
                <a:cs typeface="Arial"/>
              </a:defRPr>
            </a:lvl6pPr>
            <a:lvl7pPr algn="ctr">
              <a:defRPr sz="1650" b="1" i="0">
                <a:solidFill>
                  <a:srgbClr val="F4F7F5"/>
                </a:solidFill>
                <a:latin typeface="Arial"/>
                <a:ea typeface="Arial"/>
                <a:cs typeface="Arial"/>
              </a:defRPr>
            </a:lvl7pPr>
            <a:lvl8pPr algn="ctr">
              <a:defRPr sz="1650" b="1" i="0">
                <a:solidFill>
                  <a:srgbClr val="F4F7F5"/>
                </a:solidFill>
                <a:latin typeface="Arial"/>
                <a:ea typeface="Arial"/>
                <a:cs typeface="Arial"/>
              </a:defRPr>
            </a:lvl8pPr>
            <a:lvl9pPr algn="ctr">
              <a:defRPr sz="1650" b="1" i="0">
                <a:solidFill>
                  <a:srgbClr val="F4F7F5"/>
                </a:solidFill>
                <a:latin typeface="Arial"/>
                <a:ea typeface="Arial"/>
                <a:cs typeface="Arial"/>
              </a:defRPr>
            </a:lvl9pPr>
          </a:lstStyle>
          <a:p>
            <a:pPr algn="ctr">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a:ext uri="{FF2B5EF4-FFF2-40B4-BE49-F238E27FC236}">
                <a16:creationId xmlns:a16="http://schemas.microsoft.com/office/drawing/2014/main" id="{BA0946BC-FC0E-4F30-8C34-570B67D67810}"/>
              </a:ext>
            </a:extLst>
          </p:cNvPr>
          <p:cNvSpPr>
            <a:spLocks noGrp="1"/>
          </p:cNvSpPr>
          <p:nvPr/>
        </p:nvSpPr>
        <p:spPr>
          <a:xfrm>
            <a:off x="8267700" y="2724150"/>
            <a:ext cx="2762250" cy="552450"/>
          </a:xfrm>
          <a:prstGeom prst="rect">
            <a:avLst/>
          </a:prstGeom>
          <a:noFill/>
          <a:ln w="0">
            <a:noFill/>
            <a:prstDash val="solid"/>
          </a:ln>
        </p:spPr>
        <p:txBody>
          <a:bodyPr anchor="t">
            <a:normAutofit/>
          </a:bodyPr>
          <a:lstStyle>
            <a:defPPr algn="ctr">
              <a:defRPr sz="1050" b="0" i="0">
                <a:solidFill>
                  <a:srgbClr val="AFC0B8"/>
                </a:solidFill>
                <a:latin typeface="Arial"/>
                <a:ea typeface="Arial"/>
                <a:cs typeface="Arial"/>
              </a:defRPr>
            </a:defPPr>
            <a:lvl1pPr algn="ctr">
              <a:defRPr sz="1050" b="0" i="0">
                <a:solidFill>
                  <a:srgbClr val="AFC0B8"/>
                </a:solidFill>
                <a:latin typeface="Arial"/>
                <a:ea typeface="Arial"/>
                <a:cs typeface="Arial"/>
              </a:defRPr>
            </a:lvl1pPr>
            <a:lvl2pPr algn="ctr">
              <a:defRPr sz="1050" b="0" i="0">
                <a:solidFill>
                  <a:srgbClr val="AFC0B8"/>
                </a:solidFill>
                <a:latin typeface="Arial"/>
                <a:ea typeface="Arial"/>
                <a:cs typeface="Arial"/>
              </a:defRPr>
            </a:lvl2pPr>
            <a:lvl3pPr algn="ctr">
              <a:defRPr sz="1050" b="0" i="0">
                <a:solidFill>
                  <a:srgbClr val="AFC0B8"/>
                </a:solidFill>
                <a:latin typeface="Arial"/>
                <a:ea typeface="Arial"/>
                <a:cs typeface="Arial"/>
              </a:defRPr>
            </a:lvl3pPr>
            <a:lvl4pPr algn="ctr">
              <a:defRPr sz="1050" b="0" i="0">
                <a:solidFill>
                  <a:srgbClr val="AFC0B8"/>
                </a:solidFill>
                <a:latin typeface="Arial"/>
                <a:ea typeface="Arial"/>
                <a:cs typeface="Arial"/>
              </a:defRPr>
            </a:lvl4pPr>
            <a:lvl5pPr algn="ctr">
              <a:defRPr sz="1050" b="0" i="0">
                <a:solidFill>
                  <a:srgbClr val="AFC0B8"/>
                </a:solidFill>
                <a:latin typeface="Arial"/>
                <a:ea typeface="Arial"/>
                <a:cs typeface="Arial"/>
              </a:defRPr>
            </a:lvl5pPr>
            <a:lvl6pPr algn="ctr">
              <a:defRPr sz="1050" b="0" i="0">
                <a:solidFill>
                  <a:srgbClr val="AFC0B8"/>
                </a:solidFill>
                <a:latin typeface="Arial"/>
                <a:ea typeface="Arial"/>
                <a:cs typeface="Arial"/>
              </a:defRPr>
            </a:lvl6pPr>
            <a:lvl7pPr algn="ctr">
              <a:defRPr sz="1050" b="0" i="0">
                <a:solidFill>
                  <a:srgbClr val="AFC0B8"/>
                </a:solidFill>
                <a:latin typeface="Arial"/>
                <a:ea typeface="Arial"/>
                <a:cs typeface="Arial"/>
              </a:defRPr>
            </a:lvl7pPr>
            <a:lvl8pPr algn="ctr">
              <a:defRPr sz="1050" b="0" i="0">
                <a:solidFill>
                  <a:srgbClr val="AFC0B8"/>
                </a:solidFill>
                <a:latin typeface="Arial"/>
                <a:ea typeface="Arial"/>
                <a:cs typeface="Arial"/>
              </a:defRPr>
            </a:lvl8pPr>
            <a:lvl9pPr algn="ctr">
              <a:defRPr sz="1050" b="0" i="0">
                <a:solidFill>
                  <a:srgbClr val="AFC0B8"/>
                </a:solidFill>
                <a:latin typeface="Arial"/>
                <a:ea typeface="Arial"/>
                <a:cs typeface="Arial"/>
              </a:defRPr>
            </a:lvl9pPr>
          </a:lstStyle>
          <a:p>
            <a:pPr algn="ctr">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a:pPr algn="ctr">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a:ext uri="{FF2B5EF4-FFF2-40B4-BE49-F238E27FC236}">
                <a16:creationId xmlns:a16="http://schemas.microsoft.com/office/drawing/2014/main" id="{0254E004-0138-41CB-8075-57A8216A4F46}"/>
              </a:ext>
            </a:extLst>
          </p:cNvPr>
          <p:cNvSpPr>
            <a:spLocks noGrp="1"/>
          </p:cNvSpPr>
          <p:nvPr/>
        </p:nvSpPr>
        <p:spPr>
          <a:xfrm>
            <a:off x="9648825" y="3448050"/>
            <a:ext cx="0" cy="428625"/>
          </a:xfrm>
          <a:prstGeom prst="line">
            <a:avLst/>
          </a:prstGeom>
          <a:noFill/>
          <a:ln w="28575">
            <a:solidFill>
              <a:srgbClr val="E84AAB"/>
            </a:solidFill>
            <a:prstDash val="solid"/>
          </a:ln>
        </p:spPr>
      </p:sp>
      <p:sp>
        <p:nvSpPr>
          <p:cNvPr id="23" name="Rectangle: Rounded Corners 22">
            <a:extLst>
              <a:ext uri="{FF2B5EF4-FFF2-40B4-BE49-F238E27FC236}">
                <a16:creationId xmlns:a16="http://schemas.microsoft.com/office/drawing/2014/main" id="{61DCA902-EA41-44FB-B35E-D1C85B88A973}"/>
              </a:ext>
            </a:extLst>
          </p:cNvPr>
          <p:cNvSpPr>
            <a:spLocks noGrp="1"/>
          </p:cNvSpPr>
          <p:nvPr/>
        </p:nvSpPr>
        <p:spPr>
          <a:xfrm>
            <a:off x="1714500" y="3876675"/>
            <a:ext cx="8763000" cy="666750"/>
          </a:xfrm>
          <a:prstGeom prst="roundRect">
            <a:avLst>
              <a:gd name="adj" fmla="val 17143"/>
            </a:avLst>
          </a:prstGeom>
          <a:solidFill>
            <a:srgbClr val="102720"/>
          </a:solidFill>
          <a:ln w="19050">
            <a:solidFill>
              <a:srgbClr val="3FC6D6"/>
            </a:solidFill>
            <a:prstDash val="solid"/>
          </a:ln>
        </p:spPr>
      </p:sp>
      <p:sp>
        <p:nvSpPr>
          <p:cNvPr id="24" name="Rectangle 23">
            <a:extLst>
              <a:ext uri="{FF2B5EF4-FFF2-40B4-BE49-F238E27FC236}">
                <a16:creationId xmlns:a16="http://schemas.microsoft.com/office/drawing/2014/main" id="{6FD2CDE2-C774-4EAD-857E-D1F53B752FAF}"/>
              </a:ext>
            </a:extLst>
          </p:cNvPr>
          <p:cNvSpPr>
            <a:spLocks noGrp="1"/>
          </p:cNvSpPr>
          <p:nvPr/>
        </p:nvSpPr>
        <p:spPr>
          <a:xfrm>
            <a:off x="2038350" y="4010025"/>
            <a:ext cx="1714500" cy="209550"/>
          </a:xfrm>
          <a:prstGeom prst="rect">
            <a:avLst/>
          </a:prstGeom>
          <a:noFill/>
          <a:ln w="0">
            <a:noFill/>
            <a:prstDash val="solid"/>
          </a:ln>
        </p:spPr>
        <p:txBody>
          <a:bodyPr anchor="t">
            <a:normAutofit fontScale="86111"/>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a:ext uri="{FF2B5EF4-FFF2-40B4-BE49-F238E27FC236}">
                <a16:creationId xmlns:a16="http://schemas.microsoft.com/office/drawing/2014/main" id="{ABBBEC07-331E-4C88-B195-EE32DA9B8205}"/>
              </a:ext>
            </a:extLst>
          </p:cNvPr>
          <p:cNvSpPr>
            <a:spLocks noGrp="1"/>
          </p:cNvSpPr>
          <p:nvPr/>
        </p:nvSpPr>
        <p:spPr>
          <a:xfrm>
            <a:off x="4000500" y="3990975"/>
            <a:ext cx="5905500" cy="285750"/>
          </a:xfrm>
          <a:prstGeom prst="rect">
            <a:avLst/>
          </a:prstGeom>
          <a:noFill/>
          <a:ln w="0">
            <a:noFill/>
            <a:prstDash val="solid"/>
          </a:ln>
        </p:spPr>
        <p:txBody>
          <a:bodyPr anchor="t">
            <a:normAutofit fontScale="89474"/>
          </a:bodyPr>
          <a:lstStyle>
            <a:defPPr algn="ctr">
              <a:defRPr sz="1425" b="1" i="0">
                <a:solidFill>
                  <a:srgbClr val="F4F7F5"/>
                </a:solidFill>
                <a:latin typeface="Arial"/>
                <a:ea typeface="Arial"/>
                <a:cs typeface="Arial"/>
              </a:defRPr>
            </a:defPPr>
            <a:lvl1pPr algn="ctr">
              <a:defRPr sz="1425" b="1" i="0">
                <a:solidFill>
                  <a:srgbClr val="F4F7F5"/>
                </a:solidFill>
                <a:latin typeface="Arial"/>
                <a:ea typeface="Arial"/>
                <a:cs typeface="Arial"/>
              </a:defRPr>
            </a:lvl1pPr>
            <a:lvl2pPr algn="ctr">
              <a:defRPr sz="1425" b="1" i="0">
                <a:solidFill>
                  <a:srgbClr val="F4F7F5"/>
                </a:solidFill>
                <a:latin typeface="Arial"/>
                <a:ea typeface="Arial"/>
                <a:cs typeface="Arial"/>
              </a:defRPr>
            </a:lvl2pPr>
            <a:lvl3pPr algn="ctr">
              <a:defRPr sz="1425" b="1" i="0">
                <a:solidFill>
                  <a:srgbClr val="F4F7F5"/>
                </a:solidFill>
                <a:latin typeface="Arial"/>
                <a:ea typeface="Arial"/>
                <a:cs typeface="Arial"/>
              </a:defRPr>
            </a:lvl3pPr>
            <a:lvl4pPr algn="ctr">
              <a:defRPr sz="1425" b="1" i="0">
                <a:solidFill>
                  <a:srgbClr val="F4F7F5"/>
                </a:solidFill>
                <a:latin typeface="Arial"/>
                <a:ea typeface="Arial"/>
                <a:cs typeface="Arial"/>
              </a:defRPr>
            </a:lvl4pPr>
            <a:lvl5pPr algn="ctr">
              <a:defRPr sz="1425" b="1" i="0">
                <a:solidFill>
                  <a:srgbClr val="F4F7F5"/>
                </a:solidFill>
                <a:latin typeface="Arial"/>
                <a:ea typeface="Arial"/>
                <a:cs typeface="Arial"/>
              </a:defRPr>
            </a:lvl5pPr>
            <a:lvl6pPr algn="ctr">
              <a:defRPr sz="1425" b="1" i="0">
                <a:solidFill>
                  <a:srgbClr val="F4F7F5"/>
                </a:solidFill>
                <a:latin typeface="Arial"/>
                <a:ea typeface="Arial"/>
                <a:cs typeface="Arial"/>
              </a:defRPr>
            </a:lvl6pPr>
            <a:lvl7pPr algn="ctr">
              <a:defRPr sz="1425" b="1" i="0">
                <a:solidFill>
                  <a:srgbClr val="F4F7F5"/>
                </a:solidFill>
                <a:latin typeface="Arial"/>
                <a:ea typeface="Arial"/>
                <a:cs typeface="Arial"/>
              </a:defRPr>
            </a:lvl7pPr>
            <a:lvl8pPr algn="ctr">
              <a:defRPr sz="1425" b="1" i="0">
                <a:solidFill>
                  <a:srgbClr val="F4F7F5"/>
                </a:solidFill>
                <a:latin typeface="Arial"/>
                <a:ea typeface="Arial"/>
                <a:cs typeface="Arial"/>
              </a:defRPr>
            </a:lvl8pPr>
            <a:lvl9pPr algn="ctr">
              <a:defRPr sz="1425" b="1" i="0">
                <a:solidFill>
                  <a:srgbClr val="F4F7F5"/>
                </a:solidFill>
                <a:latin typeface="Arial"/>
                <a:ea typeface="Arial"/>
                <a:cs typeface="Arial"/>
              </a:defRPr>
            </a:lvl9pPr>
          </a:lstStyle>
          <a:p>
            <a:pPr algn="ctr">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a:ext uri="{FF2B5EF4-FFF2-40B4-BE49-F238E27FC236}">
                <a16:creationId xmlns:a16="http://schemas.microsoft.com/office/drawing/2014/main" id="{993CD819-79D1-41DC-B41F-41F664F25B93}"/>
              </a:ext>
            </a:extLst>
          </p:cNvPr>
          <p:cNvSpPr>
            <a:spLocks noGrp="1"/>
          </p:cNvSpPr>
          <p:nvPr/>
        </p:nvSpPr>
        <p:spPr>
          <a:xfrm>
            <a:off x="552450" y="4933950"/>
            <a:ext cx="3333750" cy="285750"/>
          </a:xfrm>
          <a:prstGeom prst="roundRect">
            <a:avLst>
              <a:gd name="adj" fmla="val 26667"/>
            </a:avLst>
          </a:prstGeom>
          <a:solidFill>
            <a:srgbClr val="102720"/>
          </a:solidFill>
          <a:ln w="9525">
            <a:solidFill>
              <a:srgbClr val="3FC6D6"/>
            </a:solidFill>
            <a:prstDash val="solid"/>
          </a:ln>
        </p:spPr>
        <p:txBody>
          <a:bodyPr anchor="ctr">
            <a:normAutofit/>
          </a:bodyPr>
          <a:lstStyle>
            <a:defPPr algn="ctr">
              <a:defRPr sz="900" b="1">
                <a:solidFill>
                  <a:srgbClr val="3FC6D6"/>
                </a:solidFill>
                <a:latin typeface="Arial"/>
                <a:ea typeface="Arial"/>
                <a:cs typeface="Arial"/>
              </a:defRPr>
            </a:defPPr>
            <a:lvl1pPr algn="ctr">
              <a:defRPr sz="900" b="1">
                <a:solidFill>
                  <a:srgbClr val="3FC6D6"/>
                </a:solidFill>
                <a:latin typeface="Arial"/>
                <a:ea typeface="Arial"/>
                <a:cs typeface="Arial"/>
              </a:defRPr>
            </a:lvl1pPr>
            <a:lvl2pPr algn="ctr">
              <a:defRPr sz="900" b="1">
                <a:solidFill>
                  <a:srgbClr val="3FC6D6"/>
                </a:solidFill>
                <a:latin typeface="Arial"/>
                <a:ea typeface="Arial"/>
                <a:cs typeface="Arial"/>
              </a:defRPr>
            </a:lvl2pPr>
            <a:lvl3pPr algn="ctr">
              <a:defRPr sz="900" b="1">
                <a:solidFill>
                  <a:srgbClr val="3FC6D6"/>
                </a:solidFill>
                <a:latin typeface="Arial"/>
                <a:ea typeface="Arial"/>
                <a:cs typeface="Arial"/>
              </a:defRPr>
            </a:lvl3pPr>
            <a:lvl4pPr algn="ctr">
              <a:defRPr sz="900" b="1">
                <a:solidFill>
                  <a:srgbClr val="3FC6D6"/>
                </a:solidFill>
                <a:latin typeface="Arial"/>
                <a:ea typeface="Arial"/>
                <a:cs typeface="Arial"/>
              </a:defRPr>
            </a:lvl4pPr>
            <a:lvl5pPr algn="ctr">
              <a:defRPr sz="900" b="1">
                <a:solidFill>
                  <a:srgbClr val="3FC6D6"/>
                </a:solidFill>
                <a:latin typeface="Arial"/>
                <a:ea typeface="Arial"/>
                <a:cs typeface="Arial"/>
              </a:defRPr>
            </a:lvl5pPr>
            <a:lvl6pPr algn="ctr">
              <a:defRPr sz="900" b="1">
                <a:solidFill>
                  <a:srgbClr val="3FC6D6"/>
                </a:solidFill>
                <a:latin typeface="Arial"/>
                <a:ea typeface="Arial"/>
                <a:cs typeface="Arial"/>
              </a:defRPr>
            </a:lvl6pPr>
            <a:lvl7pPr algn="ctr">
              <a:defRPr sz="900" b="1">
                <a:solidFill>
                  <a:srgbClr val="3FC6D6"/>
                </a:solidFill>
                <a:latin typeface="Arial"/>
                <a:ea typeface="Arial"/>
                <a:cs typeface="Arial"/>
              </a:defRPr>
            </a:lvl7pPr>
            <a:lvl8pPr algn="ctr">
              <a:defRPr sz="900" b="1">
                <a:solidFill>
                  <a:srgbClr val="3FC6D6"/>
                </a:solidFill>
                <a:latin typeface="Arial"/>
                <a:ea typeface="Arial"/>
                <a:cs typeface="Arial"/>
              </a:defRPr>
            </a:lvl8pPr>
            <a:lvl9pPr algn="ctr">
              <a:defRPr sz="900" b="1">
                <a:solidFill>
                  <a:srgbClr val="3FC6D6"/>
                </a:solidFill>
                <a:latin typeface="Arial"/>
                <a:ea typeface="Arial"/>
                <a:cs typeface="Arial"/>
              </a:defRPr>
            </a:lvl9pPr>
          </a:lstStyle>
          <a:p>
            <a:pPr algn="ctr">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a:ext uri="{FF2B5EF4-FFF2-40B4-BE49-F238E27FC236}">
                <a16:creationId xmlns:a16="http://schemas.microsoft.com/office/drawing/2014/main" id="{0D8EFFCE-D667-4AD4-93A2-6BCA02E1B3B1}"/>
              </a:ext>
            </a:extLst>
          </p:cNvPr>
          <p:cNvSpPr>
            <a:spLocks noGrp="1"/>
          </p:cNvSpPr>
          <p:nvPr/>
        </p:nvSpPr>
        <p:spPr>
          <a:xfrm>
            <a:off x="4333875" y="4933950"/>
            <a:ext cx="3333750" cy="285750"/>
          </a:xfrm>
          <a:prstGeom prst="roundRect">
            <a:avLst>
              <a:gd name="adj" fmla="val 26667"/>
            </a:avLst>
          </a:prstGeom>
          <a:solidFill>
            <a:srgbClr val="102720"/>
          </a:solidFill>
          <a:ln w="9525">
            <a:solidFill>
              <a:srgbClr val="4E9BEC"/>
            </a:solidFill>
            <a:prstDash val="solid"/>
          </a:ln>
        </p:spPr>
        <p:txBody>
          <a:bodyPr anchor="ctr">
            <a:normAutofit/>
          </a:bodyPr>
          <a:lstStyle>
            <a:defPPr algn="ctr">
              <a:defRPr sz="900" b="1">
                <a:solidFill>
                  <a:srgbClr val="4E9BEC"/>
                </a:solidFill>
                <a:latin typeface="Arial"/>
                <a:ea typeface="Arial"/>
                <a:cs typeface="Arial"/>
              </a:defRPr>
            </a:defPPr>
            <a:lvl1pPr algn="ctr">
              <a:defRPr sz="900" b="1">
                <a:solidFill>
                  <a:srgbClr val="4E9BEC"/>
                </a:solidFill>
                <a:latin typeface="Arial"/>
                <a:ea typeface="Arial"/>
                <a:cs typeface="Arial"/>
              </a:defRPr>
            </a:lvl1pPr>
            <a:lvl2pPr algn="ctr">
              <a:defRPr sz="900" b="1">
                <a:solidFill>
                  <a:srgbClr val="4E9BEC"/>
                </a:solidFill>
                <a:latin typeface="Arial"/>
                <a:ea typeface="Arial"/>
                <a:cs typeface="Arial"/>
              </a:defRPr>
            </a:lvl2pPr>
            <a:lvl3pPr algn="ctr">
              <a:defRPr sz="900" b="1">
                <a:solidFill>
                  <a:srgbClr val="4E9BEC"/>
                </a:solidFill>
                <a:latin typeface="Arial"/>
                <a:ea typeface="Arial"/>
                <a:cs typeface="Arial"/>
              </a:defRPr>
            </a:lvl3pPr>
            <a:lvl4pPr algn="ctr">
              <a:defRPr sz="900" b="1">
                <a:solidFill>
                  <a:srgbClr val="4E9BEC"/>
                </a:solidFill>
                <a:latin typeface="Arial"/>
                <a:ea typeface="Arial"/>
                <a:cs typeface="Arial"/>
              </a:defRPr>
            </a:lvl4pPr>
            <a:lvl5pPr algn="ctr">
              <a:defRPr sz="900" b="1">
                <a:solidFill>
                  <a:srgbClr val="4E9BEC"/>
                </a:solidFill>
                <a:latin typeface="Arial"/>
                <a:ea typeface="Arial"/>
                <a:cs typeface="Arial"/>
              </a:defRPr>
            </a:lvl5pPr>
            <a:lvl6pPr algn="ctr">
              <a:defRPr sz="900" b="1">
                <a:solidFill>
                  <a:srgbClr val="4E9BEC"/>
                </a:solidFill>
                <a:latin typeface="Arial"/>
                <a:ea typeface="Arial"/>
                <a:cs typeface="Arial"/>
              </a:defRPr>
            </a:lvl6pPr>
            <a:lvl7pPr algn="ctr">
              <a:defRPr sz="900" b="1">
                <a:solidFill>
                  <a:srgbClr val="4E9BEC"/>
                </a:solidFill>
                <a:latin typeface="Arial"/>
                <a:ea typeface="Arial"/>
                <a:cs typeface="Arial"/>
              </a:defRPr>
            </a:lvl7pPr>
            <a:lvl8pPr algn="ctr">
              <a:defRPr sz="900" b="1">
                <a:solidFill>
                  <a:srgbClr val="4E9BEC"/>
                </a:solidFill>
                <a:latin typeface="Arial"/>
                <a:ea typeface="Arial"/>
                <a:cs typeface="Arial"/>
              </a:defRPr>
            </a:lvl8pPr>
            <a:lvl9pPr algn="ctr">
              <a:defRPr sz="900" b="1">
                <a:solidFill>
                  <a:srgbClr val="4E9BEC"/>
                </a:solidFill>
                <a:latin typeface="Arial"/>
                <a:ea typeface="Arial"/>
                <a:cs typeface="Arial"/>
              </a:defRPr>
            </a:lvl9pPr>
          </a:lstStyle>
          <a:p>
            <a:pPr algn="ctr">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a:ext uri="{FF2B5EF4-FFF2-40B4-BE49-F238E27FC236}">
                <a16:creationId xmlns:a16="http://schemas.microsoft.com/office/drawing/2014/main" id="{1A06F44B-CFA4-44DC-A043-861DE07AFB4C}"/>
              </a:ext>
            </a:extLst>
          </p:cNvPr>
          <p:cNvSpPr>
            <a:spLocks noGrp="1"/>
          </p:cNvSpPr>
          <p:nvPr/>
        </p:nvSpPr>
        <p:spPr>
          <a:xfrm>
            <a:off x="8115300" y="4933950"/>
            <a:ext cx="3333750" cy="285750"/>
          </a:xfrm>
          <a:prstGeom prst="roundRect">
            <a:avLst>
              <a:gd name="adj" fmla="val 26667"/>
            </a:avLst>
          </a:prstGeom>
          <a:solidFill>
            <a:srgbClr val="102720"/>
          </a:solidFill>
          <a:ln w="9525">
            <a:solidFill>
              <a:srgbClr val="E46760"/>
            </a:solidFill>
            <a:prstDash val="solid"/>
          </a:ln>
        </p:spPr>
        <p:txBody>
          <a:bodyPr anchor="ctr">
            <a:normAutofit/>
          </a:bodyPr>
          <a:lstStyle>
            <a:defPPr algn="ctr">
              <a:defRPr sz="900" b="1">
                <a:solidFill>
                  <a:srgbClr val="E46760"/>
                </a:solidFill>
                <a:latin typeface="Arial"/>
                <a:ea typeface="Arial"/>
                <a:cs typeface="Arial"/>
              </a:defRPr>
            </a:defPPr>
            <a:lvl1pPr algn="ctr">
              <a:defRPr sz="900" b="1">
                <a:solidFill>
                  <a:srgbClr val="E46760"/>
                </a:solidFill>
                <a:latin typeface="Arial"/>
                <a:ea typeface="Arial"/>
                <a:cs typeface="Arial"/>
              </a:defRPr>
            </a:lvl1pPr>
            <a:lvl2pPr algn="ctr">
              <a:defRPr sz="900" b="1">
                <a:solidFill>
                  <a:srgbClr val="E46760"/>
                </a:solidFill>
                <a:latin typeface="Arial"/>
                <a:ea typeface="Arial"/>
                <a:cs typeface="Arial"/>
              </a:defRPr>
            </a:lvl2pPr>
            <a:lvl3pPr algn="ctr">
              <a:defRPr sz="900" b="1">
                <a:solidFill>
                  <a:srgbClr val="E46760"/>
                </a:solidFill>
                <a:latin typeface="Arial"/>
                <a:ea typeface="Arial"/>
                <a:cs typeface="Arial"/>
              </a:defRPr>
            </a:lvl3pPr>
            <a:lvl4pPr algn="ctr">
              <a:defRPr sz="900" b="1">
                <a:solidFill>
                  <a:srgbClr val="E46760"/>
                </a:solidFill>
                <a:latin typeface="Arial"/>
                <a:ea typeface="Arial"/>
                <a:cs typeface="Arial"/>
              </a:defRPr>
            </a:lvl4pPr>
            <a:lvl5pPr algn="ctr">
              <a:defRPr sz="900" b="1">
                <a:solidFill>
                  <a:srgbClr val="E46760"/>
                </a:solidFill>
                <a:latin typeface="Arial"/>
                <a:ea typeface="Arial"/>
                <a:cs typeface="Arial"/>
              </a:defRPr>
            </a:lvl5pPr>
            <a:lvl6pPr algn="ctr">
              <a:defRPr sz="900" b="1">
                <a:solidFill>
                  <a:srgbClr val="E46760"/>
                </a:solidFill>
                <a:latin typeface="Arial"/>
                <a:ea typeface="Arial"/>
                <a:cs typeface="Arial"/>
              </a:defRPr>
            </a:lvl6pPr>
            <a:lvl7pPr algn="ctr">
              <a:defRPr sz="900" b="1">
                <a:solidFill>
                  <a:srgbClr val="E46760"/>
                </a:solidFill>
                <a:latin typeface="Arial"/>
                <a:ea typeface="Arial"/>
                <a:cs typeface="Arial"/>
              </a:defRPr>
            </a:lvl7pPr>
            <a:lvl8pPr algn="ctr">
              <a:defRPr sz="900" b="1">
                <a:solidFill>
                  <a:srgbClr val="E46760"/>
                </a:solidFill>
                <a:latin typeface="Arial"/>
                <a:ea typeface="Arial"/>
                <a:cs typeface="Arial"/>
              </a:defRPr>
            </a:lvl8pPr>
            <a:lvl9pPr algn="ctr">
              <a:defRPr sz="900" b="1">
                <a:solidFill>
                  <a:srgbClr val="E46760"/>
                </a:solidFill>
                <a:latin typeface="Arial"/>
                <a:ea typeface="Arial"/>
                <a:cs typeface="Arial"/>
              </a:defRPr>
            </a:lvl9pPr>
          </a:lstStyle>
          <a:p>
            <a:pPr algn="ctr">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a:ext uri="{FF2B5EF4-FFF2-40B4-BE49-F238E27FC236}">
                <a16:creationId xmlns:a16="http://schemas.microsoft.com/office/drawing/2014/main" id="{D140FC3A-6A90-4B1E-B6D8-E5EAEB782CA4}"/>
              </a:ext>
            </a:extLst>
          </p:cNvPr>
          <p:cNvSpPr>
            <a:spLocks noGrp="1"/>
          </p:cNvSpPr>
          <p:nvPr/>
        </p:nvSpPr>
        <p:spPr>
          <a:xfrm>
            <a:off x="552450" y="5391150"/>
            <a:ext cx="3333750" cy="285750"/>
          </a:xfrm>
          <a:prstGeom prst="roundRect">
            <a:avLst>
              <a:gd name="adj" fmla="val 26667"/>
            </a:avLst>
          </a:prstGeom>
          <a:solidFill>
            <a:srgbClr val="102720"/>
          </a:solidFill>
          <a:ln w="9525">
            <a:solidFill>
              <a:srgbClr val="F1C84B"/>
            </a:solidFill>
            <a:prstDash val="solid"/>
          </a:ln>
        </p:spPr>
        <p:txBody>
          <a:bodyPr anchor="ctr">
            <a:normAutofit/>
          </a:bodyPr>
          <a:lstStyle>
            <a:defPPr algn="ctr">
              <a:defRPr sz="900" b="1">
                <a:solidFill>
                  <a:srgbClr val="F1C84B"/>
                </a:solidFill>
                <a:latin typeface="Arial"/>
                <a:ea typeface="Arial"/>
                <a:cs typeface="Arial"/>
              </a:defRPr>
            </a:defPPr>
            <a:lvl1pPr algn="ctr">
              <a:defRPr sz="900" b="1">
                <a:solidFill>
                  <a:srgbClr val="F1C84B"/>
                </a:solidFill>
                <a:latin typeface="Arial"/>
                <a:ea typeface="Arial"/>
                <a:cs typeface="Arial"/>
              </a:defRPr>
            </a:lvl1pPr>
            <a:lvl2pPr algn="ctr">
              <a:defRPr sz="900" b="1">
                <a:solidFill>
                  <a:srgbClr val="F1C84B"/>
                </a:solidFill>
                <a:latin typeface="Arial"/>
                <a:ea typeface="Arial"/>
                <a:cs typeface="Arial"/>
              </a:defRPr>
            </a:lvl2pPr>
            <a:lvl3pPr algn="ctr">
              <a:defRPr sz="900" b="1">
                <a:solidFill>
                  <a:srgbClr val="F1C84B"/>
                </a:solidFill>
                <a:latin typeface="Arial"/>
                <a:ea typeface="Arial"/>
                <a:cs typeface="Arial"/>
              </a:defRPr>
            </a:lvl3pPr>
            <a:lvl4pPr algn="ctr">
              <a:defRPr sz="900" b="1">
                <a:solidFill>
                  <a:srgbClr val="F1C84B"/>
                </a:solidFill>
                <a:latin typeface="Arial"/>
                <a:ea typeface="Arial"/>
                <a:cs typeface="Arial"/>
              </a:defRPr>
            </a:lvl4pPr>
            <a:lvl5pPr algn="ctr">
              <a:defRPr sz="900" b="1">
                <a:solidFill>
                  <a:srgbClr val="F1C84B"/>
                </a:solidFill>
                <a:latin typeface="Arial"/>
                <a:ea typeface="Arial"/>
                <a:cs typeface="Arial"/>
              </a:defRPr>
            </a:lvl5pPr>
            <a:lvl6pPr algn="ctr">
              <a:defRPr sz="900" b="1">
                <a:solidFill>
                  <a:srgbClr val="F1C84B"/>
                </a:solidFill>
                <a:latin typeface="Arial"/>
                <a:ea typeface="Arial"/>
                <a:cs typeface="Arial"/>
              </a:defRPr>
            </a:lvl6pPr>
            <a:lvl7pPr algn="ctr">
              <a:defRPr sz="900" b="1">
                <a:solidFill>
                  <a:srgbClr val="F1C84B"/>
                </a:solidFill>
                <a:latin typeface="Arial"/>
                <a:ea typeface="Arial"/>
                <a:cs typeface="Arial"/>
              </a:defRPr>
            </a:lvl7pPr>
            <a:lvl8pPr algn="ctr">
              <a:defRPr sz="900" b="1">
                <a:solidFill>
                  <a:srgbClr val="F1C84B"/>
                </a:solidFill>
                <a:latin typeface="Arial"/>
                <a:ea typeface="Arial"/>
                <a:cs typeface="Arial"/>
              </a:defRPr>
            </a:lvl8pPr>
            <a:lvl9pPr algn="ctr">
              <a:defRPr sz="900" b="1">
                <a:solidFill>
                  <a:srgbClr val="F1C84B"/>
                </a:solidFill>
                <a:latin typeface="Arial"/>
                <a:ea typeface="Arial"/>
                <a:cs typeface="Arial"/>
              </a:defRPr>
            </a:lvl9pPr>
          </a:lstStyle>
          <a:p>
            <a:pPr algn="ctr">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a:ext uri="{FF2B5EF4-FFF2-40B4-BE49-F238E27FC236}">
                <a16:creationId xmlns:a16="http://schemas.microsoft.com/office/drawing/2014/main" id="{37BCC4BE-C4BC-4179-A0BD-A78E94C7C0D8}"/>
              </a:ext>
            </a:extLst>
          </p:cNvPr>
          <p:cNvSpPr>
            <a:spLocks noGrp="1"/>
          </p:cNvSpPr>
          <p:nvPr/>
        </p:nvSpPr>
        <p:spPr>
          <a:xfrm>
            <a:off x="4333875" y="5391150"/>
            <a:ext cx="3333750" cy="285750"/>
          </a:xfrm>
          <a:prstGeom prst="roundRect">
            <a:avLst>
              <a:gd name="adj" fmla="val 26667"/>
            </a:avLst>
          </a:prstGeom>
          <a:solidFill>
            <a:srgbClr val="102720"/>
          </a:solidFill>
          <a:ln w="9525">
            <a:solidFill>
              <a:srgbClr val="E84AAB"/>
            </a:solidFill>
            <a:prstDash val="solid"/>
          </a:ln>
        </p:spPr>
        <p:txBody>
          <a:bodyPr anchor="ctr">
            <a:normAutofit/>
          </a:bodyPr>
          <a:lstStyle>
            <a:defPPr algn="ctr">
              <a:defRPr sz="900" b="1">
                <a:solidFill>
                  <a:srgbClr val="E84AAB"/>
                </a:solidFill>
                <a:latin typeface="Arial"/>
                <a:ea typeface="Arial"/>
                <a:cs typeface="Arial"/>
              </a:defRPr>
            </a:defPPr>
            <a:lvl1pPr algn="ctr">
              <a:defRPr sz="900" b="1">
                <a:solidFill>
                  <a:srgbClr val="E84AAB"/>
                </a:solidFill>
                <a:latin typeface="Arial"/>
                <a:ea typeface="Arial"/>
                <a:cs typeface="Arial"/>
              </a:defRPr>
            </a:lvl1pPr>
            <a:lvl2pPr algn="ctr">
              <a:defRPr sz="900" b="1">
                <a:solidFill>
                  <a:srgbClr val="E84AAB"/>
                </a:solidFill>
                <a:latin typeface="Arial"/>
                <a:ea typeface="Arial"/>
                <a:cs typeface="Arial"/>
              </a:defRPr>
            </a:lvl2pPr>
            <a:lvl3pPr algn="ctr">
              <a:defRPr sz="900" b="1">
                <a:solidFill>
                  <a:srgbClr val="E84AAB"/>
                </a:solidFill>
                <a:latin typeface="Arial"/>
                <a:ea typeface="Arial"/>
                <a:cs typeface="Arial"/>
              </a:defRPr>
            </a:lvl3pPr>
            <a:lvl4pPr algn="ctr">
              <a:defRPr sz="900" b="1">
                <a:solidFill>
                  <a:srgbClr val="E84AAB"/>
                </a:solidFill>
                <a:latin typeface="Arial"/>
                <a:ea typeface="Arial"/>
                <a:cs typeface="Arial"/>
              </a:defRPr>
            </a:lvl4pPr>
            <a:lvl5pPr algn="ctr">
              <a:defRPr sz="900" b="1">
                <a:solidFill>
                  <a:srgbClr val="E84AAB"/>
                </a:solidFill>
                <a:latin typeface="Arial"/>
                <a:ea typeface="Arial"/>
                <a:cs typeface="Arial"/>
              </a:defRPr>
            </a:lvl5pPr>
            <a:lvl6pPr algn="ctr">
              <a:defRPr sz="900" b="1">
                <a:solidFill>
                  <a:srgbClr val="E84AAB"/>
                </a:solidFill>
                <a:latin typeface="Arial"/>
                <a:ea typeface="Arial"/>
                <a:cs typeface="Arial"/>
              </a:defRPr>
            </a:lvl6pPr>
            <a:lvl7pPr algn="ctr">
              <a:defRPr sz="900" b="1">
                <a:solidFill>
                  <a:srgbClr val="E84AAB"/>
                </a:solidFill>
                <a:latin typeface="Arial"/>
                <a:ea typeface="Arial"/>
                <a:cs typeface="Arial"/>
              </a:defRPr>
            </a:lvl7pPr>
            <a:lvl8pPr algn="ctr">
              <a:defRPr sz="900" b="1">
                <a:solidFill>
                  <a:srgbClr val="E84AAB"/>
                </a:solidFill>
                <a:latin typeface="Arial"/>
                <a:ea typeface="Arial"/>
                <a:cs typeface="Arial"/>
              </a:defRPr>
            </a:lvl8pPr>
            <a:lvl9pPr algn="ctr">
              <a:defRPr sz="900" b="1">
                <a:solidFill>
                  <a:srgbClr val="E84AAB"/>
                </a:solidFill>
                <a:latin typeface="Arial"/>
                <a:ea typeface="Arial"/>
                <a:cs typeface="Arial"/>
              </a:defRPr>
            </a:lvl9pPr>
          </a:lstStyle>
          <a:p>
            <a:pPr algn="ctr">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a:ext uri="{FF2B5EF4-FFF2-40B4-BE49-F238E27FC236}">
                <a16:creationId xmlns:a16="http://schemas.microsoft.com/office/drawing/2014/main" id="{7098A7EA-BF49-445C-9E5B-29FCEFDAD081}"/>
              </a:ext>
            </a:extLst>
          </p:cNvPr>
          <p:cNvSpPr>
            <a:spLocks noGrp="1"/>
          </p:cNvSpPr>
          <p:nvPr/>
        </p:nvSpPr>
        <p:spPr>
          <a:xfrm>
            <a:off x="8115300" y="5391150"/>
            <a:ext cx="3333750" cy="285750"/>
          </a:xfrm>
          <a:prstGeom prst="roundRect">
            <a:avLst>
              <a:gd name="adj" fmla="val 26667"/>
            </a:avLst>
          </a:prstGeom>
          <a:solidFill>
            <a:srgbClr val="102720"/>
          </a:solidFill>
          <a:ln w="9525">
            <a:solidFill>
              <a:srgbClr val="2DBD73"/>
            </a:solidFill>
            <a:prstDash val="solid"/>
          </a:ln>
        </p:spPr>
        <p:txBody>
          <a:bodyPr anchor="ctr">
            <a:normAutofit/>
          </a:bodyPr>
          <a:lstStyle>
            <a:defPPr algn="ctr">
              <a:defRPr sz="900" b="1">
                <a:solidFill>
                  <a:srgbClr val="2DBD73"/>
                </a:solidFill>
                <a:latin typeface="Arial"/>
                <a:ea typeface="Arial"/>
                <a:cs typeface="Arial"/>
              </a:defRPr>
            </a:defPPr>
            <a:lvl1pPr algn="ctr">
              <a:defRPr sz="900" b="1">
                <a:solidFill>
                  <a:srgbClr val="2DBD73"/>
                </a:solidFill>
                <a:latin typeface="Arial"/>
                <a:ea typeface="Arial"/>
                <a:cs typeface="Arial"/>
              </a:defRPr>
            </a:lvl1pPr>
            <a:lvl2pPr algn="ctr">
              <a:defRPr sz="900" b="1">
                <a:solidFill>
                  <a:srgbClr val="2DBD73"/>
                </a:solidFill>
                <a:latin typeface="Arial"/>
                <a:ea typeface="Arial"/>
                <a:cs typeface="Arial"/>
              </a:defRPr>
            </a:lvl2pPr>
            <a:lvl3pPr algn="ctr">
              <a:defRPr sz="900" b="1">
                <a:solidFill>
                  <a:srgbClr val="2DBD73"/>
                </a:solidFill>
                <a:latin typeface="Arial"/>
                <a:ea typeface="Arial"/>
                <a:cs typeface="Arial"/>
              </a:defRPr>
            </a:lvl3pPr>
            <a:lvl4pPr algn="ctr">
              <a:defRPr sz="900" b="1">
                <a:solidFill>
                  <a:srgbClr val="2DBD73"/>
                </a:solidFill>
                <a:latin typeface="Arial"/>
                <a:ea typeface="Arial"/>
                <a:cs typeface="Arial"/>
              </a:defRPr>
            </a:lvl4pPr>
            <a:lvl5pPr algn="ctr">
              <a:defRPr sz="900" b="1">
                <a:solidFill>
                  <a:srgbClr val="2DBD73"/>
                </a:solidFill>
                <a:latin typeface="Arial"/>
                <a:ea typeface="Arial"/>
                <a:cs typeface="Arial"/>
              </a:defRPr>
            </a:lvl5pPr>
            <a:lvl6pPr algn="ctr">
              <a:defRPr sz="900" b="1">
                <a:solidFill>
                  <a:srgbClr val="2DBD73"/>
                </a:solidFill>
                <a:latin typeface="Arial"/>
                <a:ea typeface="Arial"/>
                <a:cs typeface="Arial"/>
              </a:defRPr>
            </a:lvl6pPr>
            <a:lvl7pPr algn="ctr">
              <a:defRPr sz="900" b="1">
                <a:solidFill>
                  <a:srgbClr val="2DBD73"/>
                </a:solidFill>
                <a:latin typeface="Arial"/>
                <a:ea typeface="Arial"/>
                <a:cs typeface="Arial"/>
              </a:defRPr>
            </a:lvl7pPr>
            <a:lvl8pPr algn="ctr">
              <a:defRPr sz="900" b="1">
                <a:solidFill>
                  <a:srgbClr val="2DBD73"/>
                </a:solidFill>
                <a:latin typeface="Arial"/>
                <a:ea typeface="Arial"/>
                <a:cs typeface="Arial"/>
              </a:defRPr>
            </a:lvl8pPr>
            <a:lvl9pPr algn="ctr">
              <a:defRPr sz="900" b="1">
                <a:solidFill>
                  <a:srgbClr val="2DBD73"/>
                </a:solidFill>
                <a:latin typeface="Arial"/>
                <a:ea typeface="Arial"/>
                <a:cs typeface="Arial"/>
              </a:defRPr>
            </a:lvl9pPr>
          </a:lstStyle>
          <a:p>
            <a:pPr algn="ctr">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a:ext uri="{FF2B5EF4-FFF2-40B4-BE49-F238E27FC236}">
                <a16:creationId xmlns:a16="http://schemas.microsoft.com/office/drawing/2014/main" id="{567FA5EC-7AF7-434D-976A-BC92B33EB538}"/>
              </a:ext>
            </a:extLst>
          </p:cNvPr>
          <p:cNvSpPr>
            <a:spLocks noGrp="1"/>
          </p:cNvSpPr>
          <p:nvPr/>
        </p:nvSpPr>
        <p:spPr>
          <a:xfrm>
            <a:off x="685800" y="5962650"/>
            <a:ext cx="10820400" cy="323850"/>
          </a:xfrm>
          <a:prstGeom prst="rect">
            <a:avLst/>
          </a:prstGeom>
          <a:noFill/>
          <a:ln w="0">
            <a:noFill/>
            <a:prstDash val="solid"/>
          </a:ln>
        </p:spPr>
        <p:txBody>
          <a:bodyPr anchor="t">
            <a:normAutofit/>
          </a:bodyPr>
          <a:lstStyle>
            <a:defPPr algn="ctr">
              <a:defRPr sz="1275" b="1" i="0">
                <a:solidFill>
                  <a:srgbClr val="E84AAB"/>
                </a:solidFill>
                <a:latin typeface="Arial"/>
                <a:ea typeface="Arial"/>
                <a:cs typeface="Arial"/>
              </a:defRPr>
            </a:defPPr>
            <a:lvl1pPr algn="ctr">
              <a:defRPr sz="1275" b="1" i="0">
                <a:solidFill>
                  <a:srgbClr val="E84AAB"/>
                </a:solidFill>
                <a:latin typeface="Arial"/>
                <a:ea typeface="Arial"/>
                <a:cs typeface="Arial"/>
              </a:defRPr>
            </a:lvl1pPr>
            <a:lvl2pPr algn="ctr">
              <a:defRPr sz="1275" b="1" i="0">
                <a:solidFill>
                  <a:srgbClr val="E84AAB"/>
                </a:solidFill>
                <a:latin typeface="Arial"/>
                <a:ea typeface="Arial"/>
                <a:cs typeface="Arial"/>
              </a:defRPr>
            </a:lvl2pPr>
            <a:lvl3pPr algn="ctr">
              <a:defRPr sz="1275" b="1" i="0">
                <a:solidFill>
                  <a:srgbClr val="E84AAB"/>
                </a:solidFill>
                <a:latin typeface="Arial"/>
                <a:ea typeface="Arial"/>
                <a:cs typeface="Arial"/>
              </a:defRPr>
            </a:lvl3pPr>
            <a:lvl4pPr algn="ctr">
              <a:defRPr sz="1275" b="1" i="0">
                <a:solidFill>
                  <a:srgbClr val="E84AAB"/>
                </a:solidFill>
                <a:latin typeface="Arial"/>
                <a:ea typeface="Arial"/>
                <a:cs typeface="Arial"/>
              </a:defRPr>
            </a:lvl4pPr>
            <a:lvl5pPr algn="ctr">
              <a:defRPr sz="1275" b="1" i="0">
                <a:solidFill>
                  <a:srgbClr val="E84AAB"/>
                </a:solidFill>
                <a:latin typeface="Arial"/>
                <a:ea typeface="Arial"/>
                <a:cs typeface="Arial"/>
              </a:defRPr>
            </a:lvl5pPr>
            <a:lvl6pPr algn="ctr">
              <a:defRPr sz="1275" b="1" i="0">
                <a:solidFill>
                  <a:srgbClr val="E84AAB"/>
                </a:solidFill>
                <a:latin typeface="Arial"/>
                <a:ea typeface="Arial"/>
                <a:cs typeface="Arial"/>
              </a:defRPr>
            </a:lvl6pPr>
            <a:lvl7pPr algn="ctr">
              <a:defRPr sz="1275" b="1" i="0">
                <a:solidFill>
                  <a:srgbClr val="E84AAB"/>
                </a:solidFill>
                <a:latin typeface="Arial"/>
                <a:ea typeface="Arial"/>
                <a:cs typeface="Arial"/>
              </a:defRPr>
            </a:lvl7pPr>
            <a:lvl8pPr algn="ctr">
              <a:defRPr sz="1275" b="1" i="0">
                <a:solidFill>
                  <a:srgbClr val="E84AAB"/>
                </a:solidFill>
                <a:latin typeface="Arial"/>
                <a:ea typeface="Arial"/>
                <a:cs typeface="Arial"/>
              </a:defRPr>
            </a:lvl8pPr>
            <a:lvl9pPr algn="ctr">
              <a:defRPr sz="1275" b="1" i="0">
                <a:solidFill>
                  <a:srgbClr val="E84AAB"/>
                </a:solidFill>
                <a:latin typeface="Arial"/>
                <a:ea typeface="Arial"/>
                <a:cs typeface="Arial"/>
              </a:defRPr>
            </a:lvl9pPr>
          </a:lstStyle>
          <a:p>
            <a:pPr algn="ctr">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78A546E1-08C3-4E87-847B-132765404AB1}"/>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217ECCCD-35DF-4804-8FE2-5367FBCB2E21}"/>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E1A191F0-DBDB-47F6-9A41-5921501F65FE}"/>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a:ext uri="{FF2B5EF4-FFF2-40B4-BE49-F238E27FC236}">
                <a16:creationId xmlns:a16="http://schemas.microsoft.com/office/drawing/2014/main" id="{A184C502-7A3A-4D3F-986F-D99724F31EC5}"/>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a:ext uri="{FF2B5EF4-FFF2-40B4-BE49-F238E27FC236}">
                <a16:creationId xmlns:a16="http://schemas.microsoft.com/office/drawing/2014/main" id="{56BC1AA4-F973-4484-BDEB-8EC133BE443E}"/>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a:ext uri="{FF2B5EF4-FFF2-40B4-BE49-F238E27FC236}">
                <a16:creationId xmlns:a16="http://schemas.microsoft.com/office/drawing/2014/main" id="{7D5D9BB2-EE8E-4C37-8628-B7CBCCD02B4F}"/>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a:ext uri="{FF2B5EF4-FFF2-40B4-BE49-F238E27FC236}">
                <a16:creationId xmlns:a16="http://schemas.microsoft.com/office/drawing/2014/main" id="{DA02788A-9627-41F9-A3ED-9ED8478D2D15}"/>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a:ext uri="{FF2B5EF4-FFF2-40B4-BE49-F238E27FC236}">
                <a16:creationId xmlns:a16="http://schemas.microsoft.com/office/drawing/2014/main" id="{02D228A3-B4DF-47EF-ADC9-72CEABC1DB2F}"/>
              </a:ext>
            </a:extLst>
          </p:cNvPr>
          <p:cNvSpPr>
            <a:spLocks noGrp="1"/>
          </p:cNvSpPr>
          <p:nvPr/>
        </p:nvSpPr>
        <p:spPr>
          <a:xfrm>
            <a:off x="609600" y="1695450"/>
            <a:ext cx="400050" cy="400050"/>
          </a:xfrm>
          <a:prstGeom prst="ellipse">
            <a:avLst/>
          </a:prstGeom>
          <a:solidFill>
            <a:srgbClr val="2DBD73"/>
          </a:solidFill>
          <a:ln w="0">
            <a:noFill/>
            <a:prstDash val="solid"/>
          </a:ln>
        </p:spPr>
      </p:sp>
      <p:sp>
        <p:nvSpPr>
          <p:cNvPr id="9" name="Rectangle 8">
            <a:extLst>
              <a:ext uri="{FF2B5EF4-FFF2-40B4-BE49-F238E27FC236}">
                <a16:creationId xmlns:a16="http://schemas.microsoft.com/office/drawing/2014/main" id="{A2917911-A144-4AC3-A64D-21AFB25E5491}"/>
              </a:ext>
            </a:extLst>
          </p:cNvPr>
          <p:cNvSpPr>
            <a:spLocks noGrp="1"/>
          </p:cNvSpPr>
          <p:nvPr/>
        </p:nvSpPr>
        <p:spPr>
          <a:xfrm>
            <a:off x="609600" y="1771650"/>
            <a:ext cx="400050" cy="209550"/>
          </a:xfrm>
          <a:prstGeom prst="rect">
            <a:avLst/>
          </a:prstGeom>
          <a:noFill/>
          <a:ln w="0">
            <a:noFill/>
            <a:prstDash val="solid"/>
          </a:ln>
        </p:spPr>
        <p:txBody>
          <a:bodyPr anchor="t">
            <a:normAutofit fontScale="79487"/>
          </a:bodyPr>
          <a:lstStyle>
            <a:defPPr algn="ctr">
              <a:defRPr sz="975" b="1" i="0">
                <a:solidFill>
                  <a:srgbClr val="091A15"/>
                </a:solidFill>
                <a:latin typeface="Arial"/>
                <a:ea typeface="Arial"/>
                <a:cs typeface="Arial"/>
              </a:defRPr>
            </a:defPPr>
            <a:lvl1pPr algn="ctr">
              <a:defRPr sz="975" b="1" i="0">
                <a:solidFill>
                  <a:srgbClr val="091A15"/>
                </a:solidFill>
                <a:latin typeface="Arial"/>
                <a:ea typeface="Arial"/>
                <a:cs typeface="Arial"/>
              </a:defRPr>
            </a:lvl1pPr>
            <a:lvl2pPr algn="ctr">
              <a:defRPr sz="975" b="1" i="0">
                <a:solidFill>
                  <a:srgbClr val="091A15"/>
                </a:solidFill>
                <a:latin typeface="Arial"/>
                <a:ea typeface="Arial"/>
                <a:cs typeface="Arial"/>
              </a:defRPr>
            </a:lvl2pPr>
            <a:lvl3pPr algn="ctr">
              <a:defRPr sz="975" b="1" i="0">
                <a:solidFill>
                  <a:srgbClr val="091A15"/>
                </a:solidFill>
                <a:latin typeface="Arial"/>
                <a:ea typeface="Arial"/>
                <a:cs typeface="Arial"/>
              </a:defRPr>
            </a:lvl3pPr>
            <a:lvl4pPr algn="ctr">
              <a:defRPr sz="975" b="1" i="0">
                <a:solidFill>
                  <a:srgbClr val="091A15"/>
                </a:solidFill>
                <a:latin typeface="Arial"/>
                <a:ea typeface="Arial"/>
                <a:cs typeface="Arial"/>
              </a:defRPr>
            </a:lvl4pPr>
            <a:lvl5pPr algn="ctr">
              <a:defRPr sz="975" b="1" i="0">
                <a:solidFill>
                  <a:srgbClr val="091A15"/>
                </a:solidFill>
                <a:latin typeface="Arial"/>
                <a:ea typeface="Arial"/>
                <a:cs typeface="Arial"/>
              </a:defRPr>
            </a:lvl5pPr>
            <a:lvl6pPr algn="ctr">
              <a:defRPr sz="975" b="1" i="0">
                <a:solidFill>
                  <a:srgbClr val="091A15"/>
                </a:solidFill>
                <a:latin typeface="Arial"/>
                <a:ea typeface="Arial"/>
                <a:cs typeface="Arial"/>
              </a:defRPr>
            </a:lvl6pPr>
            <a:lvl7pPr algn="ctr">
              <a:defRPr sz="975" b="1" i="0">
                <a:solidFill>
                  <a:srgbClr val="091A15"/>
                </a:solidFill>
                <a:latin typeface="Arial"/>
                <a:ea typeface="Arial"/>
                <a:cs typeface="Arial"/>
              </a:defRPr>
            </a:lvl7pPr>
            <a:lvl8pPr algn="ctr">
              <a:defRPr sz="975" b="1" i="0">
                <a:solidFill>
                  <a:srgbClr val="091A15"/>
                </a:solidFill>
                <a:latin typeface="Arial"/>
                <a:ea typeface="Arial"/>
                <a:cs typeface="Arial"/>
              </a:defRPr>
            </a:lvl8pPr>
            <a:lvl9pPr algn="ctr">
              <a:defRPr sz="975" b="1" i="0">
                <a:solidFill>
                  <a:srgbClr val="091A15"/>
                </a:solidFill>
                <a:latin typeface="Arial"/>
                <a:ea typeface="Arial"/>
                <a:cs typeface="Arial"/>
              </a:defRPr>
            </a:lvl9pPr>
          </a:lstStyle>
          <a:p>
            <a:pPr algn="ctr">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a:ext uri="{FF2B5EF4-FFF2-40B4-BE49-F238E27FC236}">
                <a16:creationId xmlns:a16="http://schemas.microsoft.com/office/drawing/2014/main" id="{5D5B46C9-058A-46A9-B765-87725F599053}"/>
              </a:ext>
            </a:extLst>
          </p:cNvPr>
          <p:cNvSpPr>
            <a:spLocks noGrp="1"/>
          </p:cNvSpPr>
          <p:nvPr/>
        </p:nvSpPr>
        <p:spPr>
          <a:xfrm>
            <a:off x="1200150" y="1657350"/>
            <a:ext cx="2143125" cy="247650"/>
          </a:xfrm>
          <a:prstGeom prst="rect">
            <a:avLst/>
          </a:prstGeom>
          <a:noFill/>
          <a:ln w="0">
            <a:noFill/>
            <a:prstDash val="solid"/>
          </a:ln>
        </p:spPr>
        <p:txBody>
          <a:bodyPr anchor="t">
            <a:normAutofit fontScale="75926"/>
          </a:bodyPr>
          <a:lstStyle>
            <a:defPPr algn="l">
              <a:defRPr sz="1350" b="1" i="0">
                <a:solidFill>
                  <a:srgbClr val="2DBD73"/>
                </a:solidFill>
                <a:latin typeface="Arial"/>
                <a:ea typeface="Arial"/>
                <a:cs typeface="Arial"/>
              </a:defRPr>
            </a:defPPr>
            <a:lvl1pPr algn="l">
              <a:defRPr sz="1350" b="1" i="0">
                <a:solidFill>
                  <a:srgbClr val="2DBD73"/>
                </a:solidFill>
                <a:latin typeface="Arial"/>
                <a:ea typeface="Arial"/>
                <a:cs typeface="Arial"/>
              </a:defRPr>
            </a:lvl1pPr>
            <a:lvl2pPr algn="l">
              <a:defRPr sz="1350" b="1" i="0">
                <a:solidFill>
                  <a:srgbClr val="2DBD73"/>
                </a:solidFill>
                <a:latin typeface="Arial"/>
                <a:ea typeface="Arial"/>
                <a:cs typeface="Arial"/>
              </a:defRPr>
            </a:lvl2pPr>
            <a:lvl3pPr algn="l">
              <a:defRPr sz="1350" b="1" i="0">
                <a:solidFill>
                  <a:srgbClr val="2DBD73"/>
                </a:solidFill>
                <a:latin typeface="Arial"/>
                <a:ea typeface="Arial"/>
                <a:cs typeface="Arial"/>
              </a:defRPr>
            </a:lvl3pPr>
            <a:lvl4pPr algn="l">
              <a:defRPr sz="1350" b="1" i="0">
                <a:solidFill>
                  <a:srgbClr val="2DBD73"/>
                </a:solidFill>
                <a:latin typeface="Arial"/>
                <a:ea typeface="Arial"/>
                <a:cs typeface="Arial"/>
              </a:defRPr>
            </a:lvl4pPr>
            <a:lvl5pPr algn="l">
              <a:defRPr sz="1350" b="1" i="0">
                <a:solidFill>
                  <a:srgbClr val="2DBD73"/>
                </a:solidFill>
                <a:latin typeface="Arial"/>
                <a:ea typeface="Arial"/>
                <a:cs typeface="Arial"/>
              </a:defRPr>
            </a:lvl5pPr>
            <a:lvl6pPr algn="l">
              <a:defRPr sz="1350" b="1" i="0">
                <a:solidFill>
                  <a:srgbClr val="2DBD73"/>
                </a:solidFill>
                <a:latin typeface="Arial"/>
                <a:ea typeface="Arial"/>
                <a:cs typeface="Arial"/>
              </a:defRPr>
            </a:lvl6pPr>
            <a:lvl7pPr algn="l">
              <a:defRPr sz="1350" b="1" i="0">
                <a:solidFill>
                  <a:srgbClr val="2DBD73"/>
                </a:solidFill>
                <a:latin typeface="Arial"/>
                <a:ea typeface="Arial"/>
                <a:cs typeface="Arial"/>
              </a:defRPr>
            </a:lvl7pPr>
            <a:lvl8pPr algn="l">
              <a:defRPr sz="1350" b="1" i="0">
                <a:solidFill>
                  <a:srgbClr val="2DBD73"/>
                </a:solidFill>
                <a:latin typeface="Arial"/>
                <a:ea typeface="Arial"/>
                <a:cs typeface="Arial"/>
              </a:defRPr>
            </a:lvl8pPr>
            <a:lvl9pPr algn="l">
              <a:defRPr sz="1350" b="1" i="0">
                <a:solidFill>
                  <a:srgbClr val="2DBD73"/>
                </a:solidFill>
                <a:latin typeface="Arial"/>
                <a:ea typeface="Arial"/>
                <a:cs typeface="Arial"/>
              </a:defRPr>
            </a:lvl9pPr>
          </a:lstStyle>
          <a:p>
            <a:pPr algn="l">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a:ext uri="{FF2B5EF4-FFF2-40B4-BE49-F238E27FC236}">
                <a16:creationId xmlns:a16="http://schemas.microsoft.com/office/drawing/2014/main" id="{6194550E-FD7A-49D3-B963-2EC19AC3A22C}"/>
              </a:ext>
            </a:extLst>
          </p:cNvPr>
          <p:cNvSpPr>
            <a:spLocks noGrp="1"/>
          </p:cNvSpPr>
          <p:nvPr/>
        </p:nvSpPr>
        <p:spPr>
          <a:xfrm>
            <a:off x="3381375" y="1657350"/>
            <a:ext cx="7810500" cy="485775"/>
          </a:xfrm>
          <a:prstGeom prst="rect">
            <a:avLst/>
          </a:prstGeom>
          <a:noFill/>
          <a:ln w="0">
            <a:noFill/>
            <a:prstDash val="solid"/>
          </a:ln>
        </p:spPr>
        <p:txBody>
          <a:bodyPr anchor="t">
            <a:normAutofit/>
          </a:bodyPr>
          <a:lstStyle>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a:pPr algn="l">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a:ext uri="{FF2B5EF4-FFF2-40B4-BE49-F238E27FC236}">
                <a16:creationId xmlns:a16="http://schemas.microsoft.com/office/drawing/2014/main" id="{98A77B49-637E-48E0-A665-7CB368650CA3}"/>
              </a:ext>
            </a:extLst>
          </p:cNvPr>
          <p:cNvSpPr>
            <a:spLocks noGrp="1"/>
          </p:cNvSpPr>
          <p:nvPr/>
        </p:nvSpPr>
        <p:spPr>
          <a:xfrm>
            <a:off x="809625" y="2124075"/>
            <a:ext cx="0" cy="352425"/>
          </a:xfrm>
          <a:prstGeom prst="line">
            <a:avLst/>
          </a:prstGeom>
          <a:noFill/>
          <a:ln w="19050">
            <a:solidFill>
              <a:srgbClr val="29433A"/>
            </a:solidFill>
            <a:prstDash val="solid"/>
          </a:ln>
        </p:spPr>
      </p:sp>
      <p:sp>
        <p:nvSpPr>
          <p:cNvPr id="13" name="Oval 12">
            <a:extLst>
              <a:ext uri="{FF2B5EF4-FFF2-40B4-BE49-F238E27FC236}">
                <a16:creationId xmlns:a16="http://schemas.microsoft.com/office/drawing/2014/main" id="{CEF8D7AD-2CB1-4E5B-B543-55564B657EDA}"/>
              </a:ext>
            </a:extLst>
          </p:cNvPr>
          <p:cNvSpPr>
            <a:spLocks noGrp="1"/>
          </p:cNvSpPr>
          <p:nvPr/>
        </p:nvSpPr>
        <p:spPr>
          <a:xfrm>
            <a:off x="609600" y="2562225"/>
            <a:ext cx="400050" cy="400050"/>
          </a:xfrm>
          <a:prstGeom prst="ellipse">
            <a:avLst/>
          </a:prstGeom>
          <a:solidFill>
            <a:srgbClr val="E84AAB"/>
          </a:solidFill>
          <a:ln w="0">
            <a:noFill/>
            <a:prstDash val="solid"/>
          </a:ln>
        </p:spPr>
      </p:sp>
      <p:sp>
        <p:nvSpPr>
          <p:cNvPr id="14" name="Rectangle 13">
            <a:extLst>
              <a:ext uri="{FF2B5EF4-FFF2-40B4-BE49-F238E27FC236}">
                <a16:creationId xmlns:a16="http://schemas.microsoft.com/office/drawing/2014/main" id="{71116432-CD91-46AD-8D14-6B474A6A417D}"/>
              </a:ext>
            </a:extLst>
          </p:cNvPr>
          <p:cNvSpPr>
            <a:spLocks noGrp="1"/>
          </p:cNvSpPr>
          <p:nvPr/>
        </p:nvSpPr>
        <p:spPr>
          <a:xfrm>
            <a:off x="609600" y="2638425"/>
            <a:ext cx="400050" cy="209550"/>
          </a:xfrm>
          <a:prstGeom prst="rect">
            <a:avLst/>
          </a:prstGeom>
          <a:noFill/>
          <a:ln w="0">
            <a:noFill/>
            <a:prstDash val="solid"/>
          </a:ln>
        </p:spPr>
        <p:txBody>
          <a:bodyPr anchor="t">
            <a:normAutofit fontScale="79487"/>
          </a:bodyPr>
          <a:lstStyle>
            <a:defPPr algn="ctr">
              <a:defRPr sz="975" b="1" i="0">
                <a:solidFill>
                  <a:srgbClr val="091A15"/>
                </a:solidFill>
                <a:latin typeface="Arial"/>
                <a:ea typeface="Arial"/>
                <a:cs typeface="Arial"/>
              </a:defRPr>
            </a:defPPr>
            <a:lvl1pPr algn="ctr">
              <a:defRPr sz="975" b="1" i="0">
                <a:solidFill>
                  <a:srgbClr val="091A15"/>
                </a:solidFill>
                <a:latin typeface="Arial"/>
                <a:ea typeface="Arial"/>
                <a:cs typeface="Arial"/>
              </a:defRPr>
            </a:lvl1pPr>
            <a:lvl2pPr algn="ctr">
              <a:defRPr sz="975" b="1" i="0">
                <a:solidFill>
                  <a:srgbClr val="091A15"/>
                </a:solidFill>
                <a:latin typeface="Arial"/>
                <a:ea typeface="Arial"/>
                <a:cs typeface="Arial"/>
              </a:defRPr>
            </a:lvl2pPr>
            <a:lvl3pPr algn="ctr">
              <a:defRPr sz="975" b="1" i="0">
                <a:solidFill>
                  <a:srgbClr val="091A15"/>
                </a:solidFill>
                <a:latin typeface="Arial"/>
                <a:ea typeface="Arial"/>
                <a:cs typeface="Arial"/>
              </a:defRPr>
            </a:lvl3pPr>
            <a:lvl4pPr algn="ctr">
              <a:defRPr sz="975" b="1" i="0">
                <a:solidFill>
                  <a:srgbClr val="091A15"/>
                </a:solidFill>
                <a:latin typeface="Arial"/>
                <a:ea typeface="Arial"/>
                <a:cs typeface="Arial"/>
              </a:defRPr>
            </a:lvl4pPr>
            <a:lvl5pPr algn="ctr">
              <a:defRPr sz="975" b="1" i="0">
                <a:solidFill>
                  <a:srgbClr val="091A15"/>
                </a:solidFill>
                <a:latin typeface="Arial"/>
                <a:ea typeface="Arial"/>
                <a:cs typeface="Arial"/>
              </a:defRPr>
            </a:lvl5pPr>
            <a:lvl6pPr algn="ctr">
              <a:defRPr sz="975" b="1" i="0">
                <a:solidFill>
                  <a:srgbClr val="091A15"/>
                </a:solidFill>
                <a:latin typeface="Arial"/>
                <a:ea typeface="Arial"/>
                <a:cs typeface="Arial"/>
              </a:defRPr>
            </a:lvl6pPr>
            <a:lvl7pPr algn="ctr">
              <a:defRPr sz="975" b="1" i="0">
                <a:solidFill>
                  <a:srgbClr val="091A15"/>
                </a:solidFill>
                <a:latin typeface="Arial"/>
                <a:ea typeface="Arial"/>
                <a:cs typeface="Arial"/>
              </a:defRPr>
            </a:lvl7pPr>
            <a:lvl8pPr algn="ctr">
              <a:defRPr sz="975" b="1" i="0">
                <a:solidFill>
                  <a:srgbClr val="091A15"/>
                </a:solidFill>
                <a:latin typeface="Arial"/>
                <a:ea typeface="Arial"/>
                <a:cs typeface="Arial"/>
              </a:defRPr>
            </a:lvl8pPr>
            <a:lvl9pPr algn="ctr">
              <a:defRPr sz="975" b="1" i="0">
                <a:solidFill>
                  <a:srgbClr val="091A15"/>
                </a:solidFill>
                <a:latin typeface="Arial"/>
                <a:ea typeface="Arial"/>
                <a:cs typeface="Arial"/>
              </a:defRPr>
            </a:lvl9pPr>
          </a:lstStyle>
          <a:p>
            <a:pPr algn="ctr">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a:ext uri="{FF2B5EF4-FFF2-40B4-BE49-F238E27FC236}">
                <a16:creationId xmlns:a16="http://schemas.microsoft.com/office/drawing/2014/main" id="{8D65CDD9-D5EC-433D-A9C1-CF05EF7CDEA1}"/>
              </a:ext>
            </a:extLst>
          </p:cNvPr>
          <p:cNvSpPr>
            <a:spLocks noGrp="1"/>
          </p:cNvSpPr>
          <p:nvPr/>
        </p:nvSpPr>
        <p:spPr>
          <a:xfrm>
            <a:off x="1200150" y="2524125"/>
            <a:ext cx="2143125" cy="247650"/>
          </a:xfrm>
          <a:prstGeom prst="rect">
            <a:avLst/>
          </a:prstGeom>
          <a:noFill/>
          <a:ln w="0">
            <a:noFill/>
            <a:prstDash val="solid"/>
          </a:ln>
        </p:spPr>
        <p:txBody>
          <a:bodyPr anchor="t">
            <a:normAutofit fontScale="75926"/>
          </a:bodyPr>
          <a:lstStyle>
            <a:defPPr algn="l">
              <a:defRPr sz="1350" b="1" i="0">
                <a:solidFill>
                  <a:srgbClr val="E84AAB"/>
                </a:solidFill>
                <a:latin typeface="Arial"/>
                <a:ea typeface="Arial"/>
                <a:cs typeface="Arial"/>
              </a:defRPr>
            </a:defPPr>
            <a:lvl1pPr algn="l">
              <a:defRPr sz="1350" b="1" i="0">
                <a:solidFill>
                  <a:srgbClr val="E84AAB"/>
                </a:solidFill>
                <a:latin typeface="Arial"/>
                <a:ea typeface="Arial"/>
                <a:cs typeface="Arial"/>
              </a:defRPr>
            </a:lvl1pPr>
            <a:lvl2pPr algn="l">
              <a:defRPr sz="1350" b="1" i="0">
                <a:solidFill>
                  <a:srgbClr val="E84AAB"/>
                </a:solidFill>
                <a:latin typeface="Arial"/>
                <a:ea typeface="Arial"/>
                <a:cs typeface="Arial"/>
              </a:defRPr>
            </a:lvl2pPr>
            <a:lvl3pPr algn="l">
              <a:defRPr sz="1350" b="1" i="0">
                <a:solidFill>
                  <a:srgbClr val="E84AAB"/>
                </a:solidFill>
                <a:latin typeface="Arial"/>
                <a:ea typeface="Arial"/>
                <a:cs typeface="Arial"/>
              </a:defRPr>
            </a:lvl3pPr>
            <a:lvl4pPr algn="l">
              <a:defRPr sz="1350" b="1" i="0">
                <a:solidFill>
                  <a:srgbClr val="E84AAB"/>
                </a:solidFill>
                <a:latin typeface="Arial"/>
                <a:ea typeface="Arial"/>
                <a:cs typeface="Arial"/>
              </a:defRPr>
            </a:lvl4pPr>
            <a:lvl5pPr algn="l">
              <a:defRPr sz="1350" b="1" i="0">
                <a:solidFill>
                  <a:srgbClr val="E84AAB"/>
                </a:solidFill>
                <a:latin typeface="Arial"/>
                <a:ea typeface="Arial"/>
                <a:cs typeface="Arial"/>
              </a:defRPr>
            </a:lvl5pPr>
            <a:lvl6pPr algn="l">
              <a:defRPr sz="1350" b="1" i="0">
                <a:solidFill>
                  <a:srgbClr val="E84AAB"/>
                </a:solidFill>
                <a:latin typeface="Arial"/>
                <a:ea typeface="Arial"/>
                <a:cs typeface="Arial"/>
              </a:defRPr>
            </a:lvl6pPr>
            <a:lvl7pPr algn="l">
              <a:defRPr sz="1350" b="1" i="0">
                <a:solidFill>
                  <a:srgbClr val="E84AAB"/>
                </a:solidFill>
                <a:latin typeface="Arial"/>
                <a:ea typeface="Arial"/>
                <a:cs typeface="Arial"/>
              </a:defRPr>
            </a:lvl7pPr>
            <a:lvl8pPr algn="l">
              <a:defRPr sz="1350" b="1" i="0">
                <a:solidFill>
                  <a:srgbClr val="E84AAB"/>
                </a:solidFill>
                <a:latin typeface="Arial"/>
                <a:ea typeface="Arial"/>
                <a:cs typeface="Arial"/>
              </a:defRPr>
            </a:lvl8pPr>
            <a:lvl9pPr algn="l">
              <a:defRPr sz="1350" b="1" i="0">
                <a:solidFill>
                  <a:srgbClr val="E84AAB"/>
                </a:solidFill>
                <a:latin typeface="Arial"/>
                <a:ea typeface="Arial"/>
                <a:cs typeface="Arial"/>
              </a:defRPr>
            </a:lvl9pPr>
          </a:lstStyle>
          <a:p>
            <a:pPr algn="l">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a:ext uri="{FF2B5EF4-FFF2-40B4-BE49-F238E27FC236}">
                <a16:creationId xmlns:a16="http://schemas.microsoft.com/office/drawing/2014/main" id="{DF1304C0-5078-4117-AA89-DCA90441169E}"/>
              </a:ext>
            </a:extLst>
          </p:cNvPr>
          <p:cNvSpPr>
            <a:spLocks noGrp="1"/>
          </p:cNvSpPr>
          <p:nvPr/>
        </p:nvSpPr>
        <p:spPr>
          <a:xfrm>
            <a:off x="3381375" y="2524125"/>
            <a:ext cx="7810500" cy="485775"/>
          </a:xfrm>
          <a:prstGeom prst="rect">
            <a:avLst/>
          </a:prstGeom>
          <a:noFill/>
          <a:ln w="0">
            <a:noFill/>
            <a:prstDash val="solid"/>
          </a:ln>
        </p:spPr>
        <p:txBody>
          <a:bodyPr anchor="t">
            <a:normAutofit/>
          </a:bodyPr>
          <a:lstStyle>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a:pPr algn="l">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a:ext uri="{FF2B5EF4-FFF2-40B4-BE49-F238E27FC236}">
                <a16:creationId xmlns:a16="http://schemas.microsoft.com/office/drawing/2014/main" id="{C7876069-BD36-4AB6-A624-E1B8916EA9F9}"/>
              </a:ext>
            </a:extLst>
          </p:cNvPr>
          <p:cNvSpPr>
            <a:spLocks noGrp="1"/>
          </p:cNvSpPr>
          <p:nvPr/>
        </p:nvSpPr>
        <p:spPr>
          <a:xfrm>
            <a:off x="809625" y="2990850"/>
            <a:ext cx="0" cy="352425"/>
          </a:xfrm>
          <a:prstGeom prst="line">
            <a:avLst/>
          </a:prstGeom>
          <a:noFill/>
          <a:ln w="19050">
            <a:solidFill>
              <a:srgbClr val="29433A"/>
            </a:solidFill>
            <a:prstDash val="solid"/>
          </a:ln>
        </p:spPr>
      </p:sp>
      <p:sp>
        <p:nvSpPr>
          <p:cNvPr id="18" name="Oval 17">
            <a:extLst>
              <a:ext uri="{FF2B5EF4-FFF2-40B4-BE49-F238E27FC236}">
                <a16:creationId xmlns:a16="http://schemas.microsoft.com/office/drawing/2014/main" id="{5CB584A0-FB80-4C0C-9E96-566C0517B03C}"/>
              </a:ext>
            </a:extLst>
          </p:cNvPr>
          <p:cNvSpPr>
            <a:spLocks noGrp="1"/>
          </p:cNvSpPr>
          <p:nvPr/>
        </p:nvSpPr>
        <p:spPr>
          <a:xfrm>
            <a:off x="609600" y="3429000"/>
            <a:ext cx="400050" cy="400050"/>
          </a:xfrm>
          <a:prstGeom prst="ellipse">
            <a:avLst/>
          </a:prstGeom>
          <a:solidFill>
            <a:srgbClr val="3FC6D6"/>
          </a:solidFill>
          <a:ln w="0">
            <a:noFill/>
            <a:prstDash val="solid"/>
          </a:ln>
        </p:spPr>
      </p:sp>
      <p:sp>
        <p:nvSpPr>
          <p:cNvPr id="19" name="Rectangle 18">
            <a:extLst>
              <a:ext uri="{FF2B5EF4-FFF2-40B4-BE49-F238E27FC236}">
                <a16:creationId xmlns:a16="http://schemas.microsoft.com/office/drawing/2014/main" id="{AB148AB8-E62F-4F91-BB56-81A0F107BCF8}"/>
              </a:ext>
            </a:extLst>
          </p:cNvPr>
          <p:cNvSpPr>
            <a:spLocks noGrp="1"/>
          </p:cNvSpPr>
          <p:nvPr/>
        </p:nvSpPr>
        <p:spPr>
          <a:xfrm>
            <a:off x="609600" y="3505200"/>
            <a:ext cx="400050" cy="209550"/>
          </a:xfrm>
          <a:prstGeom prst="rect">
            <a:avLst/>
          </a:prstGeom>
          <a:noFill/>
          <a:ln w="0">
            <a:noFill/>
            <a:prstDash val="solid"/>
          </a:ln>
        </p:spPr>
        <p:txBody>
          <a:bodyPr anchor="t">
            <a:normAutofit fontScale="79487"/>
          </a:bodyPr>
          <a:lstStyle>
            <a:defPPr algn="ctr">
              <a:defRPr sz="975" b="1" i="0">
                <a:solidFill>
                  <a:srgbClr val="091A15"/>
                </a:solidFill>
                <a:latin typeface="Arial"/>
                <a:ea typeface="Arial"/>
                <a:cs typeface="Arial"/>
              </a:defRPr>
            </a:defPPr>
            <a:lvl1pPr algn="ctr">
              <a:defRPr sz="975" b="1" i="0">
                <a:solidFill>
                  <a:srgbClr val="091A15"/>
                </a:solidFill>
                <a:latin typeface="Arial"/>
                <a:ea typeface="Arial"/>
                <a:cs typeface="Arial"/>
              </a:defRPr>
            </a:lvl1pPr>
            <a:lvl2pPr algn="ctr">
              <a:defRPr sz="975" b="1" i="0">
                <a:solidFill>
                  <a:srgbClr val="091A15"/>
                </a:solidFill>
                <a:latin typeface="Arial"/>
                <a:ea typeface="Arial"/>
                <a:cs typeface="Arial"/>
              </a:defRPr>
            </a:lvl2pPr>
            <a:lvl3pPr algn="ctr">
              <a:defRPr sz="975" b="1" i="0">
                <a:solidFill>
                  <a:srgbClr val="091A15"/>
                </a:solidFill>
                <a:latin typeface="Arial"/>
                <a:ea typeface="Arial"/>
                <a:cs typeface="Arial"/>
              </a:defRPr>
            </a:lvl3pPr>
            <a:lvl4pPr algn="ctr">
              <a:defRPr sz="975" b="1" i="0">
                <a:solidFill>
                  <a:srgbClr val="091A15"/>
                </a:solidFill>
                <a:latin typeface="Arial"/>
                <a:ea typeface="Arial"/>
                <a:cs typeface="Arial"/>
              </a:defRPr>
            </a:lvl4pPr>
            <a:lvl5pPr algn="ctr">
              <a:defRPr sz="975" b="1" i="0">
                <a:solidFill>
                  <a:srgbClr val="091A15"/>
                </a:solidFill>
                <a:latin typeface="Arial"/>
                <a:ea typeface="Arial"/>
                <a:cs typeface="Arial"/>
              </a:defRPr>
            </a:lvl5pPr>
            <a:lvl6pPr algn="ctr">
              <a:defRPr sz="975" b="1" i="0">
                <a:solidFill>
                  <a:srgbClr val="091A15"/>
                </a:solidFill>
                <a:latin typeface="Arial"/>
                <a:ea typeface="Arial"/>
                <a:cs typeface="Arial"/>
              </a:defRPr>
            </a:lvl6pPr>
            <a:lvl7pPr algn="ctr">
              <a:defRPr sz="975" b="1" i="0">
                <a:solidFill>
                  <a:srgbClr val="091A15"/>
                </a:solidFill>
                <a:latin typeface="Arial"/>
                <a:ea typeface="Arial"/>
                <a:cs typeface="Arial"/>
              </a:defRPr>
            </a:lvl7pPr>
            <a:lvl8pPr algn="ctr">
              <a:defRPr sz="975" b="1" i="0">
                <a:solidFill>
                  <a:srgbClr val="091A15"/>
                </a:solidFill>
                <a:latin typeface="Arial"/>
                <a:ea typeface="Arial"/>
                <a:cs typeface="Arial"/>
              </a:defRPr>
            </a:lvl8pPr>
            <a:lvl9pPr algn="ctr">
              <a:defRPr sz="975" b="1" i="0">
                <a:solidFill>
                  <a:srgbClr val="091A15"/>
                </a:solidFill>
                <a:latin typeface="Arial"/>
                <a:ea typeface="Arial"/>
                <a:cs typeface="Arial"/>
              </a:defRPr>
            </a:lvl9pPr>
          </a:lstStyle>
          <a:p>
            <a:pPr algn="ctr">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a:ext uri="{FF2B5EF4-FFF2-40B4-BE49-F238E27FC236}">
                <a16:creationId xmlns:a16="http://schemas.microsoft.com/office/drawing/2014/main" id="{61844EBB-AB2A-46C7-B434-AFF3F2A3BA8A}"/>
              </a:ext>
            </a:extLst>
          </p:cNvPr>
          <p:cNvSpPr>
            <a:spLocks noGrp="1"/>
          </p:cNvSpPr>
          <p:nvPr/>
        </p:nvSpPr>
        <p:spPr>
          <a:xfrm>
            <a:off x="1200150" y="3390900"/>
            <a:ext cx="2143125" cy="247650"/>
          </a:xfrm>
          <a:prstGeom prst="rect">
            <a:avLst/>
          </a:prstGeom>
          <a:noFill/>
          <a:ln w="0">
            <a:noFill/>
            <a:prstDash val="solid"/>
          </a:ln>
        </p:spPr>
        <p:txBody>
          <a:bodyPr anchor="t">
            <a:normAutofit fontScale="75926"/>
          </a:bodyPr>
          <a:lstStyle>
            <a:defPPr algn="l">
              <a:defRPr sz="1350" b="1" i="0">
                <a:solidFill>
                  <a:srgbClr val="3FC6D6"/>
                </a:solidFill>
                <a:latin typeface="Arial"/>
                <a:ea typeface="Arial"/>
                <a:cs typeface="Arial"/>
              </a:defRPr>
            </a:defPPr>
            <a:lvl1pPr algn="l">
              <a:defRPr sz="1350" b="1" i="0">
                <a:solidFill>
                  <a:srgbClr val="3FC6D6"/>
                </a:solidFill>
                <a:latin typeface="Arial"/>
                <a:ea typeface="Arial"/>
                <a:cs typeface="Arial"/>
              </a:defRPr>
            </a:lvl1pPr>
            <a:lvl2pPr algn="l">
              <a:defRPr sz="1350" b="1" i="0">
                <a:solidFill>
                  <a:srgbClr val="3FC6D6"/>
                </a:solidFill>
                <a:latin typeface="Arial"/>
                <a:ea typeface="Arial"/>
                <a:cs typeface="Arial"/>
              </a:defRPr>
            </a:lvl2pPr>
            <a:lvl3pPr algn="l">
              <a:defRPr sz="1350" b="1" i="0">
                <a:solidFill>
                  <a:srgbClr val="3FC6D6"/>
                </a:solidFill>
                <a:latin typeface="Arial"/>
                <a:ea typeface="Arial"/>
                <a:cs typeface="Arial"/>
              </a:defRPr>
            </a:lvl3pPr>
            <a:lvl4pPr algn="l">
              <a:defRPr sz="1350" b="1" i="0">
                <a:solidFill>
                  <a:srgbClr val="3FC6D6"/>
                </a:solidFill>
                <a:latin typeface="Arial"/>
                <a:ea typeface="Arial"/>
                <a:cs typeface="Arial"/>
              </a:defRPr>
            </a:lvl4pPr>
            <a:lvl5pPr algn="l">
              <a:defRPr sz="1350" b="1" i="0">
                <a:solidFill>
                  <a:srgbClr val="3FC6D6"/>
                </a:solidFill>
                <a:latin typeface="Arial"/>
                <a:ea typeface="Arial"/>
                <a:cs typeface="Arial"/>
              </a:defRPr>
            </a:lvl5pPr>
            <a:lvl6pPr algn="l">
              <a:defRPr sz="1350" b="1" i="0">
                <a:solidFill>
                  <a:srgbClr val="3FC6D6"/>
                </a:solidFill>
                <a:latin typeface="Arial"/>
                <a:ea typeface="Arial"/>
                <a:cs typeface="Arial"/>
              </a:defRPr>
            </a:lvl6pPr>
            <a:lvl7pPr algn="l">
              <a:defRPr sz="1350" b="1" i="0">
                <a:solidFill>
                  <a:srgbClr val="3FC6D6"/>
                </a:solidFill>
                <a:latin typeface="Arial"/>
                <a:ea typeface="Arial"/>
                <a:cs typeface="Arial"/>
              </a:defRPr>
            </a:lvl7pPr>
            <a:lvl8pPr algn="l">
              <a:defRPr sz="1350" b="1" i="0">
                <a:solidFill>
                  <a:srgbClr val="3FC6D6"/>
                </a:solidFill>
                <a:latin typeface="Arial"/>
                <a:ea typeface="Arial"/>
                <a:cs typeface="Arial"/>
              </a:defRPr>
            </a:lvl8pPr>
            <a:lvl9pPr algn="l">
              <a:defRPr sz="1350" b="1" i="0">
                <a:solidFill>
                  <a:srgbClr val="3FC6D6"/>
                </a:solidFill>
                <a:latin typeface="Arial"/>
                <a:ea typeface="Arial"/>
                <a:cs typeface="Arial"/>
              </a:defRPr>
            </a:lvl9pPr>
          </a:lstStyle>
          <a:p>
            <a:pPr algn="l">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a:ext uri="{FF2B5EF4-FFF2-40B4-BE49-F238E27FC236}">
                <a16:creationId xmlns:a16="http://schemas.microsoft.com/office/drawing/2014/main" id="{DC26590B-ABCF-422C-BAEB-FF5D9963D6C1}"/>
              </a:ext>
            </a:extLst>
          </p:cNvPr>
          <p:cNvSpPr>
            <a:spLocks noGrp="1"/>
          </p:cNvSpPr>
          <p:nvPr/>
        </p:nvSpPr>
        <p:spPr>
          <a:xfrm>
            <a:off x="3381375" y="3390900"/>
            <a:ext cx="7810500" cy="485775"/>
          </a:xfrm>
          <a:prstGeom prst="rect">
            <a:avLst/>
          </a:prstGeom>
          <a:noFill/>
          <a:ln w="0">
            <a:noFill/>
            <a:prstDash val="solid"/>
          </a:ln>
        </p:spPr>
        <p:txBody>
          <a:bodyPr anchor="t">
            <a:normAutofit/>
          </a:bodyPr>
          <a:lstStyle>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a:pPr algn="l">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a:ext uri="{FF2B5EF4-FFF2-40B4-BE49-F238E27FC236}">
                <a16:creationId xmlns:a16="http://schemas.microsoft.com/office/drawing/2014/main" id="{A5972ED8-41DA-40C9-8CC2-0E5C081B083D}"/>
              </a:ext>
            </a:extLst>
          </p:cNvPr>
          <p:cNvSpPr>
            <a:spLocks noGrp="1"/>
          </p:cNvSpPr>
          <p:nvPr/>
        </p:nvSpPr>
        <p:spPr>
          <a:xfrm>
            <a:off x="809625" y="3857625"/>
            <a:ext cx="0" cy="352425"/>
          </a:xfrm>
          <a:prstGeom prst="line">
            <a:avLst/>
          </a:prstGeom>
          <a:noFill/>
          <a:ln w="19050">
            <a:solidFill>
              <a:srgbClr val="29433A"/>
            </a:solidFill>
            <a:prstDash val="solid"/>
          </a:ln>
        </p:spPr>
      </p:sp>
      <p:sp>
        <p:nvSpPr>
          <p:cNvPr id="23" name="Oval 22">
            <a:extLst>
              <a:ext uri="{FF2B5EF4-FFF2-40B4-BE49-F238E27FC236}">
                <a16:creationId xmlns:a16="http://schemas.microsoft.com/office/drawing/2014/main" id="{15BAA6D1-6A4C-4BE0-895E-BE29BF5563B2}"/>
              </a:ext>
            </a:extLst>
          </p:cNvPr>
          <p:cNvSpPr>
            <a:spLocks noGrp="1"/>
          </p:cNvSpPr>
          <p:nvPr/>
        </p:nvSpPr>
        <p:spPr>
          <a:xfrm>
            <a:off x="609600" y="4295775"/>
            <a:ext cx="400050" cy="400050"/>
          </a:xfrm>
          <a:prstGeom prst="ellipse">
            <a:avLst/>
          </a:prstGeom>
          <a:solidFill>
            <a:srgbClr val="4E9BEC"/>
          </a:solidFill>
          <a:ln w="0">
            <a:noFill/>
            <a:prstDash val="solid"/>
          </a:ln>
        </p:spPr>
      </p:sp>
      <p:sp>
        <p:nvSpPr>
          <p:cNvPr id="24" name="Rectangle 23">
            <a:extLst>
              <a:ext uri="{FF2B5EF4-FFF2-40B4-BE49-F238E27FC236}">
                <a16:creationId xmlns:a16="http://schemas.microsoft.com/office/drawing/2014/main" id="{311CFBDD-C26D-41DE-A137-32A6BCF7D649}"/>
              </a:ext>
            </a:extLst>
          </p:cNvPr>
          <p:cNvSpPr>
            <a:spLocks noGrp="1"/>
          </p:cNvSpPr>
          <p:nvPr/>
        </p:nvSpPr>
        <p:spPr>
          <a:xfrm>
            <a:off x="609600" y="4371975"/>
            <a:ext cx="400050" cy="209550"/>
          </a:xfrm>
          <a:prstGeom prst="rect">
            <a:avLst/>
          </a:prstGeom>
          <a:noFill/>
          <a:ln w="0">
            <a:noFill/>
            <a:prstDash val="solid"/>
          </a:ln>
        </p:spPr>
        <p:txBody>
          <a:bodyPr anchor="t">
            <a:normAutofit fontScale="79487"/>
          </a:bodyPr>
          <a:lstStyle>
            <a:defPPr algn="ctr">
              <a:defRPr sz="975" b="1" i="0">
                <a:solidFill>
                  <a:srgbClr val="091A15"/>
                </a:solidFill>
                <a:latin typeface="Arial"/>
                <a:ea typeface="Arial"/>
                <a:cs typeface="Arial"/>
              </a:defRPr>
            </a:defPPr>
            <a:lvl1pPr algn="ctr">
              <a:defRPr sz="975" b="1" i="0">
                <a:solidFill>
                  <a:srgbClr val="091A15"/>
                </a:solidFill>
                <a:latin typeface="Arial"/>
                <a:ea typeface="Arial"/>
                <a:cs typeface="Arial"/>
              </a:defRPr>
            </a:lvl1pPr>
            <a:lvl2pPr algn="ctr">
              <a:defRPr sz="975" b="1" i="0">
                <a:solidFill>
                  <a:srgbClr val="091A15"/>
                </a:solidFill>
                <a:latin typeface="Arial"/>
                <a:ea typeface="Arial"/>
                <a:cs typeface="Arial"/>
              </a:defRPr>
            </a:lvl2pPr>
            <a:lvl3pPr algn="ctr">
              <a:defRPr sz="975" b="1" i="0">
                <a:solidFill>
                  <a:srgbClr val="091A15"/>
                </a:solidFill>
                <a:latin typeface="Arial"/>
                <a:ea typeface="Arial"/>
                <a:cs typeface="Arial"/>
              </a:defRPr>
            </a:lvl3pPr>
            <a:lvl4pPr algn="ctr">
              <a:defRPr sz="975" b="1" i="0">
                <a:solidFill>
                  <a:srgbClr val="091A15"/>
                </a:solidFill>
                <a:latin typeface="Arial"/>
                <a:ea typeface="Arial"/>
                <a:cs typeface="Arial"/>
              </a:defRPr>
            </a:lvl4pPr>
            <a:lvl5pPr algn="ctr">
              <a:defRPr sz="975" b="1" i="0">
                <a:solidFill>
                  <a:srgbClr val="091A15"/>
                </a:solidFill>
                <a:latin typeface="Arial"/>
                <a:ea typeface="Arial"/>
                <a:cs typeface="Arial"/>
              </a:defRPr>
            </a:lvl5pPr>
            <a:lvl6pPr algn="ctr">
              <a:defRPr sz="975" b="1" i="0">
                <a:solidFill>
                  <a:srgbClr val="091A15"/>
                </a:solidFill>
                <a:latin typeface="Arial"/>
                <a:ea typeface="Arial"/>
                <a:cs typeface="Arial"/>
              </a:defRPr>
            </a:lvl6pPr>
            <a:lvl7pPr algn="ctr">
              <a:defRPr sz="975" b="1" i="0">
                <a:solidFill>
                  <a:srgbClr val="091A15"/>
                </a:solidFill>
                <a:latin typeface="Arial"/>
                <a:ea typeface="Arial"/>
                <a:cs typeface="Arial"/>
              </a:defRPr>
            </a:lvl7pPr>
            <a:lvl8pPr algn="ctr">
              <a:defRPr sz="975" b="1" i="0">
                <a:solidFill>
                  <a:srgbClr val="091A15"/>
                </a:solidFill>
                <a:latin typeface="Arial"/>
                <a:ea typeface="Arial"/>
                <a:cs typeface="Arial"/>
              </a:defRPr>
            </a:lvl8pPr>
            <a:lvl9pPr algn="ctr">
              <a:defRPr sz="975" b="1" i="0">
                <a:solidFill>
                  <a:srgbClr val="091A15"/>
                </a:solidFill>
                <a:latin typeface="Arial"/>
                <a:ea typeface="Arial"/>
                <a:cs typeface="Arial"/>
              </a:defRPr>
            </a:lvl9pPr>
          </a:lstStyle>
          <a:p>
            <a:pPr algn="ctr">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a:ext uri="{FF2B5EF4-FFF2-40B4-BE49-F238E27FC236}">
                <a16:creationId xmlns:a16="http://schemas.microsoft.com/office/drawing/2014/main" id="{783F2948-A04F-4328-BB4F-833D4D6F08C7}"/>
              </a:ext>
            </a:extLst>
          </p:cNvPr>
          <p:cNvSpPr>
            <a:spLocks noGrp="1"/>
          </p:cNvSpPr>
          <p:nvPr/>
        </p:nvSpPr>
        <p:spPr>
          <a:xfrm>
            <a:off x="1200150" y="4257675"/>
            <a:ext cx="2143125" cy="247650"/>
          </a:xfrm>
          <a:prstGeom prst="rect">
            <a:avLst/>
          </a:prstGeom>
          <a:noFill/>
          <a:ln w="0">
            <a:noFill/>
            <a:prstDash val="solid"/>
          </a:ln>
        </p:spPr>
        <p:txBody>
          <a:bodyPr anchor="t">
            <a:normAutofit fontScale="75926"/>
          </a:bodyPr>
          <a:lstStyle>
            <a:defPPr algn="l">
              <a:defRPr sz="1350" b="1" i="0">
                <a:solidFill>
                  <a:srgbClr val="4E9BEC"/>
                </a:solidFill>
                <a:latin typeface="Arial"/>
                <a:ea typeface="Arial"/>
                <a:cs typeface="Arial"/>
              </a:defRPr>
            </a:defPPr>
            <a:lvl1pPr algn="l">
              <a:defRPr sz="1350" b="1" i="0">
                <a:solidFill>
                  <a:srgbClr val="4E9BEC"/>
                </a:solidFill>
                <a:latin typeface="Arial"/>
                <a:ea typeface="Arial"/>
                <a:cs typeface="Arial"/>
              </a:defRPr>
            </a:lvl1pPr>
            <a:lvl2pPr algn="l">
              <a:defRPr sz="1350" b="1" i="0">
                <a:solidFill>
                  <a:srgbClr val="4E9BEC"/>
                </a:solidFill>
                <a:latin typeface="Arial"/>
                <a:ea typeface="Arial"/>
                <a:cs typeface="Arial"/>
              </a:defRPr>
            </a:lvl2pPr>
            <a:lvl3pPr algn="l">
              <a:defRPr sz="1350" b="1" i="0">
                <a:solidFill>
                  <a:srgbClr val="4E9BEC"/>
                </a:solidFill>
                <a:latin typeface="Arial"/>
                <a:ea typeface="Arial"/>
                <a:cs typeface="Arial"/>
              </a:defRPr>
            </a:lvl3pPr>
            <a:lvl4pPr algn="l">
              <a:defRPr sz="1350" b="1" i="0">
                <a:solidFill>
                  <a:srgbClr val="4E9BEC"/>
                </a:solidFill>
                <a:latin typeface="Arial"/>
                <a:ea typeface="Arial"/>
                <a:cs typeface="Arial"/>
              </a:defRPr>
            </a:lvl4pPr>
            <a:lvl5pPr algn="l">
              <a:defRPr sz="1350" b="1" i="0">
                <a:solidFill>
                  <a:srgbClr val="4E9BEC"/>
                </a:solidFill>
                <a:latin typeface="Arial"/>
                <a:ea typeface="Arial"/>
                <a:cs typeface="Arial"/>
              </a:defRPr>
            </a:lvl5pPr>
            <a:lvl6pPr algn="l">
              <a:defRPr sz="1350" b="1" i="0">
                <a:solidFill>
                  <a:srgbClr val="4E9BEC"/>
                </a:solidFill>
                <a:latin typeface="Arial"/>
                <a:ea typeface="Arial"/>
                <a:cs typeface="Arial"/>
              </a:defRPr>
            </a:lvl6pPr>
            <a:lvl7pPr algn="l">
              <a:defRPr sz="1350" b="1" i="0">
                <a:solidFill>
                  <a:srgbClr val="4E9BEC"/>
                </a:solidFill>
                <a:latin typeface="Arial"/>
                <a:ea typeface="Arial"/>
                <a:cs typeface="Arial"/>
              </a:defRPr>
            </a:lvl7pPr>
            <a:lvl8pPr algn="l">
              <a:defRPr sz="1350" b="1" i="0">
                <a:solidFill>
                  <a:srgbClr val="4E9BEC"/>
                </a:solidFill>
                <a:latin typeface="Arial"/>
                <a:ea typeface="Arial"/>
                <a:cs typeface="Arial"/>
              </a:defRPr>
            </a:lvl8pPr>
            <a:lvl9pPr algn="l">
              <a:defRPr sz="1350" b="1" i="0">
                <a:solidFill>
                  <a:srgbClr val="4E9BEC"/>
                </a:solidFill>
                <a:latin typeface="Arial"/>
                <a:ea typeface="Arial"/>
                <a:cs typeface="Arial"/>
              </a:defRPr>
            </a:lvl9pPr>
          </a:lstStyle>
          <a:p>
            <a:pPr algn="l">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a:ext uri="{FF2B5EF4-FFF2-40B4-BE49-F238E27FC236}">
                <a16:creationId xmlns:a16="http://schemas.microsoft.com/office/drawing/2014/main" id="{08242880-F0A0-4718-85B0-9C2CDE324664}"/>
              </a:ext>
            </a:extLst>
          </p:cNvPr>
          <p:cNvSpPr>
            <a:spLocks noGrp="1"/>
          </p:cNvSpPr>
          <p:nvPr/>
        </p:nvSpPr>
        <p:spPr>
          <a:xfrm>
            <a:off x="3381375" y="4257675"/>
            <a:ext cx="7810500" cy="485775"/>
          </a:xfrm>
          <a:prstGeom prst="rect">
            <a:avLst/>
          </a:prstGeom>
          <a:noFill/>
          <a:ln w="0">
            <a:noFill/>
            <a:prstDash val="solid"/>
          </a:ln>
        </p:spPr>
        <p:txBody>
          <a:bodyPr anchor="t">
            <a:normAutofit/>
          </a:bodyPr>
          <a:lstStyle>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a:pPr algn="l">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a:ext uri="{FF2B5EF4-FFF2-40B4-BE49-F238E27FC236}">
                <a16:creationId xmlns:a16="http://schemas.microsoft.com/office/drawing/2014/main" id="{2E692EDE-2F10-4747-BD06-73386DF40528}"/>
              </a:ext>
            </a:extLst>
          </p:cNvPr>
          <p:cNvSpPr>
            <a:spLocks noGrp="1"/>
          </p:cNvSpPr>
          <p:nvPr/>
        </p:nvSpPr>
        <p:spPr>
          <a:xfrm>
            <a:off x="600075" y="5267325"/>
            <a:ext cx="5219700" cy="876300"/>
          </a:xfrm>
          <a:prstGeom prst="roundRect">
            <a:avLst>
              <a:gd name="adj" fmla="val 13043"/>
            </a:avLst>
          </a:prstGeom>
          <a:solidFill>
            <a:srgbClr val="102720"/>
          </a:solidFill>
          <a:ln w="9525">
            <a:solidFill>
              <a:srgbClr val="2DBD73"/>
            </a:solidFill>
            <a:prstDash val="solid"/>
          </a:ln>
        </p:spPr>
      </p:sp>
      <p:sp>
        <p:nvSpPr>
          <p:cNvPr id="28" name="Rectangle 27">
            <a:extLst>
              <a:ext uri="{FF2B5EF4-FFF2-40B4-BE49-F238E27FC236}">
                <a16:creationId xmlns:a16="http://schemas.microsoft.com/office/drawing/2014/main" id="{AAC7690E-7D8C-4A28-8633-6B9A2535CB01}"/>
              </a:ext>
            </a:extLst>
          </p:cNvPr>
          <p:cNvSpPr>
            <a:spLocks noGrp="1"/>
          </p:cNvSpPr>
          <p:nvPr/>
        </p:nvSpPr>
        <p:spPr>
          <a:xfrm>
            <a:off x="809625" y="5429250"/>
            <a:ext cx="1714500" cy="209550"/>
          </a:xfrm>
          <a:prstGeom prst="rect">
            <a:avLst/>
          </a:prstGeom>
          <a:noFill/>
          <a:ln w="0">
            <a:noFill/>
            <a:prstDash val="solid"/>
          </a:ln>
        </p:spPr>
        <p:txBody>
          <a:bodyPr anchor="t">
            <a:normAutofit fontScale="86111"/>
          </a:bodyPr>
          <a:lstStyle>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a:pPr algn="l">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a:ext uri="{FF2B5EF4-FFF2-40B4-BE49-F238E27FC236}">
                <a16:creationId xmlns:a16="http://schemas.microsoft.com/office/drawing/2014/main" id="{21A42C3C-0484-4B13-A109-CE6AA5B2CCD1}"/>
              </a:ext>
            </a:extLst>
          </p:cNvPr>
          <p:cNvSpPr>
            <a:spLocks noGrp="1"/>
          </p:cNvSpPr>
          <p:nvPr/>
        </p:nvSpPr>
        <p:spPr>
          <a:xfrm>
            <a:off x="809625" y="5715000"/>
            <a:ext cx="4762500" cy="323850"/>
          </a:xfrm>
          <a:prstGeom prst="rect">
            <a:avLst/>
          </a:prstGeom>
          <a:noFill/>
          <a:ln w="0">
            <a:noFill/>
            <a:prstDash val="solid"/>
          </a:ln>
        </p:spPr>
        <p:txBody>
          <a:bodyPr anchor="t">
            <a:normAutofit fontScale="79622"/>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a:ext uri="{FF2B5EF4-FFF2-40B4-BE49-F238E27FC236}">
                <a16:creationId xmlns:a16="http://schemas.microsoft.com/office/drawing/2014/main" id="{9A0A61E0-69C7-4C1B-BEEB-36750C2911F1}"/>
              </a:ext>
            </a:extLst>
          </p:cNvPr>
          <p:cNvSpPr>
            <a:spLocks noGrp="1"/>
          </p:cNvSpPr>
          <p:nvPr/>
        </p:nvSpPr>
        <p:spPr>
          <a:xfrm>
            <a:off x="6038850" y="5267325"/>
            <a:ext cx="5505450" cy="876300"/>
          </a:xfrm>
          <a:prstGeom prst="roundRect">
            <a:avLst>
              <a:gd name="adj" fmla="val 13043"/>
            </a:avLst>
          </a:prstGeom>
          <a:solidFill>
            <a:srgbClr val="102720"/>
          </a:solidFill>
          <a:ln w="9525">
            <a:solidFill>
              <a:srgbClr val="E46760"/>
            </a:solidFill>
            <a:prstDash val="solid"/>
          </a:ln>
        </p:spPr>
      </p:sp>
      <p:sp>
        <p:nvSpPr>
          <p:cNvPr id="31" name="Rectangle 30">
            <a:extLst>
              <a:ext uri="{FF2B5EF4-FFF2-40B4-BE49-F238E27FC236}">
                <a16:creationId xmlns:a16="http://schemas.microsoft.com/office/drawing/2014/main" id="{DF570796-D204-40AF-B03C-44F0E43523C0}"/>
              </a:ext>
            </a:extLst>
          </p:cNvPr>
          <p:cNvSpPr>
            <a:spLocks noGrp="1"/>
          </p:cNvSpPr>
          <p:nvPr/>
        </p:nvSpPr>
        <p:spPr>
          <a:xfrm>
            <a:off x="6248400" y="5429250"/>
            <a:ext cx="1809750" cy="209550"/>
          </a:xfrm>
          <a:prstGeom prst="rect">
            <a:avLst/>
          </a:prstGeom>
          <a:noFill/>
          <a:ln w="0">
            <a:noFill/>
            <a:prstDash val="solid"/>
          </a:ln>
        </p:spPr>
        <p:txBody>
          <a:bodyPr anchor="t">
            <a:normAutofit fontScale="86111"/>
          </a:bodyPr>
          <a:lstStyle>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a:pPr algn="l">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a:ext uri="{FF2B5EF4-FFF2-40B4-BE49-F238E27FC236}">
                <a16:creationId xmlns:a16="http://schemas.microsoft.com/office/drawing/2014/main" id="{4E658331-DA38-490D-A26D-03EADDECF5F9}"/>
              </a:ext>
            </a:extLst>
          </p:cNvPr>
          <p:cNvSpPr>
            <a:spLocks noGrp="1"/>
          </p:cNvSpPr>
          <p:nvPr/>
        </p:nvSpPr>
        <p:spPr>
          <a:xfrm>
            <a:off x="6248400" y="5715000"/>
            <a:ext cx="5029200" cy="323850"/>
          </a:xfrm>
          <a:prstGeom prst="rect">
            <a:avLst/>
          </a:prstGeom>
          <a:noFill/>
          <a:ln w="0">
            <a:noFill/>
            <a:prstDash val="solid"/>
          </a:ln>
        </p:spPr>
        <p:txBody>
          <a:bodyPr anchor="t">
            <a:normAutofit fontScale="89053"/>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FF38520-062F-4AD3-B721-A15AD2B15DBB}"/>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10557983-C25A-4ECE-B81F-CFE4CBBD5CAD}"/>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95940B35-6120-4F95-AB5B-56FA7B919AA6}"/>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a:ext uri="{FF2B5EF4-FFF2-40B4-BE49-F238E27FC236}">
                <a16:creationId xmlns:a16="http://schemas.microsoft.com/office/drawing/2014/main" id="{17393B41-6FDB-4AE3-A009-22E86499F79A}"/>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a:ext uri="{FF2B5EF4-FFF2-40B4-BE49-F238E27FC236}">
                <a16:creationId xmlns:a16="http://schemas.microsoft.com/office/drawing/2014/main" id="{B91B70A4-83BD-4953-9325-A32AD7EB159D}"/>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a:ext uri="{FF2B5EF4-FFF2-40B4-BE49-F238E27FC236}">
                <a16:creationId xmlns:a16="http://schemas.microsoft.com/office/drawing/2014/main" id="{70C50990-DE11-4BDA-B16C-BBBCF88C1D75}"/>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a:ext uri="{FF2B5EF4-FFF2-40B4-BE49-F238E27FC236}">
                <a16:creationId xmlns:a16="http://schemas.microsoft.com/office/drawing/2014/main" id="{C11FEC35-21AE-4CA7-A89A-1C02E6E23335}"/>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a:ext uri="{FF2B5EF4-FFF2-40B4-BE49-F238E27FC236}">
                <a16:creationId xmlns:a16="http://schemas.microsoft.com/office/drawing/2014/main" id="{9261207A-26C1-4660-8B1E-7A6104F402A8}"/>
              </a:ext>
            </a:extLst>
          </p:cNvPr>
          <p:cNvGraphicFramePr/>
          <p:nvPr/>
        </p:nvGraphicFramePr>
        <p:xfrm>
          <a:off x="533400" y="1657350"/>
          <a:ext cx="11125200" cy="3333750"/>
        </p:xfrm>
        <a:graphic>
          <a:graphicData uri="http://schemas.openxmlformats.org/drawingml/2006/table">
            <a:tbl>
              <a:tblPr/>
              <a:tblGrid>
                <a:gridCol w="2714625">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3171825">
                  <a:extLst>
                    <a:ext uri="{9D8B030D-6E8A-4147-A177-3AD203B41FA5}">
                      <a16:colId xmlns:a16="http://schemas.microsoft.com/office/drawing/2014/main" val="20003"/>
                    </a:ext>
                  </a:extLst>
                </a:gridCol>
              </a:tblGrid>
              <a:tr h="476250">
                <a:tc>
                  <a:txBody>
                    <a:bodyPr/>
                    <a:lstStyle/>
                    <a:p>
                      <a:r>
                        <a:rPr sz="1050" b="1">
                          <a:solidFill>
                            <a:srgbClr val="FFFFFF"/>
                          </a:solidFill>
                          <a:latin typeface="Arial"/>
                          <a:ea typeface="Arial"/>
                          <a:cs typeface="Arial"/>
                        </a:rPr>
                        <a:t>Source class</a:t>
                      </a:r>
                    </a:p>
                  </a:txBody>
                  <a:tcPr>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extLst>
                  <a:ext uri="{0D108BD9-81ED-4DB2-BD59-A6C34878D82A}">
                    <a16:rowId xmlns:a16="http://schemas.microsoft.com/office/drawing/2014/main" val="10000"/>
                  </a:ext>
                </a:extLst>
              </a:tr>
              <a:tr h="476250">
                <a:tc>
                  <a:txBody>
                    <a:bodyPr/>
                    <a:lstStyle/>
                    <a:p>
                      <a:r>
                        <a:rPr sz="975">
                          <a:solidFill>
                            <a:srgbClr val="F4F7F5"/>
                          </a:solidFill>
                          <a:latin typeface="Arial"/>
                          <a:ea typeface="Arial"/>
                          <a:cs typeface="Arial"/>
                        </a:rPr>
                        <a:t>High-score mined</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1"/>
                  </a:ext>
                </a:extLst>
              </a:tr>
              <a:tr h="476250">
                <a:tc>
                  <a:txBody>
                    <a:bodyPr/>
                    <a:lstStyle/>
                    <a:p>
                      <a:r>
                        <a:rPr sz="975">
                          <a:solidFill>
                            <a:srgbClr val="F4F7F5"/>
                          </a:solidFill>
                          <a:latin typeface="Arial"/>
                          <a:ea typeface="Arial"/>
                          <a:cs typeface="Arial"/>
                        </a:rPr>
                        <a:t>Provisional mined</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2"/>
                  </a:ext>
                </a:extLst>
              </a:tr>
              <a:tr h="476250">
                <a:tc>
                  <a:txBody>
                    <a:bodyPr/>
                    <a:lstStyle/>
                    <a:p>
                      <a:r>
                        <a:rPr sz="975">
                          <a:solidFill>
                            <a:srgbClr val="F4F7F5"/>
                          </a:solidFill>
                          <a:latin typeface="Arial"/>
                          <a:ea typeface="Arial"/>
                          <a:cs typeface="Arial"/>
                        </a:rPr>
                        <a:t>CATH / PDB natural</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3"/>
                  </a:ext>
                </a:extLst>
              </a:tr>
              <a:tr h="476250">
                <a:tc>
                  <a:txBody>
                    <a:bodyPr/>
                    <a:lstStyle/>
                    <a:p>
                      <a:r>
                        <a:rPr sz="975">
                          <a:solidFill>
                            <a:srgbClr val="F4F7F5"/>
                          </a:solidFill>
                          <a:latin typeface="Arial"/>
                          <a:ea typeface="Arial"/>
                          <a:cs typeface="Arial"/>
                        </a:rPr>
                        <a:t>DisProt curated</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4"/>
                  </a:ext>
                </a:extLst>
              </a:tr>
              <a:tr h="476250">
                <a:tc>
                  <a:txBody>
                    <a:bodyPr/>
                    <a:lstStyle/>
                    <a:p>
                      <a:r>
                        <a:rPr sz="975">
                          <a:solidFill>
                            <a:srgbClr val="F4F7F5"/>
                          </a:solidFill>
                          <a:latin typeface="Arial"/>
                          <a:ea typeface="Arial"/>
                          <a:cs typeface="Arial"/>
                        </a:rPr>
                        <a:t>Literature templates</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5"/>
                  </a:ext>
                </a:extLst>
              </a:tr>
              <a:tr h="476250">
                <a:tc>
                  <a:txBody>
                    <a:bodyPr/>
                    <a:lstStyle/>
                    <a:p>
                      <a:r>
                        <a:rPr sz="975" b="1">
                          <a:solidFill>
                            <a:srgbClr val="5A4800"/>
                          </a:solidFill>
                          <a:latin typeface="Arial"/>
                          <a:ea typeface="Arial"/>
                          <a:cs typeface="Arial"/>
                        </a:rPr>
                        <a:t>Composite total</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FFF4C8"/>
                    </a:solidFill>
                  </a:tcPr>
                </a:tc>
                <a:extLst>
                  <a:ext uri="{0D108BD9-81ED-4DB2-BD59-A6C34878D82A}">
                    <a16:rowId xmlns:a16="http://schemas.microsoft.com/office/drawing/2014/main" val="10006"/>
                  </a:ext>
                </a:extLst>
              </a:tr>
            </a:tbl>
          </a:graphicData>
        </a:graphic>
      </p:graphicFrame>
      <p:sp>
        <p:nvSpPr>
          <p:cNvPr id="9" name="Rectangle 8">
            <a:extLst>
              <a:ext uri="{FF2B5EF4-FFF2-40B4-BE49-F238E27FC236}">
                <a16:creationId xmlns:a16="http://schemas.microsoft.com/office/drawing/2014/main" id="{AE873616-6041-4020-A9F9-4AFF008B30B3}"/>
              </a:ext>
            </a:extLst>
          </p:cNvPr>
          <p:cNvSpPr>
            <a:spLocks noGrp="1"/>
          </p:cNvSpPr>
          <p:nvPr/>
        </p:nvSpPr>
        <p:spPr>
          <a:xfrm>
            <a:off x="657225" y="5286375"/>
            <a:ext cx="3048000" cy="476250"/>
          </a:xfrm>
          <a:prstGeom prst="rect">
            <a:avLst/>
          </a:prstGeom>
          <a:noFill/>
          <a:ln w="0">
            <a:noFill/>
            <a:prstDash val="solid"/>
          </a:ln>
        </p:spPr>
        <p:txBody>
          <a:bodyPr anchor="t">
            <a:normAutofit fontScale="99020"/>
          </a:bodyPr>
          <a:lstStyle>
            <a:defPPr algn="l">
              <a:defRPr sz="2550" b="1" i="0">
                <a:solidFill>
                  <a:srgbClr val="E84AAB"/>
                </a:solidFill>
                <a:latin typeface="Arial"/>
                <a:ea typeface="Arial"/>
                <a:cs typeface="Arial"/>
              </a:defRPr>
            </a:defPPr>
            <a:lvl1pPr algn="l">
              <a:defRPr sz="2550" b="1" i="0">
                <a:solidFill>
                  <a:srgbClr val="E84AAB"/>
                </a:solidFill>
                <a:latin typeface="Arial"/>
                <a:ea typeface="Arial"/>
                <a:cs typeface="Arial"/>
              </a:defRPr>
            </a:lvl1pPr>
            <a:lvl2pPr algn="l">
              <a:defRPr sz="2550" b="1" i="0">
                <a:solidFill>
                  <a:srgbClr val="E84AAB"/>
                </a:solidFill>
                <a:latin typeface="Arial"/>
                <a:ea typeface="Arial"/>
                <a:cs typeface="Arial"/>
              </a:defRPr>
            </a:lvl2pPr>
            <a:lvl3pPr algn="l">
              <a:defRPr sz="2550" b="1" i="0">
                <a:solidFill>
                  <a:srgbClr val="E84AAB"/>
                </a:solidFill>
                <a:latin typeface="Arial"/>
                <a:ea typeface="Arial"/>
                <a:cs typeface="Arial"/>
              </a:defRPr>
            </a:lvl3pPr>
            <a:lvl4pPr algn="l">
              <a:defRPr sz="2550" b="1" i="0">
                <a:solidFill>
                  <a:srgbClr val="E84AAB"/>
                </a:solidFill>
                <a:latin typeface="Arial"/>
                <a:ea typeface="Arial"/>
                <a:cs typeface="Arial"/>
              </a:defRPr>
            </a:lvl4pPr>
            <a:lvl5pPr algn="l">
              <a:defRPr sz="2550" b="1" i="0">
                <a:solidFill>
                  <a:srgbClr val="E84AAB"/>
                </a:solidFill>
                <a:latin typeface="Arial"/>
                <a:ea typeface="Arial"/>
                <a:cs typeface="Arial"/>
              </a:defRPr>
            </a:lvl5pPr>
            <a:lvl6pPr algn="l">
              <a:defRPr sz="2550" b="1" i="0">
                <a:solidFill>
                  <a:srgbClr val="E84AAB"/>
                </a:solidFill>
                <a:latin typeface="Arial"/>
                <a:ea typeface="Arial"/>
                <a:cs typeface="Arial"/>
              </a:defRPr>
            </a:lvl6pPr>
            <a:lvl7pPr algn="l">
              <a:defRPr sz="2550" b="1" i="0">
                <a:solidFill>
                  <a:srgbClr val="E84AAB"/>
                </a:solidFill>
                <a:latin typeface="Arial"/>
                <a:ea typeface="Arial"/>
                <a:cs typeface="Arial"/>
              </a:defRPr>
            </a:lvl7pPr>
            <a:lvl8pPr algn="l">
              <a:defRPr sz="2550" b="1" i="0">
                <a:solidFill>
                  <a:srgbClr val="E84AAB"/>
                </a:solidFill>
                <a:latin typeface="Arial"/>
                <a:ea typeface="Arial"/>
                <a:cs typeface="Arial"/>
              </a:defRPr>
            </a:lvl8pPr>
            <a:lvl9pPr algn="l">
              <a:defRPr sz="2550" b="1" i="0">
                <a:solidFill>
                  <a:srgbClr val="E84AAB"/>
                </a:solidFill>
                <a:latin typeface="Arial"/>
                <a:ea typeface="Arial"/>
                <a:cs typeface="Arial"/>
              </a:defRPr>
            </a:lvl9pPr>
          </a:lstStyle>
          <a:p>
            <a:pPr algn="l">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a:ext uri="{FF2B5EF4-FFF2-40B4-BE49-F238E27FC236}">
                <a16:creationId xmlns:a16="http://schemas.microsoft.com/office/drawing/2014/main" id="{A0562414-282D-4221-B1EC-094D1F0F4E1D}"/>
              </a:ext>
            </a:extLst>
          </p:cNvPr>
          <p:cNvSpPr>
            <a:spLocks noGrp="1"/>
          </p:cNvSpPr>
          <p:nvPr/>
        </p:nvSpPr>
        <p:spPr>
          <a:xfrm>
            <a:off x="657225" y="5743575"/>
            <a:ext cx="3048000"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a:ext uri="{FF2B5EF4-FFF2-40B4-BE49-F238E27FC236}">
                <a16:creationId xmlns:a16="http://schemas.microsoft.com/office/drawing/2014/main" id="{FBF7375A-0CC4-41D8-B982-3C4AE262D19A}"/>
              </a:ext>
            </a:extLst>
          </p:cNvPr>
          <p:cNvSpPr>
            <a:spLocks noGrp="1"/>
          </p:cNvSpPr>
          <p:nvPr/>
        </p:nvSpPr>
        <p:spPr>
          <a:xfrm>
            <a:off x="4248150" y="5286375"/>
            <a:ext cx="3714750" cy="476250"/>
          </a:xfrm>
          <a:prstGeom prst="rect">
            <a:avLst/>
          </a:prstGeom>
          <a:noFill/>
          <a:ln w="0">
            <a:noFill/>
            <a:prstDash val="solid"/>
          </a:ln>
        </p:spPr>
        <p:txBody>
          <a:bodyPr anchor="t">
            <a:normAutofit fontScale="99020"/>
          </a:bodyPr>
          <a:lstStyle>
            <a:defPPr algn="l">
              <a:defRPr sz="2550" b="1" i="0">
                <a:solidFill>
                  <a:srgbClr val="3FC6D6"/>
                </a:solidFill>
                <a:latin typeface="Arial"/>
                <a:ea typeface="Arial"/>
                <a:cs typeface="Arial"/>
              </a:defRPr>
            </a:defPPr>
            <a:lvl1pPr algn="l">
              <a:defRPr sz="2550" b="1" i="0">
                <a:solidFill>
                  <a:srgbClr val="3FC6D6"/>
                </a:solidFill>
                <a:latin typeface="Arial"/>
                <a:ea typeface="Arial"/>
                <a:cs typeface="Arial"/>
              </a:defRPr>
            </a:lvl1pPr>
            <a:lvl2pPr algn="l">
              <a:defRPr sz="2550" b="1" i="0">
                <a:solidFill>
                  <a:srgbClr val="3FC6D6"/>
                </a:solidFill>
                <a:latin typeface="Arial"/>
                <a:ea typeface="Arial"/>
                <a:cs typeface="Arial"/>
              </a:defRPr>
            </a:lvl2pPr>
            <a:lvl3pPr algn="l">
              <a:defRPr sz="2550" b="1" i="0">
                <a:solidFill>
                  <a:srgbClr val="3FC6D6"/>
                </a:solidFill>
                <a:latin typeface="Arial"/>
                <a:ea typeface="Arial"/>
                <a:cs typeface="Arial"/>
              </a:defRPr>
            </a:lvl3pPr>
            <a:lvl4pPr algn="l">
              <a:defRPr sz="2550" b="1" i="0">
                <a:solidFill>
                  <a:srgbClr val="3FC6D6"/>
                </a:solidFill>
                <a:latin typeface="Arial"/>
                <a:ea typeface="Arial"/>
                <a:cs typeface="Arial"/>
              </a:defRPr>
            </a:lvl4pPr>
            <a:lvl5pPr algn="l">
              <a:defRPr sz="2550" b="1" i="0">
                <a:solidFill>
                  <a:srgbClr val="3FC6D6"/>
                </a:solidFill>
                <a:latin typeface="Arial"/>
                <a:ea typeface="Arial"/>
                <a:cs typeface="Arial"/>
              </a:defRPr>
            </a:lvl5pPr>
            <a:lvl6pPr algn="l">
              <a:defRPr sz="2550" b="1" i="0">
                <a:solidFill>
                  <a:srgbClr val="3FC6D6"/>
                </a:solidFill>
                <a:latin typeface="Arial"/>
                <a:ea typeface="Arial"/>
                <a:cs typeface="Arial"/>
              </a:defRPr>
            </a:lvl6pPr>
            <a:lvl7pPr algn="l">
              <a:defRPr sz="2550" b="1" i="0">
                <a:solidFill>
                  <a:srgbClr val="3FC6D6"/>
                </a:solidFill>
                <a:latin typeface="Arial"/>
                <a:ea typeface="Arial"/>
                <a:cs typeface="Arial"/>
              </a:defRPr>
            </a:lvl7pPr>
            <a:lvl8pPr algn="l">
              <a:defRPr sz="2550" b="1" i="0">
                <a:solidFill>
                  <a:srgbClr val="3FC6D6"/>
                </a:solidFill>
                <a:latin typeface="Arial"/>
                <a:ea typeface="Arial"/>
                <a:cs typeface="Arial"/>
              </a:defRPr>
            </a:lvl8pPr>
            <a:lvl9pPr algn="l">
              <a:defRPr sz="2550" b="1" i="0">
                <a:solidFill>
                  <a:srgbClr val="3FC6D6"/>
                </a:solidFill>
                <a:latin typeface="Arial"/>
                <a:ea typeface="Arial"/>
                <a:cs typeface="Arial"/>
              </a:defRPr>
            </a:lvl9pPr>
          </a:lstStyle>
          <a:p>
            <a:pPr algn="l">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a:ext uri="{FF2B5EF4-FFF2-40B4-BE49-F238E27FC236}">
                <a16:creationId xmlns:a16="http://schemas.microsoft.com/office/drawing/2014/main" id="{A627AE3C-8343-47FE-B332-E19B36529434}"/>
              </a:ext>
            </a:extLst>
          </p:cNvPr>
          <p:cNvSpPr>
            <a:spLocks noGrp="1"/>
          </p:cNvSpPr>
          <p:nvPr/>
        </p:nvSpPr>
        <p:spPr>
          <a:xfrm>
            <a:off x="4248150" y="5743575"/>
            <a:ext cx="3714750"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a:ext uri="{FF2B5EF4-FFF2-40B4-BE49-F238E27FC236}">
                <a16:creationId xmlns:a16="http://schemas.microsoft.com/office/drawing/2014/main" id="{4C471986-AC26-4FAE-85A0-C738B1E92ED8}"/>
              </a:ext>
            </a:extLst>
          </p:cNvPr>
          <p:cNvSpPr>
            <a:spLocks noGrp="1"/>
          </p:cNvSpPr>
          <p:nvPr/>
        </p:nvSpPr>
        <p:spPr>
          <a:xfrm>
            <a:off x="8048625" y="5324475"/>
            <a:ext cx="3448050" cy="723900"/>
          </a:xfrm>
          <a:prstGeom prst="rect">
            <a:avLst/>
          </a:prstGeom>
          <a:noFill/>
          <a:ln w="0">
            <a:noFill/>
            <a:prstDash val="solid"/>
          </a:ln>
        </p:spPr>
        <p:txBody>
          <a:bodyPr anchor="t">
            <a:normAutofit/>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D9E65A4-DCC3-4F32-9DD7-FC03B36216F8}"/>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4A020F6E-9EE9-43C2-B8CE-58ABE8562980}"/>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8E40683D-F0A5-42FD-81E3-545934720217}"/>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a:ext uri="{FF2B5EF4-FFF2-40B4-BE49-F238E27FC236}">
                <a16:creationId xmlns:a16="http://schemas.microsoft.com/office/drawing/2014/main" id="{764DBD52-F4E4-44B3-9BE3-3EBADF53E3B1}"/>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a:ext uri="{FF2B5EF4-FFF2-40B4-BE49-F238E27FC236}">
                <a16:creationId xmlns:a16="http://schemas.microsoft.com/office/drawing/2014/main" id="{CBEA8CEA-2682-4D33-B488-5B46D3C7D989}"/>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a:ext uri="{FF2B5EF4-FFF2-40B4-BE49-F238E27FC236}">
                <a16:creationId xmlns:a16="http://schemas.microsoft.com/office/drawing/2014/main" id="{05C3B1C2-1557-464F-B533-C54AC634D11F}"/>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a:ext uri="{FF2B5EF4-FFF2-40B4-BE49-F238E27FC236}">
                <a16:creationId xmlns:a16="http://schemas.microsoft.com/office/drawing/2014/main" id="{AA7E2758-F827-41C6-855B-FB64D825C2C4}"/>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a:ext uri="{FF2B5EF4-FFF2-40B4-BE49-F238E27FC236}">
                <a16:creationId xmlns:a16="http://schemas.microsoft.com/office/drawing/2014/main" id="{E10C6E6D-612B-4EF4-BFB0-AB125E3FE82D}"/>
              </a:ext>
            </a:extLst>
          </p:cNvPr>
          <p:cNvSpPr>
            <a:spLocks noGrp="1"/>
          </p:cNvSpPr>
          <p:nvPr/>
        </p:nvSpPr>
        <p:spPr>
          <a:xfrm>
            <a:off x="571500" y="1685925"/>
            <a:ext cx="2000250" cy="476250"/>
          </a:xfrm>
          <a:prstGeom prst="rect">
            <a:avLst/>
          </a:prstGeom>
          <a:noFill/>
          <a:ln w="0">
            <a:noFill/>
            <a:prstDash val="solid"/>
          </a:ln>
        </p:spPr>
        <p:txBody>
          <a:bodyPr anchor="t">
            <a:normAutofit fontScale="99020"/>
          </a:bodyPr>
          <a:lstStyle>
            <a:defPPr algn="l">
              <a:defRPr sz="2550" b="1" i="0">
                <a:solidFill>
                  <a:srgbClr val="3FC6D6"/>
                </a:solidFill>
                <a:latin typeface="Arial"/>
                <a:ea typeface="Arial"/>
                <a:cs typeface="Arial"/>
              </a:defRPr>
            </a:defPPr>
            <a:lvl1pPr algn="l">
              <a:defRPr sz="2550" b="1" i="0">
                <a:solidFill>
                  <a:srgbClr val="3FC6D6"/>
                </a:solidFill>
                <a:latin typeface="Arial"/>
                <a:ea typeface="Arial"/>
                <a:cs typeface="Arial"/>
              </a:defRPr>
            </a:lvl1pPr>
            <a:lvl2pPr algn="l">
              <a:defRPr sz="2550" b="1" i="0">
                <a:solidFill>
                  <a:srgbClr val="3FC6D6"/>
                </a:solidFill>
                <a:latin typeface="Arial"/>
                <a:ea typeface="Arial"/>
                <a:cs typeface="Arial"/>
              </a:defRPr>
            </a:lvl2pPr>
            <a:lvl3pPr algn="l">
              <a:defRPr sz="2550" b="1" i="0">
                <a:solidFill>
                  <a:srgbClr val="3FC6D6"/>
                </a:solidFill>
                <a:latin typeface="Arial"/>
                <a:ea typeface="Arial"/>
                <a:cs typeface="Arial"/>
              </a:defRPr>
            </a:lvl3pPr>
            <a:lvl4pPr algn="l">
              <a:defRPr sz="2550" b="1" i="0">
                <a:solidFill>
                  <a:srgbClr val="3FC6D6"/>
                </a:solidFill>
                <a:latin typeface="Arial"/>
                <a:ea typeface="Arial"/>
                <a:cs typeface="Arial"/>
              </a:defRPr>
            </a:lvl4pPr>
            <a:lvl5pPr algn="l">
              <a:defRPr sz="2550" b="1" i="0">
                <a:solidFill>
                  <a:srgbClr val="3FC6D6"/>
                </a:solidFill>
                <a:latin typeface="Arial"/>
                <a:ea typeface="Arial"/>
                <a:cs typeface="Arial"/>
              </a:defRPr>
            </a:lvl5pPr>
            <a:lvl6pPr algn="l">
              <a:defRPr sz="2550" b="1" i="0">
                <a:solidFill>
                  <a:srgbClr val="3FC6D6"/>
                </a:solidFill>
                <a:latin typeface="Arial"/>
                <a:ea typeface="Arial"/>
                <a:cs typeface="Arial"/>
              </a:defRPr>
            </a:lvl6pPr>
            <a:lvl7pPr algn="l">
              <a:defRPr sz="2550" b="1" i="0">
                <a:solidFill>
                  <a:srgbClr val="3FC6D6"/>
                </a:solidFill>
                <a:latin typeface="Arial"/>
                <a:ea typeface="Arial"/>
                <a:cs typeface="Arial"/>
              </a:defRPr>
            </a:lvl7pPr>
            <a:lvl8pPr algn="l">
              <a:defRPr sz="2550" b="1" i="0">
                <a:solidFill>
                  <a:srgbClr val="3FC6D6"/>
                </a:solidFill>
                <a:latin typeface="Arial"/>
                <a:ea typeface="Arial"/>
                <a:cs typeface="Arial"/>
              </a:defRPr>
            </a:lvl8pPr>
            <a:lvl9pPr algn="l">
              <a:defRPr sz="2550" b="1" i="0">
                <a:solidFill>
                  <a:srgbClr val="3FC6D6"/>
                </a:solidFill>
                <a:latin typeface="Arial"/>
                <a:ea typeface="Arial"/>
                <a:cs typeface="Arial"/>
              </a:defRPr>
            </a:lvl9pPr>
          </a:lstStyle>
          <a:p>
            <a:pPr algn="l">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a:ext uri="{FF2B5EF4-FFF2-40B4-BE49-F238E27FC236}">
                <a16:creationId xmlns:a16="http://schemas.microsoft.com/office/drawing/2014/main" id="{2E757601-8389-4993-8C86-0DC50AE8A1FF}"/>
              </a:ext>
            </a:extLst>
          </p:cNvPr>
          <p:cNvSpPr>
            <a:spLocks noGrp="1"/>
          </p:cNvSpPr>
          <p:nvPr/>
        </p:nvSpPr>
        <p:spPr>
          <a:xfrm>
            <a:off x="571500" y="2143125"/>
            <a:ext cx="2000250"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a:ext uri="{FF2B5EF4-FFF2-40B4-BE49-F238E27FC236}">
                <a16:creationId xmlns:a16="http://schemas.microsoft.com/office/drawing/2014/main" id="{8746777F-327F-40D0-89AC-ABE11B046314}"/>
              </a:ext>
            </a:extLst>
          </p:cNvPr>
          <p:cNvSpPr>
            <a:spLocks noGrp="1"/>
          </p:cNvSpPr>
          <p:nvPr/>
        </p:nvSpPr>
        <p:spPr>
          <a:xfrm>
            <a:off x="2762250" y="1685925"/>
            <a:ext cx="2286000" cy="476250"/>
          </a:xfrm>
          <a:prstGeom prst="rect">
            <a:avLst/>
          </a:prstGeom>
          <a:noFill/>
          <a:ln w="0">
            <a:noFill/>
            <a:prstDash val="solid"/>
          </a:ln>
        </p:spPr>
        <p:txBody>
          <a:bodyPr anchor="t">
            <a:normAutofit fontScale="99020"/>
          </a:bodyPr>
          <a:lstStyle>
            <a:defPPr algn="l">
              <a:defRPr sz="2550" b="1" i="0">
                <a:solidFill>
                  <a:srgbClr val="E84AAB"/>
                </a:solidFill>
                <a:latin typeface="Arial"/>
                <a:ea typeface="Arial"/>
                <a:cs typeface="Arial"/>
              </a:defRPr>
            </a:defPPr>
            <a:lvl1pPr algn="l">
              <a:defRPr sz="2550" b="1" i="0">
                <a:solidFill>
                  <a:srgbClr val="E84AAB"/>
                </a:solidFill>
                <a:latin typeface="Arial"/>
                <a:ea typeface="Arial"/>
                <a:cs typeface="Arial"/>
              </a:defRPr>
            </a:lvl1pPr>
            <a:lvl2pPr algn="l">
              <a:defRPr sz="2550" b="1" i="0">
                <a:solidFill>
                  <a:srgbClr val="E84AAB"/>
                </a:solidFill>
                <a:latin typeface="Arial"/>
                <a:ea typeface="Arial"/>
                <a:cs typeface="Arial"/>
              </a:defRPr>
            </a:lvl2pPr>
            <a:lvl3pPr algn="l">
              <a:defRPr sz="2550" b="1" i="0">
                <a:solidFill>
                  <a:srgbClr val="E84AAB"/>
                </a:solidFill>
                <a:latin typeface="Arial"/>
                <a:ea typeface="Arial"/>
                <a:cs typeface="Arial"/>
              </a:defRPr>
            </a:lvl3pPr>
            <a:lvl4pPr algn="l">
              <a:defRPr sz="2550" b="1" i="0">
                <a:solidFill>
                  <a:srgbClr val="E84AAB"/>
                </a:solidFill>
                <a:latin typeface="Arial"/>
                <a:ea typeface="Arial"/>
                <a:cs typeface="Arial"/>
              </a:defRPr>
            </a:lvl4pPr>
            <a:lvl5pPr algn="l">
              <a:defRPr sz="2550" b="1" i="0">
                <a:solidFill>
                  <a:srgbClr val="E84AAB"/>
                </a:solidFill>
                <a:latin typeface="Arial"/>
                <a:ea typeface="Arial"/>
                <a:cs typeface="Arial"/>
              </a:defRPr>
            </a:lvl5pPr>
            <a:lvl6pPr algn="l">
              <a:defRPr sz="2550" b="1" i="0">
                <a:solidFill>
                  <a:srgbClr val="E84AAB"/>
                </a:solidFill>
                <a:latin typeface="Arial"/>
                <a:ea typeface="Arial"/>
                <a:cs typeface="Arial"/>
              </a:defRPr>
            </a:lvl6pPr>
            <a:lvl7pPr algn="l">
              <a:defRPr sz="2550" b="1" i="0">
                <a:solidFill>
                  <a:srgbClr val="E84AAB"/>
                </a:solidFill>
                <a:latin typeface="Arial"/>
                <a:ea typeface="Arial"/>
                <a:cs typeface="Arial"/>
              </a:defRPr>
            </a:lvl7pPr>
            <a:lvl8pPr algn="l">
              <a:defRPr sz="2550" b="1" i="0">
                <a:solidFill>
                  <a:srgbClr val="E84AAB"/>
                </a:solidFill>
                <a:latin typeface="Arial"/>
                <a:ea typeface="Arial"/>
                <a:cs typeface="Arial"/>
              </a:defRPr>
            </a:lvl8pPr>
            <a:lvl9pPr algn="l">
              <a:defRPr sz="2550" b="1" i="0">
                <a:solidFill>
                  <a:srgbClr val="E84AAB"/>
                </a:solidFill>
                <a:latin typeface="Arial"/>
                <a:ea typeface="Arial"/>
                <a:cs typeface="Arial"/>
              </a:defRPr>
            </a:lvl9pPr>
          </a:lstStyle>
          <a:p>
            <a:pPr algn="l">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a:ext uri="{FF2B5EF4-FFF2-40B4-BE49-F238E27FC236}">
                <a16:creationId xmlns:a16="http://schemas.microsoft.com/office/drawing/2014/main" id="{8E6D4CFA-0F3D-4878-85B2-8ABCD715878B}"/>
              </a:ext>
            </a:extLst>
          </p:cNvPr>
          <p:cNvSpPr>
            <a:spLocks noGrp="1"/>
          </p:cNvSpPr>
          <p:nvPr/>
        </p:nvSpPr>
        <p:spPr>
          <a:xfrm>
            <a:off x="2762250" y="2143125"/>
            <a:ext cx="2286000"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a:ext uri="{FF2B5EF4-FFF2-40B4-BE49-F238E27FC236}">
                <a16:creationId xmlns:a16="http://schemas.microsoft.com/office/drawing/2014/main" id="{109FF2E0-2642-43BB-A9FB-36A9AE298B83}"/>
              </a:ext>
            </a:extLst>
          </p:cNvPr>
          <p:cNvSpPr>
            <a:spLocks noGrp="1"/>
          </p:cNvSpPr>
          <p:nvPr/>
        </p:nvSpPr>
        <p:spPr>
          <a:xfrm>
            <a:off x="5286375" y="1685925"/>
            <a:ext cx="2714625" cy="476250"/>
          </a:xfrm>
          <a:prstGeom prst="rect">
            <a:avLst/>
          </a:prstGeom>
          <a:noFill/>
          <a:ln w="0">
            <a:noFill/>
            <a:prstDash val="solid"/>
          </a:ln>
        </p:spPr>
        <p:txBody>
          <a:bodyPr anchor="t">
            <a:normAutofit fontScale="99020"/>
          </a:bodyPr>
          <a:lstStyle>
            <a:defPPr algn="l">
              <a:defRPr sz="2550" b="1" i="0">
                <a:solidFill>
                  <a:srgbClr val="2DBD73"/>
                </a:solidFill>
                <a:latin typeface="Arial"/>
                <a:ea typeface="Arial"/>
                <a:cs typeface="Arial"/>
              </a:defRPr>
            </a:defPPr>
            <a:lvl1pPr algn="l">
              <a:defRPr sz="2550" b="1" i="0">
                <a:solidFill>
                  <a:srgbClr val="2DBD73"/>
                </a:solidFill>
                <a:latin typeface="Arial"/>
                <a:ea typeface="Arial"/>
                <a:cs typeface="Arial"/>
              </a:defRPr>
            </a:lvl1pPr>
            <a:lvl2pPr algn="l">
              <a:defRPr sz="2550" b="1" i="0">
                <a:solidFill>
                  <a:srgbClr val="2DBD73"/>
                </a:solidFill>
                <a:latin typeface="Arial"/>
                <a:ea typeface="Arial"/>
                <a:cs typeface="Arial"/>
              </a:defRPr>
            </a:lvl2pPr>
            <a:lvl3pPr algn="l">
              <a:defRPr sz="2550" b="1" i="0">
                <a:solidFill>
                  <a:srgbClr val="2DBD73"/>
                </a:solidFill>
                <a:latin typeface="Arial"/>
                <a:ea typeface="Arial"/>
                <a:cs typeface="Arial"/>
              </a:defRPr>
            </a:lvl3pPr>
            <a:lvl4pPr algn="l">
              <a:defRPr sz="2550" b="1" i="0">
                <a:solidFill>
                  <a:srgbClr val="2DBD73"/>
                </a:solidFill>
                <a:latin typeface="Arial"/>
                <a:ea typeface="Arial"/>
                <a:cs typeface="Arial"/>
              </a:defRPr>
            </a:lvl4pPr>
            <a:lvl5pPr algn="l">
              <a:defRPr sz="2550" b="1" i="0">
                <a:solidFill>
                  <a:srgbClr val="2DBD73"/>
                </a:solidFill>
                <a:latin typeface="Arial"/>
                <a:ea typeface="Arial"/>
                <a:cs typeface="Arial"/>
              </a:defRPr>
            </a:lvl5pPr>
            <a:lvl6pPr algn="l">
              <a:defRPr sz="2550" b="1" i="0">
                <a:solidFill>
                  <a:srgbClr val="2DBD73"/>
                </a:solidFill>
                <a:latin typeface="Arial"/>
                <a:ea typeface="Arial"/>
                <a:cs typeface="Arial"/>
              </a:defRPr>
            </a:lvl6pPr>
            <a:lvl7pPr algn="l">
              <a:defRPr sz="2550" b="1" i="0">
                <a:solidFill>
                  <a:srgbClr val="2DBD73"/>
                </a:solidFill>
                <a:latin typeface="Arial"/>
                <a:ea typeface="Arial"/>
                <a:cs typeface="Arial"/>
              </a:defRPr>
            </a:lvl7pPr>
            <a:lvl8pPr algn="l">
              <a:defRPr sz="2550" b="1" i="0">
                <a:solidFill>
                  <a:srgbClr val="2DBD73"/>
                </a:solidFill>
                <a:latin typeface="Arial"/>
                <a:ea typeface="Arial"/>
                <a:cs typeface="Arial"/>
              </a:defRPr>
            </a:lvl8pPr>
            <a:lvl9pPr algn="l">
              <a:defRPr sz="2550" b="1" i="0">
                <a:solidFill>
                  <a:srgbClr val="2DBD73"/>
                </a:solidFill>
                <a:latin typeface="Arial"/>
                <a:ea typeface="Arial"/>
                <a:cs typeface="Arial"/>
              </a:defRPr>
            </a:lvl9pPr>
          </a:lstStyle>
          <a:p>
            <a:pPr algn="l">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a:ext uri="{FF2B5EF4-FFF2-40B4-BE49-F238E27FC236}">
                <a16:creationId xmlns:a16="http://schemas.microsoft.com/office/drawing/2014/main" id="{27264308-A48A-4C78-B9EC-14DEDADC734E}"/>
              </a:ext>
            </a:extLst>
          </p:cNvPr>
          <p:cNvSpPr>
            <a:spLocks noGrp="1"/>
          </p:cNvSpPr>
          <p:nvPr/>
        </p:nvSpPr>
        <p:spPr>
          <a:xfrm>
            <a:off x="5286375" y="2143125"/>
            <a:ext cx="2714625"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a:ext uri="{FF2B5EF4-FFF2-40B4-BE49-F238E27FC236}">
                <a16:creationId xmlns:a16="http://schemas.microsoft.com/office/drawing/2014/main" id="{1F61004E-2B8D-4198-9D68-3FB32B8D7C70}"/>
              </a:ext>
            </a:extLst>
          </p:cNvPr>
          <p:cNvSpPr>
            <a:spLocks noGrp="1"/>
          </p:cNvSpPr>
          <p:nvPr/>
        </p:nvSpPr>
        <p:spPr>
          <a:xfrm>
            <a:off x="8334375" y="1685925"/>
            <a:ext cx="2857500" cy="476250"/>
          </a:xfrm>
          <a:prstGeom prst="rect">
            <a:avLst/>
          </a:prstGeom>
          <a:noFill/>
          <a:ln w="0">
            <a:noFill/>
            <a:prstDash val="solid"/>
          </a:ln>
        </p:spPr>
        <p:txBody>
          <a:bodyPr anchor="t">
            <a:normAutofit fontScale="99020"/>
          </a:bodyPr>
          <a:lstStyle>
            <a:defPPr algn="l">
              <a:defRPr sz="2550" b="1" i="0">
                <a:solidFill>
                  <a:srgbClr val="F1C84B"/>
                </a:solidFill>
                <a:latin typeface="Arial"/>
                <a:ea typeface="Arial"/>
                <a:cs typeface="Arial"/>
              </a:defRPr>
            </a:defPPr>
            <a:lvl1pPr algn="l">
              <a:defRPr sz="2550" b="1" i="0">
                <a:solidFill>
                  <a:srgbClr val="F1C84B"/>
                </a:solidFill>
                <a:latin typeface="Arial"/>
                <a:ea typeface="Arial"/>
                <a:cs typeface="Arial"/>
              </a:defRPr>
            </a:lvl1pPr>
            <a:lvl2pPr algn="l">
              <a:defRPr sz="2550" b="1" i="0">
                <a:solidFill>
                  <a:srgbClr val="F1C84B"/>
                </a:solidFill>
                <a:latin typeface="Arial"/>
                <a:ea typeface="Arial"/>
                <a:cs typeface="Arial"/>
              </a:defRPr>
            </a:lvl2pPr>
            <a:lvl3pPr algn="l">
              <a:defRPr sz="2550" b="1" i="0">
                <a:solidFill>
                  <a:srgbClr val="F1C84B"/>
                </a:solidFill>
                <a:latin typeface="Arial"/>
                <a:ea typeface="Arial"/>
                <a:cs typeface="Arial"/>
              </a:defRPr>
            </a:lvl3pPr>
            <a:lvl4pPr algn="l">
              <a:defRPr sz="2550" b="1" i="0">
                <a:solidFill>
                  <a:srgbClr val="F1C84B"/>
                </a:solidFill>
                <a:latin typeface="Arial"/>
                <a:ea typeface="Arial"/>
                <a:cs typeface="Arial"/>
              </a:defRPr>
            </a:lvl4pPr>
            <a:lvl5pPr algn="l">
              <a:defRPr sz="2550" b="1" i="0">
                <a:solidFill>
                  <a:srgbClr val="F1C84B"/>
                </a:solidFill>
                <a:latin typeface="Arial"/>
                <a:ea typeface="Arial"/>
                <a:cs typeface="Arial"/>
              </a:defRPr>
            </a:lvl5pPr>
            <a:lvl6pPr algn="l">
              <a:defRPr sz="2550" b="1" i="0">
                <a:solidFill>
                  <a:srgbClr val="F1C84B"/>
                </a:solidFill>
                <a:latin typeface="Arial"/>
                <a:ea typeface="Arial"/>
                <a:cs typeface="Arial"/>
              </a:defRPr>
            </a:lvl6pPr>
            <a:lvl7pPr algn="l">
              <a:defRPr sz="2550" b="1" i="0">
                <a:solidFill>
                  <a:srgbClr val="F1C84B"/>
                </a:solidFill>
                <a:latin typeface="Arial"/>
                <a:ea typeface="Arial"/>
                <a:cs typeface="Arial"/>
              </a:defRPr>
            </a:lvl7pPr>
            <a:lvl8pPr algn="l">
              <a:defRPr sz="2550" b="1" i="0">
                <a:solidFill>
                  <a:srgbClr val="F1C84B"/>
                </a:solidFill>
                <a:latin typeface="Arial"/>
                <a:ea typeface="Arial"/>
                <a:cs typeface="Arial"/>
              </a:defRPr>
            </a:lvl8pPr>
            <a:lvl9pPr algn="l">
              <a:defRPr sz="2550" b="1" i="0">
                <a:solidFill>
                  <a:srgbClr val="F1C84B"/>
                </a:solidFill>
                <a:latin typeface="Arial"/>
                <a:ea typeface="Arial"/>
                <a:cs typeface="Arial"/>
              </a:defRPr>
            </a:lvl9pPr>
          </a:lstStyle>
          <a:p>
            <a:pPr algn="l">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a:ext uri="{FF2B5EF4-FFF2-40B4-BE49-F238E27FC236}">
                <a16:creationId xmlns:a16="http://schemas.microsoft.com/office/drawing/2014/main" id="{123C8129-48BF-4F83-B1C3-B6AB05CFDE79}"/>
              </a:ext>
            </a:extLst>
          </p:cNvPr>
          <p:cNvSpPr>
            <a:spLocks noGrp="1"/>
          </p:cNvSpPr>
          <p:nvPr/>
        </p:nvSpPr>
        <p:spPr>
          <a:xfrm>
            <a:off x="8334375" y="2143125"/>
            <a:ext cx="2857500"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a:ext uri="{FF2B5EF4-FFF2-40B4-BE49-F238E27FC236}">
                <a16:creationId xmlns:a16="http://schemas.microsoft.com/office/drawing/2014/main" id="{5B67700D-0BAE-42C0-A285-CAE573A5B8C3}"/>
              </a:ext>
            </a:extLst>
          </p:cNvPr>
          <p:cNvSpPr>
            <a:spLocks noGrp="1"/>
          </p:cNvSpPr>
          <p:nvPr/>
        </p:nvSpPr>
        <p:spPr>
          <a:xfrm>
            <a:off x="552450" y="2886075"/>
            <a:ext cx="5295900" cy="762000"/>
          </a:xfrm>
          <a:prstGeom prst="roundRect">
            <a:avLst>
              <a:gd name="adj" fmla="val 15000"/>
            </a:avLst>
          </a:prstGeom>
          <a:solidFill>
            <a:srgbClr val="102720"/>
          </a:solidFill>
          <a:ln w="9525">
            <a:solidFill>
              <a:srgbClr val="167D89"/>
            </a:solidFill>
            <a:prstDash val="solid"/>
          </a:ln>
        </p:spPr>
      </p:sp>
      <p:sp>
        <p:nvSpPr>
          <p:cNvPr id="17" name="Rectangle 16">
            <a:extLst>
              <a:ext uri="{FF2B5EF4-FFF2-40B4-BE49-F238E27FC236}">
                <a16:creationId xmlns:a16="http://schemas.microsoft.com/office/drawing/2014/main" id="{BA330997-8CB6-401A-86E1-33AB9E4D4184}"/>
              </a:ext>
            </a:extLst>
          </p:cNvPr>
          <p:cNvSpPr>
            <a:spLocks noGrp="1"/>
          </p:cNvSpPr>
          <p:nvPr/>
        </p:nvSpPr>
        <p:spPr>
          <a:xfrm>
            <a:off x="742950" y="3009900"/>
            <a:ext cx="1714500" cy="228600"/>
          </a:xfrm>
          <a:prstGeom prst="rect">
            <a:avLst/>
          </a:prstGeom>
          <a:noFill/>
          <a:ln w="0">
            <a:noFill/>
            <a:prstDash val="solid"/>
          </a:ln>
        </p:spPr>
        <p:txBody>
          <a:bodyPr anchor="t">
            <a:normAutofit fontScale="75000"/>
          </a:bodyPr>
          <a:lstStyle>
            <a:defPPr algn="l">
              <a:defRPr sz="1200" b="1" i="0">
                <a:solidFill>
                  <a:srgbClr val="3FC6D6"/>
                </a:solidFill>
                <a:latin typeface="Arial"/>
                <a:ea typeface="Arial"/>
                <a:cs typeface="Arial"/>
              </a:defRPr>
            </a:defPPr>
            <a:lvl1pPr algn="l">
              <a:defRPr sz="1200" b="1" i="0">
                <a:solidFill>
                  <a:srgbClr val="3FC6D6"/>
                </a:solidFill>
                <a:latin typeface="Arial"/>
                <a:ea typeface="Arial"/>
                <a:cs typeface="Arial"/>
              </a:defRPr>
            </a:lvl1pPr>
            <a:lvl2pPr algn="l">
              <a:defRPr sz="1200" b="1" i="0">
                <a:solidFill>
                  <a:srgbClr val="3FC6D6"/>
                </a:solidFill>
                <a:latin typeface="Arial"/>
                <a:ea typeface="Arial"/>
                <a:cs typeface="Arial"/>
              </a:defRPr>
            </a:lvl2pPr>
            <a:lvl3pPr algn="l">
              <a:defRPr sz="1200" b="1" i="0">
                <a:solidFill>
                  <a:srgbClr val="3FC6D6"/>
                </a:solidFill>
                <a:latin typeface="Arial"/>
                <a:ea typeface="Arial"/>
                <a:cs typeface="Arial"/>
              </a:defRPr>
            </a:lvl3pPr>
            <a:lvl4pPr algn="l">
              <a:defRPr sz="1200" b="1" i="0">
                <a:solidFill>
                  <a:srgbClr val="3FC6D6"/>
                </a:solidFill>
                <a:latin typeface="Arial"/>
                <a:ea typeface="Arial"/>
                <a:cs typeface="Arial"/>
              </a:defRPr>
            </a:lvl4pPr>
            <a:lvl5pPr algn="l">
              <a:defRPr sz="1200" b="1" i="0">
                <a:solidFill>
                  <a:srgbClr val="3FC6D6"/>
                </a:solidFill>
                <a:latin typeface="Arial"/>
                <a:ea typeface="Arial"/>
                <a:cs typeface="Arial"/>
              </a:defRPr>
            </a:lvl5pPr>
            <a:lvl6pPr algn="l">
              <a:defRPr sz="1200" b="1" i="0">
                <a:solidFill>
                  <a:srgbClr val="3FC6D6"/>
                </a:solidFill>
                <a:latin typeface="Arial"/>
                <a:ea typeface="Arial"/>
                <a:cs typeface="Arial"/>
              </a:defRPr>
            </a:lvl6pPr>
            <a:lvl7pPr algn="l">
              <a:defRPr sz="1200" b="1" i="0">
                <a:solidFill>
                  <a:srgbClr val="3FC6D6"/>
                </a:solidFill>
                <a:latin typeface="Arial"/>
                <a:ea typeface="Arial"/>
                <a:cs typeface="Arial"/>
              </a:defRPr>
            </a:lvl7pPr>
            <a:lvl8pPr algn="l">
              <a:defRPr sz="1200" b="1" i="0">
                <a:solidFill>
                  <a:srgbClr val="3FC6D6"/>
                </a:solidFill>
                <a:latin typeface="Arial"/>
                <a:ea typeface="Arial"/>
                <a:cs typeface="Arial"/>
              </a:defRPr>
            </a:lvl8pPr>
            <a:lvl9pPr algn="l">
              <a:defRPr sz="1200" b="1" i="0">
                <a:solidFill>
                  <a:srgbClr val="3FC6D6"/>
                </a:solidFill>
                <a:latin typeface="Arial"/>
                <a:ea typeface="Arial"/>
                <a:cs typeface="Arial"/>
              </a:defRPr>
            </a:lvl9pPr>
          </a:lstStyle>
          <a:p>
            <a:pPr algn="l">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a:ext uri="{FF2B5EF4-FFF2-40B4-BE49-F238E27FC236}">
                <a16:creationId xmlns:a16="http://schemas.microsoft.com/office/drawing/2014/main" id="{50384B2E-09DE-4326-AC9D-82DD04FA2C30}"/>
              </a:ext>
            </a:extLst>
          </p:cNvPr>
          <p:cNvSpPr>
            <a:spLocks noGrp="1"/>
          </p:cNvSpPr>
          <p:nvPr/>
        </p:nvSpPr>
        <p:spPr>
          <a:xfrm>
            <a:off x="2476500" y="3000375"/>
            <a:ext cx="3143250" cy="45720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a:ext uri="{FF2B5EF4-FFF2-40B4-BE49-F238E27FC236}">
                <a16:creationId xmlns:a16="http://schemas.microsoft.com/office/drawing/2014/main" id="{D6F03E28-008A-4DAE-B021-12F68D5C6649}"/>
              </a:ext>
            </a:extLst>
          </p:cNvPr>
          <p:cNvSpPr>
            <a:spLocks noGrp="1"/>
          </p:cNvSpPr>
          <p:nvPr/>
        </p:nvSpPr>
        <p:spPr>
          <a:xfrm>
            <a:off x="6115050" y="2886075"/>
            <a:ext cx="5295900" cy="762000"/>
          </a:xfrm>
          <a:prstGeom prst="roundRect">
            <a:avLst>
              <a:gd name="adj" fmla="val 15000"/>
            </a:avLst>
          </a:prstGeom>
          <a:solidFill>
            <a:srgbClr val="102720"/>
          </a:solidFill>
          <a:ln w="9525">
            <a:solidFill>
              <a:srgbClr val="167D89"/>
            </a:solidFill>
            <a:prstDash val="solid"/>
          </a:ln>
        </p:spPr>
      </p:sp>
      <p:sp>
        <p:nvSpPr>
          <p:cNvPr id="20" name="Rectangle 19">
            <a:extLst>
              <a:ext uri="{FF2B5EF4-FFF2-40B4-BE49-F238E27FC236}">
                <a16:creationId xmlns:a16="http://schemas.microsoft.com/office/drawing/2014/main" id="{966DBFD4-0364-4EE6-B698-391650A2375D}"/>
              </a:ext>
            </a:extLst>
          </p:cNvPr>
          <p:cNvSpPr>
            <a:spLocks noGrp="1"/>
          </p:cNvSpPr>
          <p:nvPr/>
        </p:nvSpPr>
        <p:spPr>
          <a:xfrm>
            <a:off x="6305550" y="3009900"/>
            <a:ext cx="1714500" cy="228600"/>
          </a:xfrm>
          <a:prstGeom prst="rect">
            <a:avLst/>
          </a:prstGeom>
          <a:noFill/>
          <a:ln w="0">
            <a:noFill/>
            <a:prstDash val="solid"/>
          </a:ln>
        </p:spPr>
        <p:txBody>
          <a:bodyPr anchor="t">
            <a:normAutofit fontScale="75000"/>
          </a:bodyPr>
          <a:lstStyle>
            <a:defPPr algn="l">
              <a:defRPr sz="1200" b="1" i="0">
                <a:solidFill>
                  <a:srgbClr val="3FC6D6"/>
                </a:solidFill>
                <a:latin typeface="Arial"/>
                <a:ea typeface="Arial"/>
                <a:cs typeface="Arial"/>
              </a:defRPr>
            </a:defPPr>
            <a:lvl1pPr algn="l">
              <a:defRPr sz="1200" b="1" i="0">
                <a:solidFill>
                  <a:srgbClr val="3FC6D6"/>
                </a:solidFill>
                <a:latin typeface="Arial"/>
                <a:ea typeface="Arial"/>
                <a:cs typeface="Arial"/>
              </a:defRPr>
            </a:lvl1pPr>
            <a:lvl2pPr algn="l">
              <a:defRPr sz="1200" b="1" i="0">
                <a:solidFill>
                  <a:srgbClr val="3FC6D6"/>
                </a:solidFill>
                <a:latin typeface="Arial"/>
                <a:ea typeface="Arial"/>
                <a:cs typeface="Arial"/>
              </a:defRPr>
            </a:lvl2pPr>
            <a:lvl3pPr algn="l">
              <a:defRPr sz="1200" b="1" i="0">
                <a:solidFill>
                  <a:srgbClr val="3FC6D6"/>
                </a:solidFill>
                <a:latin typeface="Arial"/>
                <a:ea typeface="Arial"/>
                <a:cs typeface="Arial"/>
              </a:defRPr>
            </a:lvl3pPr>
            <a:lvl4pPr algn="l">
              <a:defRPr sz="1200" b="1" i="0">
                <a:solidFill>
                  <a:srgbClr val="3FC6D6"/>
                </a:solidFill>
                <a:latin typeface="Arial"/>
                <a:ea typeface="Arial"/>
                <a:cs typeface="Arial"/>
              </a:defRPr>
            </a:lvl4pPr>
            <a:lvl5pPr algn="l">
              <a:defRPr sz="1200" b="1" i="0">
                <a:solidFill>
                  <a:srgbClr val="3FC6D6"/>
                </a:solidFill>
                <a:latin typeface="Arial"/>
                <a:ea typeface="Arial"/>
                <a:cs typeface="Arial"/>
              </a:defRPr>
            </a:lvl5pPr>
            <a:lvl6pPr algn="l">
              <a:defRPr sz="1200" b="1" i="0">
                <a:solidFill>
                  <a:srgbClr val="3FC6D6"/>
                </a:solidFill>
                <a:latin typeface="Arial"/>
                <a:ea typeface="Arial"/>
                <a:cs typeface="Arial"/>
              </a:defRPr>
            </a:lvl6pPr>
            <a:lvl7pPr algn="l">
              <a:defRPr sz="1200" b="1" i="0">
                <a:solidFill>
                  <a:srgbClr val="3FC6D6"/>
                </a:solidFill>
                <a:latin typeface="Arial"/>
                <a:ea typeface="Arial"/>
                <a:cs typeface="Arial"/>
              </a:defRPr>
            </a:lvl7pPr>
            <a:lvl8pPr algn="l">
              <a:defRPr sz="1200" b="1" i="0">
                <a:solidFill>
                  <a:srgbClr val="3FC6D6"/>
                </a:solidFill>
                <a:latin typeface="Arial"/>
                <a:ea typeface="Arial"/>
                <a:cs typeface="Arial"/>
              </a:defRPr>
            </a:lvl8pPr>
            <a:lvl9pPr algn="l">
              <a:defRPr sz="1200" b="1" i="0">
                <a:solidFill>
                  <a:srgbClr val="3FC6D6"/>
                </a:solidFill>
                <a:latin typeface="Arial"/>
                <a:ea typeface="Arial"/>
                <a:cs typeface="Arial"/>
              </a:defRPr>
            </a:lvl9pPr>
          </a:lstStyle>
          <a:p>
            <a:pPr algn="l">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a:ext uri="{FF2B5EF4-FFF2-40B4-BE49-F238E27FC236}">
                <a16:creationId xmlns:a16="http://schemas.microsoft.com/office/drawing/2014/main" id="{F3EE6B12-F8AE-4813-A6EB-5C5E5A57B5F5}"/>
              </a:ext>
            </a:extLst>
          </p:cNvPr>
          <p:cNvSpPr>
            <a:spLocks noGrp="1"/>
          </p:cNvSpPr>
          <p:nvPr/>
        </p:nvSpPr>
        <p:spPr>
          <a:xfrm>
            <a:off x="8039100" y="3000375"/>
            <a:ext cx="3143250" cy="45720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a:ext uri="{FF2B5EF4-FFF2-40B4-BE49-F238E27FC236}">
                <a16:creationId xmlns:a16="http://schemas.microsoft.com/office/drawing/2014/main" id="{E3E5C1D9-7376-44B3-A1BB-484E9D4C0AD6}"/>
              </a:ext>
            </a:extLst>
          </p:cNvPr>
          <p:cNvSpPr>
            <a:spLocks noGrp="1"/>
          </p:cNvSpPr>
          <p:nvPr/>
        </p:nvSpPr>
        <p:spPr>
          <a:xfrm>
            <a:off x="552450" y="3876675"/>
            <a:ext cx="5295900" cy="762000"/>
          </a:xfrm>
          <a:prstGeom prst="roundRect">
            <a:avLst>
              <a:gd name="adj" fmla="val 15000"/>
            </a:avLst>
          </a:prstGeom>
          <a:solidFill>
            <a:srgbClr val="102720"/>
          </a:solidFill>
          <a:ln w="9525">
            <a:solidFill>
              <a:srgbClr val="29433A"/>
            </a:solidFill>
            <a:prstDash val="solid"/>
          </a:ln>
        </p:spPr>
      </p:sp>
      <p:sp>
        <p:nvSpPr>
          <p:cNvPr id="23" name="Rectangle 22">
            <a:extLst>
              <a:ext uri="{FF2B5EF4-FFF2-40B4-BE49-F238E27FC236}">
                <a16:creationId xmlns:a16="http://schemas.microsoft.com/office/drawing/2014/main" id="{4CE63FA7-C21F-4B31-8028-A0000F604DCD}"/>
              </a:ext>
            </a:extLst>
          </p:cNvPr>
          <p:cNvSpPr>
            <a:spLocks noGrp="1"/>
          </p:cNvSpPr>
          <p:nvPr/>
        </p:nvSpPr>
        <p:spPr>
          <a:xfrm>
            <a:off x="742950" y="4000500"/>
            <a:ext cx="1714500" cy="228600"/>
          </a:xfrm>
          <a:prstGeom prst="rect">
            <a:avLst/>
          </a:prstGeom>
          <a:noFill/>
          <a:ln w="0">
            <a:noFill/>
            <a:prstDash val="solid"/>
          </a:ln>
        </p:spPr>
        <p:txBody>
          <a:bodyPr anchor="t">
            <a:normAutofit fontScale="75000"/>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a:ext uri="{FF2B5EF4-FFF2-40B4-BE49-F238E27FC236}">
                <a16:creationId xmlns:a16="http://schemas.microsoft.com/office/drawing/2014/main" id="{697FFE96-D852-4BA2-9C4B-A8AFF9694D70}"/>
              </a:ext>
            </a:extLst>
          </p:cNvPr>
          <p:cNvSpPr>
            <a:spLocks noGrp="1"/>
          </p:cNvSpPr>
          <p:nvPr/>
        </p:nvSpPr>
        <p:spPr>
          <a:xfrm>
            <a:off x="2476500" y="3990975"/>
            <a:ext cx="3143250" cy="45720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a:ext uri="{FF2B5EF4-FFF2-40B4-BE49-F238E27FC236}">
                <a16:creationId xmlns:a16="http://schemas.microsoft.com/office/drawing/2014/main" id="{163E993D-4E9C-4FB1-A2FC-4F1911CE4BF2}"/>
              </a:ext>
            </a:extLst>
          </p:cNvPr>
          <p:cNvSpPr>
            <a:spLocks noGrp="1"/>
          </p:cNvSpPr>
          <p:nvPr/>
        </p:nvSpPr>
        <p:spPr>
          <a:xfrm>
            <a:off x="6115050" y="3876675"/>
            <a:ext cx="5295900" cy="762000"/>
          </a:xfrm>
          <a:prstGeom prst="roundRect">
            <a:avLst>
              <a:gd name="adj" fmla="val 15000"/>
            </a:avLst>
          </a:prstGeom>
          <a:solidFill>
            <a:srgbClr val="102720"/>
          </a:solidFill>
          <a:ln w="9525">
            <a:solidFill>
              <a:srgbClr val="29433A"/>
            </a:solidFill>
            <a:prstDash val="solid"/>
          </a:ln>
        </p:spPr>
      </p:sp>
      <p:sp>
        <p:nvSpPr>
          <p:cNvPr id="26" name="Rectangle 25">
            <a:extLst>
              <a:ext uri="{FF2B5EF4-FFF2-40B4-BE49-F238E27FC236}">
                <a16:creationId xmlns:a16="http://schemas.microsoft.com/office/drawing/2014/main" id="{8289B7CA-3424-4430-9D5A-E2FCA7C2CBE7}"/>
              </a:ext>
            </a:extLst>
          </p:cNvPr>
          <p:cNvSpPr>
            <a:spLocks noGrp="1"/>
          </p:cNvSpPr>
          <p:nvPr/>
        </p:nvSpPr>
        <p:spPr>
          <a:xfrm>
            <a:off x="6305550" y="4000500"/>
            <a:ext cx="1714500" cy="228600"/>
          </a:xfrm>
          <a:prstGeom prst="rect">
            <a:avLst/>
          </a:prstGeom>
          <a:noFill/>
          <a:ln w="0">
            <a:noFill/>
            <a:prstDash val="solid"/>
          </a:ln>
        </p:spPr>
        <p:txBody>
          <a:bodyPr anchor="t">
            <a:normAutofit fontScale="75000"/>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a:ext uri="{FF2B5EF4-FFF2-40B4-BE49-F238E27FC236}">
                <a16:creationId xmlns:a16="http://schemas.microsoft.com/office/drawing/2014/main" id="{7C4DC021-3187-4BD3-A2E8-28A8DCC8AB4D}"/>
              </a:ext>
            </a:extLst>
          </p:cNvPr>
          <p:cNvSpPr>
            <a:spLocks noGrp="1"/>
          </p:cNvSpPr>
          <p:nvPr/>
        </p:nvSpPr>
        <p:spPr>
          <a:xfrm>
            <a:off x="8039100" y="3990975"/>
            <a:ext cx="3143250" cy="457200"/>
          </a:xfrm>
          <a:prstGeom prst="rect">
            <a:avLst/>
          </a:prstGeom>
          <a:noFill/>
          <a:ln w="0">
            <a:noFill/>
            <a:prstDash val="solid"/>
          </a:ln>
        </p:spPr>
        <p:txBody>
          <a:bodyPr anchor="t">
            <a:normAutofit/>
          </a:bodyPr>
          <a:lstStyle>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a:pPr algn="l">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a:ext uri="{FF2B5EF4-FFF2-40B4-BE49-F238E27FC236}">
                <a16:creationId xmlns:a16="http://schemas.microsoft.com/office/drawing/2014/main" id="{D833232F-4DD9-47D1-8DD3-E4B482373E96}"/>
              </a:ext>
            </a:extLst>
          </p:cNvPr>
          <p:cNvSpPr>
            <a:spLocks noGrp="1"/>
          </p:cNvSpPr>
          <p:nvPr/>
        </p:nvSpPr>
        <p:spPr>
          <a:xfrm>
            <a:off x="552450" y="5153025"/>
            <a:ext cx="3362325" cy="704850"/>
          </a:xfrm>
          <a:prstGeom prst="roundRect">
            <a:avLst>
              <a:gd name="adj" fmla="val 16216"/>
            </a:avLst>
          </a:prstGeom>
          <a:solidFill>
            <a:srgbClr val="102720"/>
          </a:solidFill>
          <a:ln w="9525">
            <a:solidFill>
              <a:srgbClr val="4E9BEC"/>
            </a:solidFill>
            <a:prstDash val="solid"/>
          </a:ln>
        </p:spPr>
      </p:sp>
      <p:sp>
        <p:nvSpPr>
          <p:cNvPr id="29" name="Rectangle 28">
            <a:extLst>
              <a:ext uri="{FF2B5EF4-FFF2-40B4-BE49-F238E27FC236}">
                <a16:creationId xmlns:a16="http://schemas.microsoft.com/office/drawing/2014/main" id="{6B9F5CD6-4D66-45D2-A05F-FEE0466984A0}"/>
              </a:ext>
            </a:extLst>
          </p:cNvPr>
          <p:cNvSpPr>
            <a:spLocks noGrp="1"/>
          </p:cNvSpPr>
          <p:nvPr/>
        </p:nvSpPr>
        <p:spPr>
          <a:xfrm>
            <a:off x="752475" y="5286375"/>
            <a:ext cx="1095375" cy="209550"/>
          </a:xfrm>
          <a:prstGeom prst="rect">
            <a:avLst/>
          </a:prstGeom>
          <a:noFill/>
          <a:ln w="0">
            <a:noFill/>
            <a:prstDash val="solid"/>
          </a:ln>
        </p:spPr>
        <p:txBody>
          <a:bodyPr anchor="t">
            <a:normAutofit fontScale="86111"/>
          </a:bodyPr>
          <a:lstStyle>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a:pPr algn="l">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a:ext uri="{FF2B5EF4-FFF2-40B4-BE49-F238E27FC236}">
                <a16:creationId xmlns:a16="http://schemas.microsoft.com/office/drawing/2014/main" id="{14F37C12-A697-435F-A4C9-211CE404C0D1}"/>
              </a:ext>
            </a:extLst>
          </p:cNvPr>
          <p:cNvSpPr>
            <a:spLocks noGrp="1"/>
          </p:cNvSpPr>
          <p:nvPr/>
        </p:nvSpPr>
        <p:spPr>
          <a:xfrm>
            <a:off x="752475" y="5553075"/>
            <a:ext cx="2857500" cy="209550"/>
          </a:xfrm>
          <a:prstGeom prst="rect">
            <a:avLst/>
          </a:prstGeom>
          <a:noFill/>
          <a:ln w="0">
            <a:noFill/>
            <a:prstDash val="solid"/>
          </a:ln>
        </p:spPr>
        <p:txBody>
          <a:bodyPr anchor="t">
            <a:normAutofit fontScale="64583"/>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a:ext uri="{FF2B5EF4-FFF2-40B4-BE49-F238E27FC236}">
                <a16:creationId xmlns:a16="http://schemas.microsoft.com/office/drawing/2014/main" id="{EBAD4B58-BB72-4E3B-8B08-F4BEB0F4EB38}"/>
              </a:ext>
            </a:extLst>
          </p:cNvPr>
          <p:cNvSpPr>
            <a:spLocks noGrp="1"/>
          </p:cNvSpPr>
          <p:nvPr/>
        </p:nvSpPr>
        <p:spPr>
          <a:xfrm>
            <a:off x="4410075" y="5153025"/>
            <a:ext cx="3362325" cy="704850"/>
          </a:xfrm>
          <a:prstGeom prst="roundRect">
            <a:avLst>
              <a:gd name="adj" fmla="val 16216"/>
            </a:avLst>
          </a:prstGeom>
          <a:solidFill>
            <a:srgbClr val="102720"/>
          </a:solidFill>
          <a:ln w="9525">
            <a:solidFill>
              <a:srgbClr val="E84AAB"/>
            </a:solidFill>
            <a:prstDash val="solid"/>
          </a:ln>
        </p:spPr>
      </p:sp>
      <p:sp>
        <p:nvSpPr>
          <p:cNvPr id="32" name="Rectangle 31">
            <a:extLst>
              <a:ext uri="{FF2B5EF4-FFF2-40B4-BE49-F238E27FC236}">
                <a16:creationId xmlns:a16="http://schemas.microsoft.com/office/drawing/2014/main" id="{8D1FD9DA-63EF-4474-860A-8320CE56A378}"/>
              </a:ext>
            </a:extLst>
          </p:cNvPr>
          <p:cNvSpPr>
            <a:spLocks noGrp="1"/>
          </p:cNvSpPr>
          <p:nvPr/>
        </p:nvSpPr>
        <p:spPr>
          <a:xfrm>
            <a:off x="4610100" y="5286375"/>
            <a:ext cx="1095375" cy="209550"/>
          </a:xfrm>
          <a:prstGeom prst="rect">
            <a:avLst/>
          </a:prstGeom>
          <a:noFill/>
          <a:ln w="0">
            <a:noFill/>
            <a:prstDash val="solid"/>
          </a:ln>
        </p:spPr>
        <p:txBody>
          <a:bodyPr anchor="t">
            <a:normAutofit fontScale="86111"/>
          </a:bodyPr>
          <a:lstStyle>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a:pPr algn="l">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a:ext uri="{FF2B5EF4-FFF2-40B4-BE49-F238E27FC236}">
                <a16:creationId xmlns:a16="http://schemas.microsoft.com/office/drawing/2014/main" id="{BF784A0E-FC0A-4613-9A31-6977F6C28B58}"/>
              </a:ext>
            </a:extLst>
          </p:cNvPr>
          <p:cNvSpPr>
            <a:spLocks noGrp="1"/>
          </p:cNvSpPr>
          <p:nvPr/>
        </p:nvSpPr>
        <p:spPr>
          <a:xfrm>
            <a:off x="4610100" y="5553075"/>
            <a:ext cx="2857500" cy="209550"/>
          </a:xfrm>
          <a:prstGeom prst="rect">
            <a:avLst/>
          </a:prstGeom>
          <a:noFill/>
          <a:ln w="0">
            <a:noFill/>
            <a:prstDash val="solid"/>
          </a:ln>
        </p:spPr>
        <p:txBody>
          <a:bodyPr anchor="t">
            <a:normAutofit fontScale="64583"/>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a:ext uri="{FF2B5EF4-FFF2-40B4-BE49-F238E27FC236}">
                <a16:creationId xmlns:a16="http://schemas.microsoft.com/office/drawing/2014/main" id="{EFD250C1-E88A-4312-BA10-F9D07AE729F9}"/>
              </a:ext>
            </a:extLst>
          </p:cNvPr>
          <p:cNvSpPr>
            <a:spLocks noGrp="1"/>
          </p:cNvSpPr>
          <p:nvPr/>
        </p:nvSpPr>
        <p:spPr>
          <a:xfrm>
            <a:off x="8267700" y="5153025"/>
            <a:ext cx="3371850" cy="704850"/>
          </a:xfrm>
          <a:prstGeom prst="roundRect">
            <a:avLst>
              <a:gd name="adj" fmla="val 16216"/>
            </a:avLst>
          </a:prstGeom>
          <a:solidFill>
            <a:srgbClr val="102720"/>
          </a:solidFill>
          <a:ln w="9525">
            <a:solidFill>
              <a:srgbClr val="2DBD73"/>
            </a:solidFill>
            <a:prstDash val="solid"/>
          </a:ln>
        </p:spPr>
      </p:sp>
      <p:sp>
        <p:nvSpPr>
          <p:cNvPr id="35" name="Rectangle 34">
            <a:extLst>
              <a:ext uri="{FF2B5EF4-FFF2-40B4-BE49-F238E27FC236}">
                <a16:creationId xmlns:a16="http://schemas.microsoft.com/office/drawing/2014/main" id="{D83F6E2A-D656-479B-AC71-B324CA10377A}"/>
              </a:ext>
            </a:extLst>
          </p:cNvPr>
          <p:cNvSpPr>
            <a:spLocks noGrp="1"/>
          </p:cNvSpPr>
          <p:nvPr/>
        </p:nvSpPr>
        <p:spPr>
          <a:xfrm>
            <a:off x="8467725" y="5286375"/>
            <a:ext cx="1428750" cy="209550"/>
          </a:xfrm>
          <a:prstGeom prst="rect">
            <a:avLst/>
          </a:prstGeom>
          <a:noFill/>
          <a:ln w="0">
            <a:noFill/>
            <a:prstDash val="solid"/>
          </a:ln>
        </p:spPr>
        <p:txBody>
          <a:bodyPr anchor="t">
            <a:normAutofit fontScale="86111"/>
          </a:bodyPr>
          <a:lstStyle>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a:pPr algn="l">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a:ext uri="{FF2B5EF4-FFF2-40B4-BE49-F238E27FC236}">
                <a16:creationId xmlns:a16="http://schemas.microsoft.com/office/drawing/2014/main" id="{39119885-E2E5-4A49-8C5D-A1E77AFF7228}"/>
              </a:ext>
            </a:extLst>
          </p:cNvPr>
          <p:cNvSpPr>
            <a:spLocks noGrp="1"/>
          </p:cNvSpPr>
          <p:nvPr/>
        </p:nvSpPr>
        <p:spPr>
          <a:xfrm>
            <a:off x="8467725" y="5553075"/>
            <a:ext cx="2857500" cy="209550"/>
          </a:xfrm>
          <a:prstGeom prst="rect">
            <a:avLst/>
          </a:prstGeom>
          <a:noFill/>
          <a:ln w="0">
            <a:noFill/>
            <a:prstDash val="solid"/>
          </a:ln>
        </p:spPr>
        <p:txBody>
          <a:bodyPr anchor="t">
            <a:normAutofit fontScale="64583"/>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a:ext uri="{FF2B5EF4-FFF2-40B4-BE49-F238E27FC236}">
                <a16:creationId xmlns:a16="http://schemas.microsoft.com/office/drawing/2014/main" id="{785B946A-E51B-473C-95A1-90368CF39981}"/>
              </a:ext>
            </a:extLst>
          </p:cNvPr>
          <p:cNvSpPr>
            <a:spLocks noGrp="1"/>
          </p:cNvSpPr>
          <p:nvPr/>
        </p:nvSpPr>
        <p:spPr>
          <a:xfrm>
            <a:off x="609600" y="6019800"/>
            <a:ext cx="10953750" cy="266700"/>
          </a:xfrm>
          <a:prstGeom prst="rect">
            <a:avLst/>
          </a:prstGeom>
          <a:noFill/>
          <a:ln w="0">
            <a:noFill/>
            <a:prstDash val="solid"/>
          </a:ln>
        </p:spPr>
        <p:txBody>
          <a:bodyPr anchor="t">
            <a:normAutofit fontScale="90196"/>
          </a:bodyPr>
          <a:lstStyle>
            <a:defPPr algn="ctr">
              <a:defRPr sz="1275" b="1" i="0">
                <a:solidFill>
                  <a:srgbClr val="E46760"/>
                </a:solidFill>
                <a:latin typeface="Arial"/>
                <a:ea typeface="Arial"/>
                <a:cs typeface="Arial"/>
              </a:defRPr>
            </a:defPPr>
            <a:lvl1pPr algn="ctr">
              <a:defRPr sz="1275" b="1" i="0">
                <a:solidFill>
                  <a:srgbClr val="E46760"/>
                </a:solidFill>
                <a:latin typeface="Arial"/>
                <a:ea typeface="Arial"/>
                <a:cs typeface="Arial"/>
              </a:defRPr>
            </a:lvl1pPr>
            <a:lvl2pPr algn="ctr">
              <a:defRPr sz="1275" b="1" i="0">
                <a:solidFill>
                  <a:srgbClr val="E46760"/>
                </a:solidFill>
                <a:latin typeface="Arial"/>
                <a:ea typeface="Arial"/>
                <a:cs typeface="Arial"/>
              </a:defRPr>
            </a:lvl2pPr>
            <a:lvl3pPr algn="ctr">
              <a:defRPr sz="1275" b="1" i="0">
                <a:solidFill>
                  <a:srgbClr val="E46760"/>
                </a:solidFill>
                <a:latin typeface="Arial"/>
                <a:ea typeface="Arial"/>
                <a:cs typeface="Arial"/>
              </a:defRPr>
            </a:lvl3pPr>
            <a:lvl4pPr algn="ctr">
              <a:defRPr sz="1275" b="1" i="0">
                <a:solidFill>
                  <a:srgbClr val="E46760"/>
                </a:solidFill>
                <a:latin typeface="Arial"/>
                <a:ea typeface="Arial"/>
                <a:cs typeface="Arial"/>
              </a:defRPr>
            </a:lvl4pPr>
            <a:lvl5pPr algn="ctr">
              <a:defRPr sz="1275" b="1" i="0">
                <a:solidFill>
                  <a:srgbClr val="E46760"/>
                </a:solidFill>
                <a:latin typeface="Arial"/>
                <a:ea typeface="Arial"/>
                <a:cs typeface="Arial"/>
              </a:defRPr>
            </a:lvl5pPr>
            <a:lvl6pPr algn="ctr">
              <a:defRPr sz="1275" b="1" i="0">
                <a:solidFill>
                  <a:srgbClr val="E46760"/>
                </a:solidFill>
                <a:latin typeface="Arial"/>
                <a:ea typeface="Arial"/>
                <a:cs typeface="Arial"/>
              </a:defRPr>
            </a:lvl6pPr>
            <a:lvl7pPr algn="ctr">
              <a:defRPr sz="1275" b="1" i="0">
                <a:solidFill>
                  <a:srgbClr val="E46760"/>
                </a:solidFill>
                <a:latin typeface="Arial"/>
                <a:ea typeface="Arial"/>
                <a:cs typeface="Arial"/>
              </a:defRPr>
            </a:lvl7pPr>
            <a:lvl8pPr algn="ctr">
              <a:defRPr sz="1275" b="1" i="0">
                <a:solidFill>
                  <a:srgbClr val="E46760"/>
                </a:solidFill>
                <a:latin typeface="Arial"/>
                <a:ea typeface="Arial"/>
                <a:cs typeface="Arial"/>
              </a:defRPr>
            </a:lvl8pPr>
            <a:lvl9pPr algn="ctr">
              <a:defRPr sz="1275" b="1" i="0">
                <a:solidFill>
                  <a:srgbClr val="E46760"/>
                </a:solidFill>
                <a:latin typeface="Arial"/>
                <a:ea typeface="Arial"/>
                <a:cs typeface="Arial"/>
              </a:defRPr>
            </a:lvl9pPr>
          </a:lstStyle>
          <a:p>
            <a:pPr algn="ctr">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1BE20E7-68B8-40A9-B133-152809AC4685}"/>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CF7B140B-0D00-4EFD-9921-1EEBD1A11047}"/>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A2F90E95-CEDB-4F5A-9C61-DBC42E1CFCAF}"/>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a:ext uri="{FF2B5EF4-FFF2-40B4-BE49-F238E27FC236}">
                <a16:creationId xmlns:a16="http://schemas.microsoft.com/office/drawing/2014/main" id="{BE12B3F8-7B56-4A77-94EA-D3DD60DBED4C}"/>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a:ext uri="{FF2B5EF4-FFF2-40B4-BE49-F238E27FC236}">
                <a16:creationId xmlns:a16="http://schemas.microsoft.com/office/drawing/2014/main" id="{F43738A1-ACE5-4D61-861B-E8DBAAF73392}"/>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a:ext uri="{FF2B5EF4-FFF2-40B4-BE49-F238E27FC236}">
                <a16:creationId xmlns:a16="http://schemas.microsoft.com/office/drawing/2014/main" id="{9A00B9FB-3631-433C-990F-7F4349C3EDD7}"/>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a:ext uri="{FF2B5EF4-FFF2-40B4-BE49-F238E27FC236}">
                <a16:creationId xmlns:a16="http://schemas.microsoft.com/office/drawing/2014/main" id="{B9BE3FC3-D883-43B3-9917-1BCA7D578087}"/>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a:ext uri="{FF2B5EF4-FFF2-40B4-BE49-F238E27FC236}">
                <a16:creationId xmlns:a16="http://schemas.microsoft.com/office/drawing/2014/main" id="{7852BBEB-34DE-4387-82C7-6E1390F3D028}"/>
              </a:ext>
            </a:extLst>
          </p:cNvPr>
          <p:cNvSpPr>
            <a:spLocks noGrp="1"/>
          </p:cNvSpPr>
          <p:nvPr/>
        </p:nvSpPr>
        <p:spPr>
          <a:xfrm>
            <a:off x="552450" y="1562100"/>
            <a:ext cx="704850" cy="590550"/>
          </a:xfrm>
          <a:prstGeom prst="roundRect">
            <a:avLst>
              <a:gd name="adj" fmla="val 12903"/>
            </a:avLst>
          </a:prstGeom>
          <a:solidFill>
            <a:srgbClr val="4E9BEC"/>
          </a:solidFill>
          <a:ln w="0">
            <a:noFill/>
            <a:prstDash val="solid"/>
          </a:ln>
        </p:spPr>
      </p:sp>
      <p:sp>
        <p:nvSpPr>
          <p:cNvPr id="9" name="Rectangle 8">
            <a:extLst>
              <a:ext uri="{FF2B5EF4-FFF2-40B4-BE49-F238E27FC236}">
                <a16:creationId xmlns:a16="http://schemas.microsoft.com/office/drawing/2014/main" id="{38370D30-19CE-4175-82A7-B4B2A38A24A2}"/>
              </a:ext>
            </a:extLst>
          </p:cNvPr>
          <p:cNvSpPr>
            <a:spLocks noGrp="1"/>
          </p:cNvSpPr>
          <p:nvPr/>
        </p:nvSpPr>
        <p:spPr>
          <a:xfrm>
            <a:off x="552450" y="1676400"/>
            <a:ext cx="704850" cy="285750"/>
          </a:xfrm>
          <a:prstGeom prst="rect">
            <a:avLst/>
          </a:prstGeom>
          <a:noFill/>
          <a:ln w="0">
            <a:noFill/>
            <a:prstDash val="solid"/>
          </a:ln>
        </p:spPr>
        <p:txBody>
          <a:bodyPr anchor="t">
            <a:normAutofit fontScale="85000"/>
          </a:bodyPr>
          <a:lstStyle>
            <a:defPPr algn="ctr">
              <a:defRPr sz="1500" b="1" i="0">
                <a:solidFill>
                  <a:srgbClr val="091A15"/>
                </a:solidFill>
                <a:latin typeface="Arial"/>
                <a:ea typeface="Arial"/>
                <a:cs typeface="Arial"/>
              </a:defRPr>
            </a:defPPr>
            <a:lvl1pPr algn="ctr">
              <a:defRPr sz="1500" b="1" i="0">
                <a:solidFill>
                  <a:srgbClr val="091A15"/>
                </a:solidFill>
                <a:latin typeface="Arial"/>
                <a:ea typeface="Arial"/>
                <a:cs typeface="Arial"/>
              </a:defRPr>
            </a:lvl1pPr>
            <a:lvl2pPr algn="ctr">
              <a:defRPr sz="1500" b="1" i="0">
                <a:solidFill>
                  <a:srgbClr val="091A15"/>
                </a:solidFill>
                <a:latin typeface="Arial"/>
                <a:ea typeface="Arial"/>
                <a:cs typeface="Arial"/>
              </a:defRPr>
            </a:lvl2pPr>
            <a:lvl3pPr algn="ctr">
              <a:defRPr sz="1500" b="1" i="0">
                <a:solidFill>
                  <a:srgbClr val="091A15"/>
                </a:solidFill>
                <a:latin typeface="Arial"/>
                <a:ea typeface="Arial"/>
                <a:cs typeface="Arial"/>
              </a:defRPr>
            </a:lvl3pPr>
            <a:lvl4pPr algn="ctr">
              <a:defRPr sz="1500" b="1" i="0">
                <a:solidFill>
                  <a:srgbClr val="091A15"/>
                </a:solidFill>
                <a:latin typeface="Arial"/>
                <a:ea typeface="Arial"/>
                <a:cs typeface="Arial"/>
              </a:defRPr>
            </a:lvl4pPr>
            <a:lvl5pPr algn="ctr">
              <a:defRPr sz="1500" b="1" i="0">
                <a:solidFill>
                  <a:srgbClr val="091A15"/>
                </a:solidFill>
                <a:latin typeface="Arial"/>
                <a:ea typeface="Arial"/>
                <a:cs typeface="Arial"/>
              </a:defRPr>
            </a:lvl5pPr>
            <a:lvl6pPr algn="ctr">
              <a:defRPr sz="1500" b="1" i="0">
                <a:solidFill>
                  <a:srgbClr val="091A15"/>
                </a:solidFill>
                <a:latin typeface="Arial"/>
                <a:ea typeface="Arial"/>
                <a:cs typeface="Arial"/>
              </a:defRPr>
            </a:lvl6pPr>
            <a:lvl7pPr algn="ctr">
              <a:defRPr sz="1500" b="1" i="0">
                <a:solidFill>
                  <a:srgbClr val="091A15"/>
                </a:solidFill>
                <a:latin typeface="Arial"/>
                <a:ea typeface="Arial"/>
                <a:cs typeface="Arial"/>
              </a:defRPr>
            </a:lvl7pPr>
            <a:lvl8pPr algn="ctr">
              <a:defRPr sz="1500" b="1" i="0">
                <a:solidFill>
                  <a:srgbClr val="091A15"/>
                </a:solidFill>
                <a:latin typeface="Arial"/>
                <a:ea typeface="Arial"/>
                <a:cs typeface="Arial"/>
              </a:defRPr>
            </a:lvl8pPr>
            <a:lvl9pPr algn="ctr">
              <a:defRPr sz="1500" b="1" i="0">
                <a:solidFill>
                  <a:srgbClr val="091A15"/>
                </a:solidFill>
                <a:latin typeface="Arial"/>
                <a:ea typeface="Arial"/>
                <a:cs typeface="Arial"/>
              </a:defRPr>
            </a:lvl9pPr>
          </a:lstStyle>
          <a:p>
            <a:pPr algn="ctr">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a:ext uri="{FF2B5EF4-FFF2-40B4-BE49-F238E27FC236}">
                <a16:creationId xmlns:a16="http://schemas.microsoft.com/office/drawing/2014/main" id="{62DB676F-24CD-4538-8EFA-178F3681B4AD}"/>
              </a:ext>
            </a:extLst>
          </p:cNvPr>
          <p:cNvSpPr>
            <a:spLocks noGrp="1"/>
          </p:cNvSpPr>
          <p:nvPr/>
        </p:nvSpPr>
        <p:spPr>
          <a:xfrm>
            <a:off x="1514475" y="1590675"/>
            <a:ext cx="2333625" cy="266700"/>
          </a:xfrm>
          <a:prstGeom prst="rect">
            <a:avLst/>
          </a:prstGeom>
          <a:noFill/>
          <a:ln w="0">
            <a:noFill/>
            <a:prstDash val="solid"/>
          </a:ln>
        </p:spPr>
        <p:txBody>
          <a:bodyPr anchor="t">
            <a:normAutofit fontScale="80702"/>
          </a:bodyPr>
          <a:lstStyle>
            <a:defPPr algn="l">
              <a:defRPr sz="1425" b="1" i="0">
                <a:solidFill>
                  <a:srgbClr val="4E9BEC"/>
                </a:solidFill>
                <a:latin typeface="Arial"/>
                <a:ea typeface="Arial"/>
                <a:cs typeface="Arial"/>
              </a:defRPr>
            </a:defPPr>
            <a:lvl1pPr algn="l">
              <a:defRPr sz="1425" b="1" i="0">
                <a:solidFill>
                  <a:srgbClr val="4E9BEC"/>
                </a:solidFill>
                <a:latin typeface="Arial"/>
                <a:ea typeface="Arial"/>
                <a:cs typeface="Arial"/>
              </a:defRPr>
            </a:lvl1pPr>
            <a:lvl2pPr algn="l">
              <a:defRPr sz="1425" b="1" i="0">
                <a:solidFill>
                  <a:srgbClr val="4E9BEC"/>
                </a:solidFill>
                <a:latin typeface="Arial"/>
                <a:ea typeface="Arial"/>
                <a:cs typeface="Arial"/>
              </a:defRPr>
            </a:lvl2pPr>
            <a:lvl3pPr algn="l">
              <a:defRPr sz="1425" b="1" i="0">
                <a:solidFill>
                  <a:srgbClr val="4E9BEC"/>
                </a:solidFill>
                <a:latin typeface="Arial"/>
                <a:ea typeface="Arial"/>
                <a:cs typeface="Arial"/>
              </a:defRPr>
            </a:lvl3pPr>
            <a:lvl4pPr algn="l">
              <a:defRPr sz="1425" b="1" i="0">
                <a:solidFill>
                  <a:srgbClr val="4E9BEC"/>
                </a:solidFill>
                <a:latin typeface="Arial"/>
                <a:ea typeface="Arial"/>
                <a:cs typeface="Arial"/>
              </a:defRPr>
            </a:lvl4pPr>
            <a:lvl5pPr algn="l">
              <a:defRPr sz="1425" b="1" i="0">
                <a:solidFill>
                  <a:srgbClr val="4E9BEC"/>
                </a:solidFill>
                <a:latin typeface="Arial"/>
                <a:ea typeface="Arial"/>
                <a:cs typeface="Arial"/>
              </a:defRPr>
            </a:lvl5pPr>
            <a:lvl6pPr algn="l">
              <a:defRPr sz="1425" b="1" i="0">
                <a:solidFill>
                  <a:srgbClr val="4E9BEC"/>
                </a:solidFill>
                <a:latin typeface="Arial"/>
                <a:ea typeface="Arial"/>
                <a:cs typeface="Arial"/>
              </a:defRPr>
            </a:lvl6pPr>
            <a:lvl7pPr algn="l">
              <a:defRPr sz="1425" b="1" i="0">
                <a:solidFill>
                  <a:srgbClr val="4E9BEC"/>
                </a:solidFill>
                <a:latin typeface="Arial"/>
                <a:ea typeface="Arial"/>
                <a:cs typeface="Arial"/>
              </a:defRPr>
            </a:lvl7pPr>
            <a:lvl8pPr algn="l">
              <a:defRPr sz="1425" b="1" i="0">
                <a:solidFill>
                  <a:srgbClr val="4E9BEC"/>
                </a:solidFill>
                <a:latin typeface="Arial"/>
                <a:ea typeface="Arial"/>
                <a:cs typeface="Arial"/>
              </a:defRPr>
            </a:lvl8pPr>
            <a:lvl9pPr algn="l">
              <a:defRPr sz="1425" b="1" i="0">
                <a:solidFill>
                  <a:srgbClr val="4E9BEC"/>
                </a:solidFill>
                <a:latin typeface="Arial"/>
                <a:ea typeface="Arial"/>
                <a:cs typeface="Arial"/>
              </a:defRPr>
            </a:lvl9pPr>
          </a:lstStyle>
          <a:p>
            <a:pPr algn="l">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a:ext uri="{FF2B5EF4-FFF2-40B4-BE49-F238E27FC236}">
                <a16:creationId xmlns:a16="http://schemas.microsoft.com/office/drawing/2014/main" id="{DE43A2C3-7F2B-411C-B237-22E4A8BBAE3A}"/>
              </a:ext>
            </a:extLst>
          </p:cNvPr>
          <p:cNvSpPr>
            <a:spLocks noGrp="1"/>
          </p:cNvSpPr>
          <p:nvPr/>
        </p:nvSpPr>
        <p:spPr>
          <a:xfrm>
            <a:off x="3886200" y="1562100"/>
            <a:ext cx="7524750" cy="504825"/>
          </a:xfrm>
          <a:prstGeom prst="rect">
            <a:avLst/>
          </a:prstGeom>
          <a:noFill/>
          <a:ln w="0">
            <a:noFill/>
            <a:prstDash val="solid"/>
          </a:ln>
        </p:spPr>
        <p:txBody>
          <a:bodyPr anchor="t">
            <a:normAutofit/>
          </a:bodyPr>
          <a:lstStyle>
            <a:defPPr algn="l">
              <a:defRPr sz="1200" b="0" i="0">
                <a:solidFill>
                  <a:srgbClr val="F4F7F5"/>
                </a:solidFill>
                <a:latin typeface="Arial"/>
                <a:ea typeface="Arial"/>
                <a:cs typeface="Arial"/>
              </a:defRPr>
            </a:defPPr>
            <a:lvl1pPr algn="l">
              <a:defRPr sz="1200" b="0" i="0">
                <a:solidFill>
                  <a:srgbClr val="F4F7F5"/>
                </a:solidFill>
                <a:latin typeface="Arial"/>
                <a:ea typeface="Arial"/>
                <a:cs typeface="Arial"/>
              </a:defRPr>
            </a:lvl1pPr>
            <a:lvl2pPr algn="l">
              <a:defRPr sz="1200" b="0" i="0">
                <a:solidFill>
                  <a:srgbClr val="F4F7F5"/>
                </a:solidFill>
                <a:latin typeface="Arial"/>
                <a:ea typeface="Arial"/>
                <a:cs typeface="Arial"/>
              </a:defRPr>
            </a:lvl2pPr>
            <a:lvl3pPr algn="l">
              <a:defRPr sz="1200" b="0" i="0">
                <a:solidFill>
                  <a:srgbClr val="F4F7F5"/>
                </a:solidFill>
                <a:latin typeface="Arial"/>
                <a:ea typeface="Arial"/>
                <a:cs typeface="Arial"/>
              </a:defRPr>
            </a:lvl3pPr>
            <a:lvl4pPr algn="l">
              <a:defRPr sz="1200" b="0" i="0">
                <a:solidFill>
                  <a:srgbClr val="F4F7F5"/>
                </a:solidFill>
                <a:latin typeface="Arial"/>
                <a:ea typeface="Arial"/>
                <a:cs typeface="Arial"/>
              </a:defRPr>
            </a:lvl4pPr>
            <a:lvl5pPr algn="l">
              <a:defRPr sz="1200" b="0" i="0">
                <a:solidFill>
                  <a:srgbClr val="F4F7F5"/>
                </a:solidFill>
                <a:latin typeface="Arial"/>
                <a:ea typeface="Arial"/>
                <a:cs typeface="Arial"/>
              </a:defRPr>
            </a:lvl5pPr>
            <a:lvl6pPr algn="l">
              <a:defRPr sz="1200" b="0" i="0">
                <a:solidFill>
                  <a:srgbClr val="F4F7F5"/>
                </a:solidFill>
                <a:latin typeface="Arial"/>
                <a:ea typeface="Arial"/>
                <a:cs typeface="Arial"/>
              </a:defRPr>
            </a:lvl6pPr>
            <a:lvl7pPr algn="l">
              <a:defRPr sz="1200" b="0" i="0">
                <a:solidFill>
                  <a:srgbClr val="F4F7F5"/>
                </a:solidFill>
                <a:latin typeface="Arial"/>
                <a:ea typeface="Arial"/>
                <a:cs typeface="Arial"/>
              </a:defRPr>
            </a:lvl7pPr>
            <a:lvl8pPr algn="l">
              <a:defRPr sz="1200" b="0" i="0">
                <a:solidFill>
                  <a:srgbClr val="F4F7F5"/>
                </a:solidFill>
                <a:latin typeface="Arial"/>
                <a:ea typeface="Arial"/>
                <a:cs typeface="Arial"/>
              </a:defRPr>
            </a:lvl8pPr>
            <a:lvl9pPr algn="l">
              <a:defRPr sz="1200" b="0" i="0">
                <a:solidFill>
                  <a:srgbClr val="F4F7F5"/>
                </a:solidFill>
                <a:latin typeface="Arial"/>
                <a:ea typeface="Arial"/>
                <a:cs typeface="Arial"/>
              </a:defRPr>
            </a:lvl9pPr>
          </a:lstStyle>
          <a:p>
            <a:pPr algn="l">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a:ext uri="{FF2B5EF4-FFF2-40B4-BE49-F238E27FC236}">
                <a16:creationId xmlns:a16="http://schemas.microsoft.com/office/drawing/2014/main" id="{35C036E1-C8CC-49F0-AFE7-13624B1C1B6A}"/>
              </a:ext>
            </a:extLst>
          </p:cNvPr>
          <p:cNvSpPr>
            <a:spLocks noGrp="1"/>
          </p:cNvSpPr>
          <p:nvPr/>
        </p:nvSpPr>
        <p:spPr>
          <a:xfrm>
            <a:off x="552450" y="2409825"/>
            <a:ext cx="704850" cy="590550"/>
          </a:xfrm>
          <a:prstGeom prst="roundRect">
            <a:avLst>
              <a:gd name="adj" fmla="val 12903"/>
            </a:avLst>
          </a:prstGeom>
          <a:solidFill>
            <a:srgbClr val="3FC6D6"/>
          </a:solidFill>
          <a:ln w="0">
            <a:noFill/>
            <a:prstDash val="solid"/>
          </a:ln>
        </p:spPr>
      </p:sp>
      <p:sp>
        <p:nvSpPr>
          <p:cNvPr id="13" name="Rectangle 12">
            <a:extLst>
              <a:ext uri="{FF2B5EF4-FFF2-40B4-BE49-F238E27FC236}">
                <a16:creationId xmlns:a16="http://schemas.microsoft.com/office/drawing/2014/main" id="{505C8428-1745-475A-8D9C-B93C5E9666BD}"/>
              </a:ext>
            </a:extLst>
          </p:cNvPr>
          <p:cNvSpPr>
            <a:spLocks noGrp="1"/>
          </p:cNvSpPr>
          <p:nvPr/>
        </p:nvSpPr>
        <p:spPr>
          <a:xfrm>
            <a:off x="552450" y="2524125"/>
            <a:ext cx="704850" cy="285750"/>
          </a:xfrm>
          <a:prstGeom prst="rect">
            <a:avLst/>
          </a:prstGeom>
          <a:noFill/>
          <a:ln w="0">
            <a:noFill/>
            <a:prstDash val="solid"/>
          </a:ln>
        </p:spPr>
        <p:txBody>
          <a:bodyPr anchor="t">
            <a:normAutofit fontScale="85000"/>
          </a:bodyPr>
          <a:lstStyle>
            <a:defPPr algn="ctr">
              <a:defRPr sz="1500" b="1" i="0">
                <a:solidFill>
                  <a:srgbClr val="091A15"/>
                </a:solidFill>
                <a:latin typeface="Arial"/>
                <a:ea typeface="Arial"/>
                <a:cs typeface="Arial"/>
              </a:defRPr>
            </a:defPPr>
            <a:lvl1pPr algn="ctr">
              <a:defRPr sz="1500" b="1" i="0">
                <a:solidFill>
                  <a:srgbClr val="091A15"/>
                </a:solidFill>
                <a:latin typeface="Arial"/>
                <a:ea typeface="Arial"/>
                <a:cs typeface="Arial"/>
              </a:defRPr>
            </a:lvl1pPr>
            <a:lvl2pPr algn="ctr">
              <a:defRPr sz="1500" b="1" i="0">
                <a:solidFill>
                  <a:srgbClr val="091A15"/>
                </a:solidFill>
                <a:latin typeface="Arial"/>
                <a:ea typeface="Arial"/>
                <a:cs typeface="Arial"/>
              </a:defRPr>
            </a:lvl2pPr>
            <a:lvl3pPr algn="ctr">
              <a:defRPr sz="1500" b="1" i="0">
                <a:solidFill>
                  <a:srgbClr val="091A15"/>
                </a:solidFill>
                <a:latin typeface="Arial"/>
                <a:ea typeface="Arial"/>
                <a:cs typeface="Arial"/>
              </a:defRPr>
            </a:lvl3pPr>
            <a:lvl4pPr algn="ctr">
              <a:defRPr sz="1500" b="1" i="0">
                <a:solidFill>
                  <a:srgbClr val="091A15"/>
                </a:solidFill>
                <a:latin typeface="Arial"/>
                <a:ea typeface="Arial"/>
                <a:cs typeface="Arial"/>
              </a:defRPr>
            </a:lvl4pPr>
            <a:lvl5pPr algn="ctr">
              <a:defRPr sz="1500" b="1" i="0">
                <a:solidFill>
                  <a:srgbClr val="091A15"/>
                </a:solidFill>
                <a:latin typeface="Arial"/>
                <a:ea typeface="Arial"/>
                <a:cs typeface="Arial"/>
              </a:defRPr>
            </a:lvl5pPr>
            <a:lvl6pPr algn="ctr">
              <a:defRPr sz="1500" b="1" i="0">
                <a:solidFill>
                  <a:srgbClr val="091A15"/>
                </a:solidFill>
                <a:latin typeface="Arial"/>
                <a:ea typeface="Arial"/>
                <a:cs typeface="Arial"/>
              </a:defRPr>
            </a:lvl6pPr>
            <a:lvl7pPr algn="ctr">
              <a:defRPr sz="1500" b="1" i="0">
                <a:solidFill>
                  <a:srgbClr val="091A15"/>
                </a:solidFill>
                <a:latin typeface="Arial"/>
                <a:ea typeface="Arial"/>
                <a:cs typeface="Arial"/>
              </a:defRPr>
            </a:lvl7pPr>
            <a:lvl8pPr algn="ctr">
              <a:defRPr sz="1500" b="1" i="0">
                <a:solidFill>
                  <a:srgbClr val="091A15"/>
                </a:solidFill>
                <a:latin typeface="Arial"/>
                <a:ea typeface="Arial"/>
                <a:cs typeface="Arial"/>
              </a:defRPr>
            </a:lvl8pPr>
            <a:lvl9pPr algn="ctr">
              <a:defRPr sz="1500" b="1" i="0">
                <a:solidFill>
                  <a:srgbClr val="091A15"/>
                </a:solidFill>
                <a:latin typeface="Arial"/>
                <a:ea typeface="Arial"/>
                <a:cs typeface="Arial"/>
              </a:defRPr>
            </a:lvl9pPr>
          </a:lstStyle>
          <a:p>
            <a:pPr algn="ctr">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a:ext uri="{FF2B5EF4-FFF2-40B4-BE49-F238E27FC236}">
                <a16:creationId xmlns:a16="http://schemas.microsoft.com/office/drawing/2014/main" id="{728C4099-E71D-44BF-8503-898B459B4F06}"/>
              </a:ext>
            </a:extLst>
          </p:cNvPr>
          <p:cNvSpPr>
            <a:spLocks noGrp="1"/>
          </p:cNvSpPr>
          <p:nvPr/>
        </p:nvSpPr>
        <p:spPr>
          <a:xfrm>
            <a:off x="1514475" y="2438400"/>
            <a:ext cx="2333625" cy="266700"/>
          </a:xfrm>
          <a:prstGeom prst="rect">
            <a:avLst/>
          </a:prstGeom>
          <a:noFill/>
          <a:ln w="0">
            <a:noFill/>
            <a:prstDash val="solid"/>
          </a:ln>
        </p:spPr>
        <p:txBody>
          <a:bodyPr anchor="t">
            <a:normAutofit fontScale="80702"/>
          </a:bodyPr>
          <a:lstStyle>
            <a:defPPr algn="l">
              <a:defRPr sz="1425" b="1" i="0">
                <a:solidFill>
                  <a:srgbClr val="3FC6D6"/>
                </a:solidFill>
                <a:latin typeface="Arial"/>
                <a:ea typeface="Arial"/>
                <a:cs typeface="Arial"/>
              </a:defRPr>
            </a:defPPr>
            <a:lvl1pPr algn="l">
              <a:defRPr sz="1425" b="1" i="0">
                <a:solidFill>
                  <a:srgbClr val="3FC6D6"/>
                </a:solidFill>
                <a:latin typeface="Arial"/>
                <a:ea typeface="Arial"/>
                <a:cs typeface="Arial"/>
              </a:defRPr>
            </a:lvl1pPr>
            <a:lvl2pPr algn="l">
              <a:defRPr sz="1425" b="1" i="0">
                <a:solidFill>
                  <a:srgbClr val="3FC6D6"/>
                </a:solidFill>
                <a:latin typeface="Arial"/>
                <a:ea typeface="Arial"/>
                <a:cs typeface="Arial"/>
              </a:defRPr>
            </a:lvl2pPr>
            <a:lvl3pPr algn="l">
              <a:defRPr sz="1425" b="1" i="0">
                <a:solidFill>
                  <a:srgbClr val="3FC6D6"/>
                </a:solidFill>
                <a:latin typeface="Arial"/>
                <a:ea typeface="Arial"/>
                <a:cs typeface="Arial"/>
              </a:defRPr>
            </a:lvl3pPr>
            <a:lvl4pPr algn="l">
              <a:defRPr sz="1425" b="1" i="0">
                <a:solidFill>
                  <a:srgbClr val="3FC6D6"/>
                </a:solidFill>
                <a:latin typeface="Arial"/>
                <a:ea typeface="Arial"/>
                <a:cs typeface="Arial"/>
              </a:defRPr>
            </a:lvl4pPr>
            <a:lvl5pPr algn="l">
              <a:defRPr sz="1425" b="1" i="0">
                <a:solidFill>
                  <a:srgbClr val="3FC6D6"/>
                </a:solidFill>
                <a:latin typeface="Arial"/>
                <a:ea typeface="Arial"/>
                <a:cs typeface="Arial"/>
              </a:defRPr>
            </a:lvl5pPr>
            <a:lvl6pPr algn="l">
              <a:defRPr sz="1425" b="1" i="0">
                <a:solidFill>
                  <a:srgbClr val="3FC6D6"/>
                </a:solidFill>
                <a:latin typeface="Arial"/>
                <a:ea typeface="Arial"/>
                <a:cs typeface="Arial"/>
              </a:defRPr>
            </a:lvl6pPr>
            <a:lvl7pPr algn="l">
              <a:defRPr sz="1425" b="1" i="0">
                <a:solidFill>
                  <a:srgbClr val="3FC6D6"/>
                </a:solidFill>
                <a:latin typeface="Arial"/>
                <a:ea typeface="Arial"/>
                <a:cs typeface="Arial"/>
              </a:defRPr>
            </a:lvl7pPr>
            <a:lvl8pPr algn="l">
              <a:defRPr sz="1425" b="1" i="0">
                <a:solidFill>
                  <a:srgbClr val="3FC6D6"/>
                </a:solidFill>
                <a:latin typeface="Arial"/>
                <a:ea typeface="Arial"/>
                <a:cs typeface="Arial"/>
              </a:defRPr>
            </a:lvl8pPr>
            <a:lvl9pPr algn="l">
              <a:defRPr sz="1425" b="1" i="0">
                <a:solidFill>
                  <a:srgbClr val="3FC6D6"/>
                </a:solidFill>
                <a:latin typeface="Arial"/>
                <a:ea typeface="Arial"/>
                <a:cs typeface="Arial"/>
              </a:defRPr>
            </a:lvl9pPr>
          </a:lstStyle>
          <a:p>
            <a:pPr algn="l">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a:ext uri="{FF2B5EF4-FFF2-40B4-BE49-F238E27FC236}">
                <a16:creationId xmlns:a16="http://schemas.microsoft.com/office/drawing/2014/main" id="{238E4731-BA65-4E4D-8293-841DAAE536A9}"/>
              </a:ext>
            </a:extLst>
          </p:cNvPr>
          <p:cNvSpPr>
            <a:spLocks noGrp="1"/>
          </p:cNvSpPr>
          <p:nvPr/>
        </p:nvSpPr>
        <p:spPr>
          <a:xfrm>
            <a:off x="3886200" y="2409825"/>
            <a:ext cx="7524750" cy="504825"/>
          </a:xfrm>
          <a:prstGeom prst="rect">
            <a:avLst/>
          </a:prstGeom>
          <a:noFill/>
          <a:ln w="0">
            <a:noFill/>
            <a:prstDash val="solid"/>
          </a:ln>
        </p:spPr>
        <p:txBody>
          <a:bodyPr anchor="t">
            <a:normAutofit/>
          </a:bodyPr>
          <a:lstStyle>
            <a:defPPr algn="l">
              <a:defRPr sz="1200" b="0" i="0">
                <a:solidFill>
                  <a:srgbClr val="F4F7F5"/>
                </a:solidFill>
                <a:latin typeface="Arial"/>
                <a:ea typeface="Arial"/>
                <a:cs typeface="Arial"/>
              </a:defRPr>
            </a:defPPr>
            <a:lvl1pPr algn="l">
              <a:defRPr sz="1200" b="0" i="0">
                <a:solidFill>
                  <a:srgbClr val="F4F7F5"/>
                </a:solidFill>
                <a:latin typeface="Arial"/>
                <a:ea typeface="Arial"/>
                <a:cs typeface="Arial"/>
              </a:defRPr>
            </a:lvl1pPr>
            <a:lvl2pPr algn="l">
              <a:defRPr sz="1200" b="0" i="0">
                <a:solidFill>
                  <a:srgbClr val="F4F7F5"/>
                </a:solidFill>
                <a:latin typeface="Arial"/>
                <a:ea typeface="Arial"/>
                <a:cs typeface="Arial"/>
              </a:defRPr>
            </a:lvl2pPr>
            <a:lvl3pPr algn="l">
              <a:defRPr sz="1200" b="0" i="0">
                <a:solidFill>
                  <a:srgbClr val="F4F7F5"/>
                </a:solidFill>
                <a:latin typeface="Arial"/>
                <a:ea typeface="Arial"/>
                <a:cs typeface="Arial"/>
              </a:defRPr>
            </a:lvl3pPr>
            <a:lvl4pPr algn="l">
              <a:defRPr sz="1200" b="0" i="0">
                <a:solidFill>
                  <a:srgbClr val="F4F7F5"/>
                </a:solidFill>
                <a:latin typeface="Arial"/>
                <a:ea typeface="Arial"/>
                <a:cs typeface="Arial"/>
              </a:defRPr>
            </a:lvl4pPr>
            <a:lvl5pPr algn="l">
              <a:defRPr sz="1200" b="0" i="0">
                <a:solidFill>
                  <a:srgbClr val="F4F7F5"/>
                </a:solidFill>
                <a:latin typeface="Arial"/>
                <a:ea typeface="Arial"/>
                <a:cs typeface="Arial"/>
              </a:defRPr>
            </a:lvl5pPr>
            <a:lvl6pPr algn="l">
              <a:defRPr sz="1200" b="0" i="0">
                <a:solidFill>
                  <a:srgbClr val="F4F7F5"/>
                </a:solidFill>
                <a:latin typeface="Arial"/>
                <a:ea typeface="Arial"/>
                <a:cs typeface="Arial"/>
              </a:defRPr>
            </a:lvl6pPr>
            <a:lvl7pPr algn="l">
              <a:defRPr sz="1200" b="0" i="0">
                <a:solidFill>
                  <a:srgbClr val="F4F7F5"/>
                </a:solidFill>
                <a:latin typeface="Arial"/>
                <a:ea typeface="Arial"/>
                <a:cs typeface="Arial"/>
              </a:defRPr>
            </a:lvl7pPr>
            <a:lvl8pPr algn="l">
              <a:defRPr sz="1200" b="0" i="0">
                <a:solidFill>
                  <a:srgbClr val="F4F7F5"/>
                </a:solidFill>
                <a:latin typeface="Arial"/>
                <a:ea typeface="Arial"/>
                <a:cs typeface="Arial"/>
              </a:defRPr>
            </a:lvl8pPr>
            <a:lvl9pPr algn="l">
              <a:defRPr sz="1200" b="0" i="0">
                <a:solidFill>
                  <a:srgbClr val="F4F7F5"/>
                </a:solidFill>
                <a:latin typeface="Arial"/>
                <a:ea typeface="Arial"/>
                <a:cs typeface="Arial"/>
              </a:defRPr>
            </a:lvl9pPr>
          </a:lstStyle>
          <a:p>
            <a:pPr algn="l">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a:ext uri="{FF2B5EF4-FFF2-40B4-BE49-F238E27FC236}">
                <a16:creationId xmlns:a16="http://schemas.microsoft.com/office/drawing/2014/main" id="{448544AA-8972-495C-A7E2-6161521A752E}"/>
              </a:ext>
            </a:extLst>
          </p:cNvPr>
          <p:cNvSpPr>
            <a:spLocks noGrp="1"/>
          </p:cNvSpPr>
          <p:nvPr/>
        </p:nvSpPr>
        <p:spPr>
          <a:xfrm>
            <a:off x="552450" y="3257550"/>
            <a:ext cx="704850" cy="590550"/>
          </a:xfrm>
          <a:prstGeom prst="roundRect">
            <a:avLst>
              <a:gd name="adj" fmla="val 12903"/>
            </a:avLst>
          </a:prstGeom>
          <a:solidFill>
            <a:srgbClr val="2DBD73"/>
          </a:solidFill>
          <a:ln w="0">
            <a:noFill/>
            <a:prstDash val="solid"/>
          </a:ln>
        </p:spPr>
      </p:sp>
      <p:sp>
        <p:nvSpPr>
          <p:cNvPr id="17" name="Rectangle 16">
            <a:extLst>
              <a:ext uri="{FF2B5EF4-FFF2-40B4-BE49-F238E27FC236}">
                <a16:creationId xmlns:a16="http://schemas.microsoft.com/office/drawing/2014/main" id="{EC403DFB-579F-4E6F-A237-3E8B7420B0D9}"/>
              </a:ext>
            </a:extLst>
          </p:cNvPr>
          <p:cNvSpPr>
            <a:spLocks noGrp="1"/>
          </p:cNvSpPr>
          <p:nvPr/>
        </p:nvSpPr>
        <p:spPr>
          <a:xfrm>
            <a:off x="552450" y="3371850"/>
            <a:ext cx="704850" cy="285750"/>
          </a:xfrm>
          <a:prstGeom prst="rect">
            <a:avLst/>
          </a:prstGeom>
          <a:noFill/>
          <a:ln w="0">
            <a:noFill/>
            <a:prstDash val="solid"/>
          </a:ln>
        </p:spPr>
        <p:txBody>
          <a:bodyPr anchor="t">
            <a:normAutofit fontScale="85000"/>
          </a:bodyPr>
          <a:lstStyle>
            <a:defPPr algn="ctr">
              <a:defRPr sz="1500" b="1" i="0">
                <a:solidFill>
                  <a:srgbClr val="091A15"/>
                </a:solidFill>
                <a:latin typeface="Arial"/>
                <a:ea typeface="Arial"/>
                <a:cs typeface="Arial"/>
              </a:defRPr>
            </a:defPPr>
            <a:lvl1pPr algn="ctr">
              <a:defRPr sz="1500" b="1" i="0">
                <a:solidFill>
                  <a:srgbClr val="091A15"/>
                </a:solidFill>
                <a:latin typeface="Arial"/>
                <a:ea typeface="Arial"/>
                <a:cs typeface="Arial"/>
              </a:defRPr>
            </a:lvl1pPr>
            <a:lvl2pPr algn="ctr">
              <a:defRPr sz="1500" b="1" i="0">
                <a:solidFill>
                  <a:srgbClr val="091A15"/>
                </a:solidFill>
                <a:latin typeface="Arial"/>
                <a:ea typeface="Arial"/>
                <a:cs typeface="Arial"/>
              </a:defRPr>
            </a:lvl2pPr>
            <a:lvl3pPr algn="ctr">
              <a:defRPr sz="1500" b="1" i="0">
                <a:solidFill>
                  <a:srgbClr val="091A15"/>
                </a:solidFill>
                <a:latin typeface="Arial"/>
                <a:ea typeface="Arial"/>
                <a:cs typeface="Arial"/>
              </a:defRPr>
            </a:lvl3pPr>
            <a:lvl4pPr algn="ctr">
              <a:defRPr sz="1500" b="1" i="0">
                <a:solidFill>
                  <a:srgbClr val="091A15"/>
                </a:solidFill>
                <a:latin typeface="Arial"/>
                <a:ea typeface="Arial"/>
                <a:cs typeface="Arial"/>
              </a:defRPr>
            </a:lvl4pPr>
            <a:lvl5pPr algn="ctr">
              <a:defRPr sz="1500" b="1" i="0">
                <a:solidFill>
                  <a:srgbClr val="091A15"/>
                </a:solidFill>
                <a:latin typeface="Arial"/>
                <a:ea typeface="Arial"/>
                <a:cs typeface="Arial"/>
              </a:defRPr>
            </a:lvl5pPr>
            <a:lvl6pPr algn="ctr">
              <a:defRPr sz="1500" b="1" i="0">
                <a:solidFill>
                  <a:srgbClr val="091A15"/>
                </a:solidFill>
                <a:latin typeface="Arial"/>
                <a:ea typeface="Arial"/>
                <a:cs typeface="Arial"/>
              </a:defRPr>
            </a:lvl6pPr>
            <a:lvl7pPr algn="ctr">
              <a:defRPr sz="1500" b="1" i="0">
                <a:solidFill>
                  <a:srgbClr val="091A15"/>
                </a:solidFill>
                <a:latin typeface="Arial"/>
                <a:ea typeface="Arial"/>
                <a:cs typeface="Arial"/>
              </a:defRPr>
            </a:lvl7pPr>
            <a:lvl8pPr algn="ctr">
              <a:defRPr sz="1500" b="1" i="0">
                <a:solidFill>
                  <a:srgbClr val="091A15"/>
                </a:solidFill>
                <a:latin typeface="Arial"/>
                <a:ea typeface="Arial"/>
                <a:cs typeface="Arial"/>
              </a:defRPr>
            </a:lvl8pPr>
            <a:lvl9pPr algn="ctr">
              <a:defRPr sz="1500" b="1" i="0">
                <a:solidFill>
                  <a:srgbClr val="091A15"/>
                </a:solidFill>
                <a:latin typeface="Arial"/>
                <a:ea typeface="Arial"/>
                <a:cs typeface="Arial"/>
              </a:defRPr>
            </a:lvl9pPr>
          </a:lstStyle>
          <a:p>
            <a:pPr algn="ctr">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a:ext uri="{FF2B5EF4-FFF2-40B4-BE49-F238E27FC236}">
                <a16:creationId xmlns:a16="http://schemas.microsoft.com/office/drawing/2014/main" id="{86F6D6F7-4ED7-4205-8DB9-3D6F2A488553}"/>
              </a:ext>
            </a:extLst>
          </p:cNvPr>
          <p:cNvSpPr>
            <a:spLocks noGrp="1"/>
          </p:cNvSpPr>
          <p:nvPr/>
        </p:nvSpPr>
        <p:spPr>
          <a:xfrm>
            <a:off x="1514475" y="3286125"/>
            <a:ext cx="2333625" cy="266700"/>
          </a:xfrm>
          <a:prstGeom prst="rect">
            <a:avLst/>
          </a:prstGeom>
          <a:noFill/>
          <a:ln w="0">
            <a:noFill/>
            <a:prstDash val="solid"/>
          </a:ln>
        </p:spPr>
        <p:txBody>
          <a:bodyPr anchor="t">
            <a:normAutofit fontScale="80702"/>
          </a:bodyPr>
          <a:lstStyle>
            <a:defPPr algn="l">
              <a:defRPr sz="1425" b="1" i="0">
                <a:solidFill>
                  <a:srgbClr val="2DBD73"/>
                </a:solidFill>
                <a:latin typeface="Arial"/>
                <a:ea typeface="Arial"/>
                <a:cs typeface="Arial"/>
              </a:defRPr>
            </a:defPPr>
            <a:lvl1pPr algn="l">
              <a:defRPr sz="1425" b="1" i="0">
                <a:solidFill>
                  <a:srgbClr val="2DBD73"/>
                </a:solidFill>
                <a:latin typeface="Arial"/>
                <a:ea typeface="Arial"/>
                <a:cs typeface="Arial"/>
              </a:defRPr>
            </a:lvl1pPr>
            <a:lvl2pPr algn="l">
              <a:defRPr sz="1425" b="1" i="0">
                <a:solidFill>
                  <a:srgbClr val="2DBD73"/>
                </a:solidFill>
                <a:latin typeface="Arial"/>
                <a:ea typeface="Arial"/>
                <a:cs typeface="Arial"/>
              </a:defRPr>
            </a:lvl2pPr>
            <a:lvl3pPr algn="l">
              <a:defRPr sz="1425" b="1" i="0">
                <a:solidFill>
                  <a:srgbClr val="2DBD73"/>
                </a:solidFill>
                <a:latin typeface="Arial"/>
                <a:ea typeface="Arial"/>
                <a:cs typeface="Arial"/>
              </a:defRPr>
            </a:lvl3pPr>
            <a:lvl4pPr algn="l">
              <a:defRPr sz="1425" b="1" i="0">
                <a:solidFill>
                  <a:srgbClr val="2DBD73"/>
                </a:solidFill>
                <a:latin typeface="Arial"/>
                <a:ea typeface="Arial"/>
                <a:cs typeface="Arial"/>
              </a:defRPr>
            </a:lvl4pPr>
            <a:lvl5pPr algn="l">
              <a:defRPr sz="1425" b="1" i="0">
                <a:solidFill>
                  <a:srgbClr val="2DBD73"/>
                </a:solidFill>
                <a:latin typeface="Arial"/>
                <a:ea typeface="Arial"/>
                <a:cs typeface="Arial"/>
              </a:defRPr>
            </a:lvl5pPr>
            <a:lvl6pPr algn="l">
              <a:defRPr sz="1425" b="1" i="0">
                <a:solidFill>
                  <a:srgbClr val="2DBD73"/>
                </a:solidFill>
                <a:latin typeface="Arial"/>
                <a:ea typeface="Arial"/>
                <a:cs typeface="Arial"/>
              </a:defRPr>
            </a:lvl6pPr>
            <a:lvl7pPr algn="l">
              <a:defRPr sz="1425" b="1" i="0">
                <a:solidFill>
                  <a:srgbClr val="2DBD73"/>
                </a:solidFill>
                <a:latin typeface="Arial"/>
                <a:ea typeface="Arial"/>
                <a:cs typeface="Arial"/>
              </a:defRPr>
            </a:lvl7pPr>
            <a:lvl8pPr algn="l">
              <a:defRPr sz="1425" b="1" i="0">
                <a:solidFill>
                  <a:srgbClr val="2DBD73"/>
                </a:solidFill>
                <a:latin typeface="Arial"/>
                <a:ea typeface="Arial"/>
                <a:cs typeface="Arial"/>
              </a:defRPr>
            </a:lvl8pPr>
            <a:lvl9pPr algn="l">
              <a:defRPr sz="1425" b="1" i="0">
                <a:solidFill>
                  <a:srgbClr val="2DBD73"/>
                </a:solidFill>
                <a:latin typeface="Arial"/>
                <a:ea typeface="Arial"/>
                <a:cs typeface="Arial"/>
              </a:defRPr>
            </a:lvl9pPr>
          </a:lstStyle>
          <a:p>
            <a:pPr algn="l">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a:ext uri="{FF2B5EF4-FFF2-40B4-BE49-F238E27FC236}">
                <a16:creationId xmlns:a16="http://schemas.microsoft.com/office/drawing/2014/main" id="{D30DFE16-8A91-46D1-B42B-D279AACE9275}"/>
              </a:ext>
            </a:extLst>
          </p:cNvPr>
          <p:cNvSpPr>
            <a:spLocks noGrp="1"/>
          </p:cNvSpPr>
          <p:nvPr/>
        </p:nvSpPr>
        <p:spPr>
          <a:xfrm>
            <a:off x="3886200" y="3257550"/>
            <a:ext cx="7524750" cy="504825"/>
          </a:xfrm>
          <a:prstGeom prst="rect">
            <a:avLst/>
          </a:prstGeom>
          <a:noFill/>
          <a:ln w="0">
            <a:noFill/>
            <a:prstDash val="solid"/>
          </a:ln>
        </p:spPr>
        <p:txBody>
          <a:bodyPr anchor="t">
            <a:normAutofit/>
          </a:bodyPr>
          <a:lstStyle>
            <a:defPPr algn="l">
              <a:defRPr sz="1200" b="0" i="0">
                <a:solidFill>
                  <a:srgbClr val="F4F7F5"/>
                </a:solidFill>
                <a:latin typeface="Arial"/>
                <a:ea typeface="Arial"/>
                <a:cs typeface="Arial"/>
              </a:defRPr>
            </a:defPPr>
            <a:lvl1pPr algn="l">
              <a:defRPr sz="1200" b="0" i="0">
                <a:solidFill>
                  <a:srgbClr val="F4F7F5"/>
                </a:solidFill>
                <a:latin typeface="Arial"/>
                <a:ea typeface="Arial"/>
                <a:cs typeface="Arial"/>
              </a:defRPr>
            </a:lvl1pPr>
            <a:lvl2pPr algn="l">
              <a:defRPr sz="1200" b="0" i="0">
                <a:solidFill>
                  <a:srgbClr val="F4F7F5"/>
                </a:solidFill>
                <a:latin typeface="Arial"/>
                <a:ea typeface="Arial"/>
                <a:cs typeface="Arial"/>
              </a:defRPr>
            </a:lvl2pPr>
            <a:lvl3pPr algn="l">
              <a:defRPr sz="1200" b="0" i="0">
                <a:solidFill>
                  <a:srgbClr val="F4F7F5"/>
                </a:solidFill>
                <a:latin typeface="Arial"/>
                <a:ea typeface="Arial"/>
                <a:cs typeface="Arial"/>
              </a:defRPr>
            </a:lvl3pPr>
            <a:lvl4pPr algn="l">
              <a:defRPr sz="1200" b="0" i="0">
                <a:solidFill>
                  <a:srgbClr val="F4F7F5"/>
                </a:solidFill>
                <a:latin typeface="Arial"/>
                <a:ea typeface="Arial"/>
                <a:cs typeface="Arial"/>
              </a:defRPr>
            </a:lvl4pPr>
            <a:lvl5pPr algn="l">
              <a:defRPr sz="1200" b="0" i="0">
                <a:solidFill>
                  <a:srgbClr val="F4F7F5"/>
                </a:solidFill>
                <a:latin typeface="Arial"/>
                <a:ea typeface="Arial"/>
                <a:cs typeface="Arial"/>
              </a:defRPr>
            </a:lvl5pPr>
            <a:lvl6pPr algn="l">
              <a:defRPr sz="1200" b="0" i="0">
                <a:solidFill>
                  <a:srgbClr val="F4F7F5"/>
                </a:solidFill>
                <a:latin typeface="Arial"/>
                <a:ea typeface="Arial"/>
                <a:cs typeface="Arial"/>
              </a:defRPr>
            </a:lvl6pPr>
            <a:lvl7pPr algn="l">
              <a:defRPr sz="1200" b="0" i="0">
                <a:solidFill>
                  <a:srgbClr val="F4F7F5"/>
                </a:solidFill>
                <a:latin typeface="Arial"/>
                <a:ea typeface="Arial"/>
                <a:cs typeface="Arial"/>
              </a:defRPr>
            </a:lvl7pPr>
            <a:lvl8pPr algn="l">
              <a:defRPr sz="1200" b="0" i="0">
                <a:solidFill>
                  <a:srgbClr val="F4F7F5"/>
                </a:solidFill>
                <a:latin typeface="Arial"/>
                <a:ea typeface="Arial"/>
                <a:cs typeface="Arial"/>
              </a:defRPr>
            </a:lvl8pPr>
            <a:lvl9pPr algn="l">
              <a:defRPr sz="1200" b="0" i="0">
                <a:solidFill>
                  <a:srgbClr val="F4F7F5"/>
                </a:solidFill>
                <a:latin typeface="Arial"/>
                <a:ea typeface="Arial"/>
                <a:cs typeface="Arial"/>
              </a:defRPr>
            </a:lvl9pPr>
          </a:lstStyle>
          <a:p>
            <a:pPr algn="l">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a:ext uri="{FF2B5EF4-FFF2-40B4-BE49-F238E27FC236}">
                <a16:creationId xmlns:a16="http://schemas.microsoft.com/office/drawing/2014/main" id="{10F069E2-BCB7-4C1E-9D52-71F4BCF85149}"/>
              </a:ext>
            </a:extLst>
          </p:cNvPr>
          <p:cNvSpPr>
            <a:spLocks noGrp="1"/>
          </p:cNvSpPr>
          <p:nvPr/>
        </p:nvSpPr>
        <p:spPr>
          <a:xfrm>
            <a:off x="552450" y="4105275"/>
            <a:ext cx="704850" cy="590550"/>
          </a:xfrm>
          <a:prstGeom prst="roundRect">
            <a:avLst>
              <a:gd name="adj" fmla="val 12903"/>
            </a:avLst>
          </a:prstGeom>
          <a:solidFill>
            <a:srgbClr val="F1C84B"/>
          </a:solidFill>
          <a:ln w="0">
            <a:noFill/>
            <a:prstDash val="solid"/>
          </a:ln>
        </p:spPr>
      </p:sp>
      <p:sp>
        <p:nvSpPr>
          <p:cNvPr id="21" name="Rectangle 20">
            <a:extLst>
              <a:ext uri="{FF2B5EF4-FFF2-40B4-BE49-F238E27FC236}">
                <a16:creationId xmlns:a16="http://schemas.microsoft.com/office/drawing/2014/main" id="{F5223068-C888-4F1C-BD3C-3596DF214781}"/>
              </a:ext>
            </a:extLst>
          </p:cNvPr>
          <p:cNvSpPr>
            <a:spLocks noGrp="1"/>
          </p:cNvSpPr>
          <p:nvPr/>
        </p:nvSpPr>
        <p:spPr>
          <a:xfrm>
            <a:off x="552450" y="4219575"/>
            <a:ext cx="704850" cy="285750"/>
          </a:xfrm>
          <a:prstGeom prst="rect">
            <a:avLst/>
          </a:prstGeom>
          <a:noFill/>
          <a:ln w="0">
            <a:noFill/>
            <a:prstDash val="solid"/>
          </a:ln>
        </p:spPr>
        <p:txBody>
          <a:bodyPr anchor="t">
            <a:normAutofit fontScale="85000"/>
          </a:bodyPr>
          <a:lstStyle>
            <a:defPPr algn="ctr">
              <a:defRPr sz="1500" b="1" i="0">
                <a:solidFill>
                  <a:srgbClr val="091A15"/>
                </a:solidFill>
                <a:latin typeface="Arial"/>
                <a:ea typeface="Arial"/>
                <a:cs typeface="Arial"/>
              </a:defRPr>
            </a:defPPr>
            <a:lvl1pPr algn="ctr">
              <a:defRPr sz="1500" b="1" i="0">
                <a:solidFill>
                  <a:srgbClr val="091A15"/>
                </a:solidFill>
                <a:latin typeface="Arial"/>
                <a:ea typeface="Arial"/>
                <a:cs typeface="Arial"/>
              </a:defRPr>
            </a:lvl1pPr>
            <a:lvl2pPr algn="ctr">
              <a:defRPr sz="1500" b="1" i="0">
                <a:solidFill>
                  <a:srgbClr val="091A15"/>
                </a:solidFill>
                <a:latin typeface="Arial"/>
                <a:ea typeface="Arial"/>
                <a:cs typeface="Arial"/>
              </a:defRPr>
            </a:lvl2pPr>
            <a:lvl3pPr algn="ctr">
              <a:defRPr sz="1500" b="1" i="0">
                <a:solidFill>
                  <a:srgbClr val="091A15"/>
                </a:solidFill>
                <a:latin typeface="Arial"/>
                <a:ea typeface="Arial"/>
                <a:cs typeface="Arial"/>
              </a:defRPr>
            </a:lvl3pPr>
            <a:lvl4pPr algn="ctr">
              <a:defRPr sz="1500" b="1" i="0">
                <a:solidFill>
                  <a:srgbClr val="091A15"/>
                </a:solidFill>
                <a:latin typeface="Arial"/>
                <a:ea typeface="Arial"/>
                <a:cs typeface="Arial"/>
              </a:defRPr>
            </a:lvl4pPr>
            <a:lvl5pPr algn="ctr">
              <a:defRPr sz="1500" b="1" i="0">
                <a:solidFill>
                  <a:srgbClr val="091A15"/>
                </a:solidFill>
                <a:latin typeface="Arial"/>
                <a:ea typeface="Arial"/>
                <a:cs typeface="Arial"/>
              </a:defRPr>
            </a:lvl5pPr>
            <a:lvl6pPr algn="ctr">
              <a:defRPr sz="1500" b="1" i="0">
                <a:solidFill>
                  <a:srgbClr val="091A15"/>
                </a:solidFill>
                <a:latin typeface="Arial"/>
                <a:ea typeface="Arial"/>
                <a:cs typeface="Arial"/>
              </a:defRPr>
            </a:lvl6pPr>
            <a:lvl7pPr algn="ctr">
              <a:defRPr sz="1500" b="1" i="0">
                <a:solidFill>
                  <a:srgbClr val="091A15"/>
                </a:solidFill>
                <a:latin typeface="Arial"/>
                <a:ea typeface="Arial"/>
                <a:cs typeface="Arial"/>
              </a:defRPr>
            </a:lvl7pPr>
            <a:lvl8pPr algn="ctr">
              <a:defRPr sz="1500" b="1" i="0">
                <a:solidFill>
                  <a:srgbClr val="091A15"/>
                </a:solidFill>
                <a:latin typeface="Arial"/>
                <a:ea typeface="Arial"/>
                <a:cs typeface="Arial"/>
              </a:defRPr>
            </a:lvl8pPr>
            <a:lvl9pPr algn="ctr">
              <a:defRPr sz="1500" b="1" i="0">
                <a:solidFill>
                  <a:srgbClr val="091A15"/>
                </a:solidFill>
                <a:latin typeface="Arial"/>
                <a:ea typeface="Arial"/>
                <a:cs typeface="Arial"/>
              </a:defRPr>
            </a:lvl9pPr>
          </a:lstStyle>
          <a:p>
            <a:pPr algn="ctr">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a:ext uri="{FF2B5EF4-FFF2-40B4-BE49-F238E27FC236}">
                <a16:creationId xmlns:a16="http://schemas.microsoft.com/office/drawing/2014/main" id="{9978333A-31D5-44AC-AEB6-44D85D45B7C1}"/>
              </a:ext>
            </a:extLst>
          </p:cNvPr>
          <p:cNvSpPr>
            <a:spLocks noGrp="1"/>
          </p:cNvSpPr>
          <p:nvPr/>
        </p:nvSpPr>
        <p:spPr>
          <a:xfrm>
            <a:off x="1514475" y="4133850"/>
            <a:ext cx="2333625" cy="266700"/>
          </a:xfrm>
          <a:prstGeom prst="rect">
            <a:avLst/>
          </a:prstGeom>
          <a:noFill/>
          <a:ln w="0">
            <a:noFill/>
            <a:prstDash val="solid"/>
          </a:ln>
        </p:spPr>
        <p:txBody>
          <a:bodyPr anchor="t">
            <a:normAutofit fontScale="80702"/>
          </a:bodyPr>
          <a:lstStyle>
            <a:defPPr algn="l">
              <a:defRPr sz="1425" b="1" i="0">
                <a:solidFill>
                  <a:srgbClr val="F1C84B"/>
                </a:solidFill>
                <a:latin typeface="Arial"/>
                <a:ea typeface="Arial"/>
                <a:cs typeface="Arial"/>
              </a:defRPr>
            </a:defPPr>
            <a:lvl1pPr algn="l">
              <a:defRPr sz="1425" b="1" i="0">
                <a:solidFill>
                  <a:srgbClr val="F1C84B"/>
                </a:solidFill>
                <a:latin typeface="Arial"/>
                <a:ea typeface="Arial"/>
                <a:cs typeface="Arial"/>
              </a:defRPr>
            </a:lvl1pPr>
            <a:lvl2pPr algn="l">
              <a:defRPr sz="1425" b="1" i="0">
                <a:solidFill>
                  <a:srgbClr val="F1C84B"/>
                </a:solidFill>
                <a:latin typeface="Arial"/>
                <a:ea typeface="Arial"/>
                <a:cs typeface="Arial"/>
              </a:defRPr>
            </a:lvl2pPr>
            <a:lvl3pPr algn="l">
              <a:defRPr sz="1425" b="1" i="0">
                <a:solidFill>
                  <a:srgbClr val="F1C84B"/>
                </a:solidFill>
                <a:latin typeface="Arial"/>
                <a:ea typeface="Arial"/>
                <a:cs typeface="Arial"/>
              </a:defRPr>
            </a:lvl3pPr>
            <a:lvl4pPr algn="l">
              <a:defRPr sz="1425" b="1" i="0">
                <a:solidFill>
                  <a:srgbClr val="F1C84B"/>
                </a:solidFill>
                <a:latin typeface="Arial"/>
                <a:ea typeface="Arial"/>
                <a:cs typeface="Arial"/>
              </a:defRPr>
            </a:lvl4pPr>
            <a:lvl5pPr algn="l">
              <a:defRPr sz="1425" b="1" i="0">
                <a:solidFill>
                  <a:srgbClr val="F1C84B"/>
                </a:solidFill>
                <a:latin typeface="Arial"/>
                <a:ea typeface="Arial"/>
                <a:cs typeface="Arial"/>
              </a:defRPr>
            </a:lvl5pPr>
            <a:lvl6pPr algn="l">
              <a:defRPr sz="1425" b="1" i="0">
                <a:solidFill>
                  <a:srgbClr val="F1C84B"/>
                </a:solidFill>
                <a:latin typeface="Arial"/>
                <a:ea typeface="Arial"/>
                <a:cs typeface="Arial"/>
              </a:defRPr>
            </a:lvl6pPr>
            <a:lvl7pPr algn="l">
              <a:defRPr sz="1425" b="1" i="0">
                <a:solidFill>
                  <a:srgbClr val="F1C84B"/>
                </a:solidFill>
                <a:latin typeface="Arial"/>
                <a:ea typeface="Arial"/>
                <a:cs typeface="Arial"/>
              </a:defRPr>
            </a:lvl7pPr>
            <a:lvl8pPr algn="l">
              <a:defRPr sz="1425" b="1" i="0">
                <a:solidFill>
                  <a:srgbClr val="F1C84B"/>
                </a:solidFill>
                <a:latin typeface="Arial"/>
                <a:ea typeface="Arial"/>
                <a:cs typeface="Arial"/>
              </a:defRPr>
            </a:lvl8pPr>
            <a:lvl9pPr algn="l">
              <a:defRPr sz="1425" b="1" i="0">
                <a:solidFill>
                  <a:srgbClr val="F1C84B"/>
                </a:solidFill>
                <a:latin typeface="Arial"/>
                <a:ea typeface="Arial"/>
                <a:cs typeface="Arial"/>
              </a:defRPr>
            </a:lvl9pPr>
          </a:lstStyle>
          <a:p>
            <a:pPr algn="l">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a:ext uri="{FF2B5EF4-FFF2-40B4-BE49-F238E27FC236}">
                <a16:creationId xmlns:a16="http://schemas.microsoft.com/office/drawing/2014/main" id="{DD2895E6-D023-4B75-9502-0FA42B4B28FF}"/>
              </a:ext>
            </a:extLst>
          </p:cNvPr>
          <p:cNvSpPr>
            <a:spLocks noGrp="1"/>
          </p:cNvSpPr>
          <p:nvPr/>
        </p:nvSpPr>
        <p:spPr>
          <a:xfrm>
            <a:off x="3886200" y="4105275"/>
            <a:ext cx="7524750" cy="504825"/>
          </a:xfrm>
          <a:prstGeom prst="rect">
            <a:avLst/>
          </a:prstGeom>
          <a:noFill/>
          <a:ln w="0">
            <a:noFill/>
            <a:prstDash val="solid"/>
          </a:ln>
        </p:spPr>
        <p:txBody>
          <a:bodyPr anchor="t">
            <a:normAutofit/>
          </a:bodyPr>
          <a:lstStyle>
            <a:defPPr algn="l">
              <a:defRPr sz="1200" b="0" i="0">
                <a:solidFill>
                  <a:srgbClr val="F4F7F5"/>
                </a:solidFill>
                <a:latin typeface="Arial"/>
                <a:ea typeface="Arial"/>
                <a:cs typeface="Arial"/>
              </a:defRPr>
            </a:defPPr>
            <a:lvl1pPr algn="l">
              <a:defRPr sz="1200" b="0" i="0">
                <a:solidFill>
                  <a:srgbClr val="F4F7F5"/>
                </a:solidFill>
                <a:latin typeface="Arial"/>
                <a:ea typeface="Arial"/>
                <a:cs typeface="Arial"/>
              </a:defRPr>
            </a:lvl1pPr>
            <a:lvl2pPr algn="l">
              <a:defRPr sz="1200" b="0" i="0">
                <a:solidFill>
                  <a:srgbClr val="F4F7F5"/>
                </a:solidFill>
                <a:latin typeface="Arial"/>
                <a:ea typeface="Arial"/>
                <a:cs typeface="Arial"/>
              </a:defRPr>
            </a:lvl2pPr>
            <a:lvl3pPr algn="l">
              <a:defRPr sz="1200" b="0" i="0">
                <a:solidFill>
                  <a:srgbClr val="F4F7F5"/>
                </a:solidFill>
                <a:latin typeface="Arial"/>
                <a:ea typeface="Arial"/>
                <a:cs typeface="Arial"/>
              </a:defRPr>
            </a:lvl3pPr>
            <a:lvl4pPr algn="l">
              <a:defRPr sz="1200" b="0" i="0">
                <a:solidFill>
                  <a:srgbClr val="F4F7F5"/>
                </a:solidFill>
                <a:latin typeface="Arial"/>
                <a:ea typeface="Arial"/>
                <a:cs typeface="Arial"/>
              </a:defRPr>
            </a:lvl4pPr>
            <a:lvl5pPr algn="l">
              <a:defRPr sz="1200" b="0" i="0">
                <a:solidFill>
                  <a:srgbClr val="F4F7F5"/>
                </a:solidFill>
                <a:latin typeface="Arial"/>
                <a:ea typeface="Arial"/>
                <a:cs typeface="Arial"/>
              </a:defRPr>
            </a:lvl5pPr>
            <a:lvl6pPr algn="l">
              <a:defRPr sz="1200" b="0" i="0">
                <a:solidFill>
                  <a:srgbClr val="F4F7F5"/>
                </a:solidFill>
                <a:latin typeface="Arial"/>
                <a:ea typeface="Arial"/>
                <a:cs typeface="Arial"/>
              </a:defRPr>
            </a:lvl6pPr>
            <a:lvl7pPr algn="l">
              <a:defRPr sz="1200" b="0" i="0">
                <a:solidFill>
                  <a:srgbClr val="F4F7F5"/>
                </a:solidFill>
                <a:latin typeface="Arial"/>
                <a:ea typeface="Arial"/>
                <a:cs typeface="Arial"/>
              </a:defRPr>
            </a:lvl7pPr>
            <a:lvl8pPr algn="l">
              <a:defRPr sz="1200" b="0" i="0">
                <a:solidFill>
                  <a:srgbClr val="F4F7F5"/>
                </a:solidFill>
                <a:latin typeface="Arial"/>
                <a:ea typeface="Arial"/>
                <a:cs typeface="Arial"/>
              </a:defRPr>
            </a:lvl8pPr>
            <a:lvl9pPr algn="l">
              <a:defRPr sz="1200" b="0" i="0">
                <a:solidFill>
                  <a:srgbClr val="F4F7F5"/>
                </a:solidFill>
                <a:latin typeface="Arial"/>
                <a:ea typeface="Arial"/>
                <a:cs typeface="Arial"/>
              </a:defRPr>
            </a:lvl9pPr>
          </a:lstStyle>
          <a:p>
            <a:pPr algn="l">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a:ext uri="{FF2B5EF4-FFF2-40B4-BE49-F238E27FC236}">
                <a16:creationId xmlns:a16="http://schemas.microsoft.com/office/drawing/2014/main" id="{0CDD1939-4482-4C20-B243-8D08B8213EA9}"/>
              </a:ext>
            </a:extLst>
          </p:cNvPr>
          <p:cNvSpPr>
            <a:spLocks noGrp="1"/>
          </p:cNvSpPr>
          <p:nvPr/>
        </p:nvSpPr>
        <p:spPr>
          <a:xfrm>
            <a:off x="552450" y="4953000"/>
            <a:ext cx="704850" cy="590550"/>
          </a:xfrm>
          <a:prstGeom prst="roundRect">
            <a:avLst>
              <a:gd name="adj" fmla="val 12903"/>
            </a:avLst>
          </a:prstGeom>
          <a:solidFill>
            <a:srgbClr val="E84AAB"/>
          </a:solidFill>
          <a:ln w="0">
            <a:noFill/>
            <a:prstDash val="solid"/>
          </a:ln>
        </p:spPr>
      </p:sp>
      <p:sp>
        <p:nvSpPr>
          <p:cNvPr id="25" name="Rectangle 24">
            <a:extLst>
              <a:ext uri="{FF2B5EF4-FFF2-40B4-BE49-F238E27FC236}">
                <a16:creationId xmlns:a16="http://schemas.microsoft.com/office/drawing/2014/main" id="{61AAE93D-42B3-4A09-AF02-7431B9E3AD4E}"/>
              </a:ext>
            </a:extLst>
          </p:cNvPr>
          <p:cNvSpPr>
            <a:spLocks noGrp="1"/>
          </p:cNvSpPr>
          <p:nvPr/>
        </p:nvSpPr>
        <p:spPr>
          <a:xfrm>
            <a:off x="552450" y="5067300"/>
            <a:ext cx="704850" cy="285750"/>
          </a:xfrm>
          <a:prstGeom prst="rect">
            <a:avLst/>
          </a:prstGeom>
          <a:noFill/>
          <a:ln w="0">
            <a:noFill/>
            <a:prstDash val="solid"/>
          </a:ln>
        </p:spPr>
        <p:txBody>
          <a:bodyPr anchor="t">
            <a:normAutofit fontScale="85000"/>
          </a:bodyPr>
          <a:lstStyle>
            <a:defPPr algn="ctr">
              <a:defRPr sz="1500" b="1" i="0">
                <a:solidFill>
                  <a:srgbClr val="091A15"/>
                </a:solidFill>
                <a:latin typeface="Arial"/>
                <a:ea typeface="Arial"/>
                <a:cs typeface="Arial"/>
              </a:defRPr>
            </a:defPPr>
            <a:lvl1pPr algn="ctr">
              <a:defRPr sz="1500" b="1" i="0">
                <a:solidFill>
                  <a:srgbClr val="091A15"/>
                </a:solidFill>
                <a:latin typeface="Arial"/>
                <a:ea typeface="Arial"/>
                <a:cs typeface="Arial"/>
              </a:defRPr>
            </a:lvl1pPr>
            <a:lvl2pPr algn="ctr">
              <a:defRPr sz="1500" b="1" i="0">
                <a:solidFill>
                  <a:srgbClr val="091A15"/>
                </a:solidFill>
                <a:latin typeface="Arial"/>
                <a:ea typeface="Arial"/>
                <a:cs typeface="Arial"/>
              </a:defRPr>
            </a:lvl2pPr>
            <a:lvl3pPr algn="ctr">
              <a:defRPr sz="1500" b="1" i="0">
                <a:solidFill>
                  <a:srgbClr val="091A15"/>
                </a:solidFill>
                <a:latin typeface="Arial"/>
                <a:ea typeface="Arial"/>
                <a:cs typeface="Arial"/>
              </a:defRPr>
            </a:lvl3pPr>
            <a:lvl4pPr algn="ctr">
              <a:defRPr sz="1500" b="1" i="0">
                <a:solidFill>
                  <a:srgbClr val="091A15"/>
                </a:solidFill>
                <a:latin typeface="Arial"/>
                <a:ea typeface="Arial"/>
                <a:cs typeface="Arial"/>
              </a:defRPr>
            </a:lvl4pPr>
            <a:lvl5pPr algn="ctr">
              <a:defRPr sz="1500" b="1" i="0">
                <a:solidFill>
                  <a:srgbClr val="091A15"/>
                </a:solidFill>
                <a:latin typeface="Arial"/>
                <a:ea typeface="Arial"/>
                <a:cs typeface="Arial"/>
              </a:defRPr>
            </a:lvl5pPr>
            <a:lvl6pPr algn="ctr">
              <a:defRPr sz="1500" b="1" i="0">
                <a:solidFill>
                  <a:srgbClr val="091A15"/>
                </a:solidFill>
                <a:latin typeface="Arial"/>
                <a:ea typeface="Arial"/>
                <a:cs typeface="Arial"/>
              </a:defRPr>
            </a:lvl6pPr>
            <a:lvl7pPr algn="ctr">
              <a:defRPr sz="1500" b="1" i="0">
                <a:solidFill>
                  <a:srgbClr val="091A15"/>
                </a:solidFill>
                <a:latin typeface="Arial"/>
                <a:ea typeface="Arial"/>
                <a:cs typeface="Arial"/>
              </a:defRPr>
            </a:lvl7pPr>
            <a:lvl8pPr algn="ctr">
              <a:defRPr sz="1500" b="1" i="0">
                <a:solidFill>
                  <a:srgbClr val="091A15"/>
                </a:solidFill>
                <a:latin typeface="Arial"/>
                <a:ea typeface="Arial"/>
                <a:cs typeface="Arial"/>
              </a:defRPr>
            </a:lvl8pPr>
            <a:lvl9pPr algn="ctr">
              <a:defRPr sz="1500" b="1" i="0">
                <a:solidFill>
                  <a:srgbClr val="091A15"/>
                </a:solidFill>
                <a:latin typeface="Arial"/>
                <a:ea typeface="Arial"/>
                <a:cs typeface="Arial"/>
              </a:defRPr>
            </a:lvl9pPr>
          </a:lstStyle>
          <a:p>
            <a:pPr algn="ctr">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a:ext uri="{FF2B5EF4-FFF2-40B4-BE49-F238E27FC236}">
                <a16:creationId xmlns:a16="http://schemas.microsoft.com/office/drawing/2014/main" id="{E2FC1A53-3531-4D23-ABE6-1589D8E7CCD7}"/>
              </a:ext>
            </a:extLst>
          </p:cNvPr>
          <p:cNvSpPr>
            <a:spLocks noGrp="1"/>
          </p:cNvSpPr>
          <p:nvPr/>
        </p:nvSpPr>
        <p:spPr>
          <a:xfrm>
            <a:off x="1514475" y="4981575"/>
            <a:ext cx="2333625" cy="266700"/>
          </a:xfrm>
          <a:prstGeom prst="rect">
            <a:avLst/>
          </a:prstGeom>
          <a:noFill/>
          <a:ln w="0">
            <a:noFill/>
            <a:prstDash val="solid"/>
          </a:ln>
        </p:spPr>
        <p:txBody>
          <a:bodyPr anchor="t">
            <a:normAutofit fontScale="80702"/>
          </a:bodyPr>
          <a:lstStyle>
            <a:defPPr algn="l">
              <a:defRPr sz="1425" b="1" i="0">
                <a:solidFill>
                  <a:srgbClr val="E84AAB"/>
                </a:solidFill>
                <a:latin typeface="Arial"/>
                <a:ea typeface="Arial"/>
                <a:cs typeface="Arial"/>
              </a:defRPr>
            </a:defPPr>
            <a:lvl1pPr algn="l">
              <a:defRPr sz="1425" b="1" i="0">
                <a:solidFill>
                  <a:srgbClr val="E84AAB"/>
                </a:solidFill>
                <a:latin typeface="Arial"/>
                <a:ea typeface="Arial"/>
                <a:cs typeface="Arial"/>
              </a:defRPr>
            </a:lvl1pPr>
            <a:lvl2pPr algn="l">
              <a:defRPr sz="1425" b="1" i="0">
                <a:solidFill>
                  <a:srgbClr val="E84AAB"/>
                </a:solidFill>
                <a:latin typeface="Arial"/>
                <a:ea typeface="Arial"/>
                <a:cs typeface="Arial"/>
              </a:defRPr>
            </a:lvl2pPr>
            <a:lvl3pPr algn="l">
              <a:defRPr sz="1425" b="1" i="0">
                <a:solidFill>
                  <a:srgbClr val="E84AAB"/>
                </a:solidFill>
                <a:latin typeface="Arial"/>
                <a:ea typeface="Arial"/>
                <a:cs typeface="Arial"/>
              </a:defRPr>
            </a:lvl3pPr>
            <a:lvl4pPr algn="l">
              <a:defRPr sz="1425" b="1" i="0">
                <a:solidFill>
                  <a:srgbClr val="E84AAB"/>
                </a:solidFill>
                <a:latin typeface="Arial"/>
                <a:ea typeface="Arial"/>
                <a:cs typeface="Arial"/>
              </a:defRPr>
            </a:lvl4pPr>
            <a:lvl5pPr algn="l">
              <a:defRPr sz="1425" b="1" i="0">
                <a:solidFill>
                  <a:srgbClr val="E84AAB"/>
                </a:solidFill>
                <a:latin typeface="Arial"/>
                <a:ea typeface="Arial"/>
                <a:cs typeface="Arial"/>
              </a:defRPr>
            </a:lvl5pPr>
            <a:lvl6pPr algn="l">
              <a:defRPr sz="1425" b="1" i="0">
                <a:solidFill>
                  <a:srgbClr val="E84AAB"/>
                </a:solidFill>
                <a:latin typeface="Arial"/>
                <a:ea typeface="Arial"/>
                <a:cs typeface="Arial"/>
              </a:defRPr>
            </a:lvl6pPr>
            <a:lvl7pPr algn="l">
              <a:defRPr sz="1425" b="1" i="0">
                <a:solidFill>
                  <a:srgbClr val="E84AAB"/>
                </a:solidFill>
                <a:latin typeface="Arial"/>
                <a:ea typeface="Arial"/>
                <a:cs typeface="Arial"/>
              </a:defRPr>
            </a:lvl7pPr>
            <a:lvl8pPr algn="l">
              <a:defRPr sz="1425" b="1" i="0">
                <a:solidFill>
                  <a:srgbClr val="E84AAB"/>
                </a:solidFill>
                <a:latin typeface="Arial"/>
                <a:ea typeface="Arial"/>
                <a:cs typeface="Arial"/>
              </a:defRPr>
            </a:lvl8pPr>
            <a:lvl9pPr algn="l">
              <a:defRPr sz="1425" b="1" i="0">
                <a:solidFill>
                  <a:srgbClr val="E84AAB"/>
                </a:solidFill>
                <a:latin typeface="Arial"/>
                <a:ea typeface="Arial"/>
                <a:cs typeface="Arial"/>
              </a:defRPr>
            </a:lvl9pPr>
          </a:lstStyle>
          <a:p>
            <a:pPr algn="l">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a:ext uri="{FF2B5EF4-FFF2-40B4-BE49-F238E27FC236}">
                <a16:creationId xmlns:a16="http://schemas.microsoft.com/office/drawing/2014/main" id="{ECD7DE0A-9ED3-439D-BAB0-7582D3D8C962}"/>
              </a:ext>
            </a:extLst>
          </p:cNvPr>
          <p:cNvSpPr>
            <a:spLocks noGrp="1"/>
          </p:cNvSpPr>
          <p:nvPr/>
        </p:nvSpPr>
        <p:spPr>
          <a:xfrm>
            <a:off x="3886200" y="4953000"/>
            <a:ext cx="7524750" cy="504825"/>
          </a:xfrm>
          <a:prstGeom prst="rect">
            <a:avLst/>
          </a:prstGeom>
          <a:noFill/>
          <a:ln w="0">
            <a:noFill/>
            <a:prstDash val="solid"/>
          </a:ln>
        </p:spPr>
        <p:txBody>
          <a:bodyPr anchor="t">
            <a:normAutofit/>
          </a:bodyPr>
          <a:lstStyle>
            <a:defPPr algn="l">
              <a:defRPr sz="1200" b="0" i="0">
                <a:solidFill>
                  <a:srgbClr val="F4F7F5"/>
                </a:solidFill>
                <a:latin typeface="Arial"/>
                <a:ea typeface="Arial"/>
                <a:cs typeface="Arial"/>
              </a:defRPr>
            </a:defPPr>
            <a:lvl1pPr algn="l">
              <a:defRPr sz="1200" b="0" i="0">
                <a:solidFill>
                  <a:srgbClr val="F4F7F5"/>
                </a:solidFill>
                <a:latin typeface="Arial"/>
                <a:ea typeface="Arial"/>
                <a:cs typeface="Arial"/>
              </a:defRPr>
            </a:lvl1pPr>
            <a:lvl2pPr algn="l">
              <a:defRPr sz="1200" b="0" i="0">
                <a:solidFill>
                  <a:srgbClr val="F4F7F5"/>
                </a:solidFill>
                <a:latin typeface="Arial"/>
                <a:ea typeface="Arial"/>
                <a:cs typeface="Arial"/>
              </a:defRPr>
            </a:lvl2pPr>
            <a:lvl3pPr algn="l">
              <a:defRPr sz="1200" b="0" i="0">
                <a:solidFill>
                  <a:srgbClr val="F4F7F5"/>
                </a:solidFill>
                <a:latin typeface="Arial"/>
                <a:ea typeface="Arial"/>
                <a:cs typeface="Arial"/>
              </a:defRPr>
            </a:lvl3pPr>
            <a:lvl4pPr algn="l">
              <a:defRPr sz="1200" b="0" i="0">
                <a:solidFill>
                  <a:srgbClr val="F4F7F5"/>
                </a:solidFill>
                <a:latin typeface="Arial"/>
                <a:ea typeface="Arial"/>
                <a:cs typeface="Arial"/>
              </a:defRPr>
            </a:lvl4pPr>
            <a:lvl5pPr algn="l">
              <a:defRPr sz="1200" b="0" i="0">
                <a:solidFill>
                  <a:srgbClr val="F4F7F5"/>
                </a:solidFill>
                <a:latin typeface="Arial"/>
                <a:ea typeface="Arial"/>
                <a:cs typeface="Arial"/>
              </a:defRPr>
            </a:lvl5pPr>
            <a:lvl6pPr algn="l">
              <a:defRPr sz="1200" b="0" i="0">
                <a:solidFill>
                  <a:srgbClr val="F4F7F5"/>
                </a:solidFill>
                <a:latin typeface="Arial"/>
                <a:ea typeface="Arial"/>
                <a:cs typeface="Arial"/>
              </a:defRPr>
            </a:lvl6pPr>
            <a:lvl7pPr algn="l">
              <a:defRPr sz="1200" b="0" i="0">
                <a:solidFill>
                  <a:srgbClr val="F4F7F5"/>
                </a:solidFill>
                <a:latin typeface="Arial"/>
                <a:ea typeface="Arial"/>
                <a:cs typeface="Arial"/>
              </a:defRPr>
            </a:lvl7pPr>
            <a:lvl8pPr algn="l">
              <a:defRPr sz="1200" b="0" i="0">
                <a:solidFill>
                  <a:srgbClr val="F4F7F5"/>
                </a:solidFill>
                <a:latin typeface="Arial"/>
                <a:ea typeface="Arial"/>
                <a:cs typeface="Arial"/>
              </a:defRPr>
            </a:lvl8pPr>
            <a:lvl9pPr algn="l">
              <a:defRPr sz="1200" b="0" i="0">
                <a:solidFill>
                  <a:srgbClr val="F4F7F5"/>
                </a:solidFill>
                <a:latin typeface="Arial"/>
                <a:ea typeface="Arial"/>
                <a:cs typeface="Arial"/>
              </a:defRPr>
            </a:lvl9pPr>
          </a:lstStyle>
          <a:p>
            <a:pPr algn="l">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a:ext uri="{FF2B5EF4-FFF2-40B4-BE49-F238E27FC236}">
                <a16:creationId xmlns:a16="http://schemas.microsoft.com/office/drawing/2014/main" id="{ACA4F684-8B56-466B-8A3A-113E73334605}"/>
              </a:ext>
            </a:extLst>
          </p:cNvPr>
          <p:cNvSpPr>
            <a:spLocks noGrp="1"/>
          </p:cNvSpPr>
          <p:nvPr/>
        </p:nvSpPr>
        <p:spPr>
          <a:xfrm>
            <a:off x="552450" y="5857875"/>
            <a:ext cx="10858500" cy="476250"/>
          </a:xfrm>
          <a:prstGeom prst="roundRect">
            <a:avLst>
              <a:gd name="adj" fmla="val 16000"/>
            </a:avLst>
          </a:prstGeom>
          <a:solidFill>
            <a:srgbClr val="321B25"/>
          </a:solidFill>
          <a:ln w="9525">
            <a:solidFill>
              <a:srgbClr val="E46760"/>
            </a:solidFill>
            <a:prstDash val="solid"/>
          </a:ln>
        </p:spPr>
      </p:sp>
      <p:sp>
        <p:nvSpPr>
          <p:cNvPr id="29" name="Rectangle 28">
            <a:extLst>
              <a:ext uri="{FF2B5EF4-FFF2-40B4-BE49-F238E27FC236}">
                <a16:creationId xmlns:a16="http://schemas.microsoft.com/office/drawing/2014/main" id="{588B4B16-464E-43C3-A89E-85ECD982633C}"/>
              </a:ext>
            </a:extLst>
          </p:cNvPr>
          <p:cNvSpPr>
            <a:spLocks noGrp="1"/>
          </p:cNvSpPr>
          <p:nvPr/>
        </p:nvSpPr>
        <p:spPr>
          <a:xfrm>
            <a:off x="742950" y="5962650"/>
            <a:ext cx="10477500" cy="247650"/>
          </a:xfrm>
          <a:prstGeom prst="rect">
            <a:avLst/>
          </a:prstGeom>
          <a:noFill/>
          <a:ln w="0">
            <a:noFill/>
            <a:prstDash val="solid"/>
          </a:ln>
        </p:spPr>
        <p:txBody>
          <a:bodyPr anchor="t">
            <a:normAutofit fontScale="91111"/>
          </a:bodyPr>
          <a:lstStyle>
            <a:defPPr algn="ctr">
              <a:defRPr sz="1125" b="1" i="0">
                <a:solidFill>
                  <a:srgbClr val="F6C2D8"/>
                </a:solidFill>
                <a:latin typeface="Arial"/>
                <a:ea typeface="Arial"/>
                <a:cs typeface="Arial"/>
              </a:defRPr>
            </a:defPPr>
            <a:lvl1pPr algn="ctr">
              <a:defRPr sz="1125" b="1" i="0">
                <a:solidFill>
                  <a:srgbClr val="F6C2D8"/>
                </a:solidFill>
                <a:latin typeface="Arial"/>
                <a:ea typeface="Arial"/>
                <a:cs typeface="Arial"/>
              </a:defRPr>
            </a:lvl1pPr>
            <a:lvl2pPr algn="ctr">
              <a:defRPr sz="1125" b="1" i="0">
                <a:solidFill>
                  <a:srgbClr val="F6C2D8"/>
                </a:solidFill>
                <a:latin typeface="Arial"/>
                <a:ea typeface="Arial"/>
                <a:cs typeface="Arial"/>
              </a:defRPr>
            </a:lvl2pPr>
            <a:lvl3pPr algn="ctr">
              <a:defRPr sz="1125" b="1" i="0">
                <a:solidFill>
                  <a:srgbClr val="F6C2D8"/>
                </a:solidFill>
                <a:latin typeface="Arial"/>
                <a:ea typeface="Arial"/>
                <a:cs typeface="Arial"/>
              </a:defRPr>
            </a:lvl3pPr>
            <a:lvl4pPr algn="ctr">
              <a:defRPr sz="1125" b="1" i="0">
                <a:solidFill>
                  <a:srgbClr val="F6C2D8"/>
                </a:solidFill>
                <a:latin typeface="Arial"/>
                <a:ea typeface="Arial"/>
                <a:cs typeface="Arial"/>
              </a:defRPr>
            </a:lvl4pPr>
            <a:lvl5pPr algn="ctr">
              <a:defRPr sz="1125" b="1" i="0">
                <a:solidFill>
                  <a:srgbClr val="F6C2D8"/>
                </a:solidFill>
                <a:latin typeface="Arial"/>
                <a:ea typeface="Arial"/>
                <a:cs typeface="Arial"/>
              </a:defRPr>
            </a:lvl5pPr>
            <a:lvl6pPr algn="ctr">
              <a:defRPr sz="1125" b="1" i="0">
                <a:solidFill>
                  <a:srgbClr val="F6C2D8"/>
                </a:solidFill>
                <a:latin typeface="Arial"/>
                <a:ea typeface="Arial"/>
                <a:cs typeface="Arial"/>
              </a:defRPr>
            </a:lvl6pPr>
            <a:lvl7pPr algn="ctr">
              <a:defRPr sz="1125" b="1" i="0">
                <a:solidFill>
                  <a:srgbClr val="F6C2D8"/>
                </a:solidFill>
                <a:latin typeface="Arial"/>
                <a:ea typeface="Arial"/>
                <a:cs typeface="Arial"/>
              </a:defRPr>
            </a:lvl7pPr>
            <a:lvl8pPr algn="ctr">
              <a:defRPr sz="1125" b="1" i="0">
                <a:solidFill>
                  <a:srgbClr val="F6C2D8"/>
                </a:solidFill>
                <a:latin typeface="Arial"/>
                <a:ea typeface="Arial"/>
                <a:cs typeface="Arial"/>
              </a:defRPr>
            </a:lvl8pPr>
            <a:lvl9pPr algn="ctr">
              <a:defRPr sz="1125" b="1" i="0">
                <a:solidFill>
                  <a:srgbClr val="F6C2D8"/>
                </a:solidFill>
                <a:latin typeface="Arial"/>
                <a:ea typeface="Arial"/>
                <a:cs typeface="Arial"/>
              </a:defRPr>
            </a:lvl9pPr>
          </a:lstStyle>
          <a:p>
            <a:pPr algn="ctr">
              <a:defRPr sz="1125" b="1" i="0">
                <a:solidFill>
                  <a:srgbClr val="F6C2D8"/>
                </a:solidFill>
                <a:latin typeface="Arial"/>
                <a:ea typeface="Arial"/>
                <a:cs typeface="Arial"/>
              </a:defRPr>
            </a:pPr>
            <a:r>
              <a:rPr sz="1125" b="1" i="0">
                <a:solidFill>
                  <a:srgbClr val="F6C2D8"/>
                </a:solidFill>
                <a:latin typeface="Arial"/>
                <a:ea typeface="Arial"/>
                <a:cs typeface="Arial"/>
              </a:rPr>
              <a:t>The protected DFL benchmark remains fail-closed. Published or spent labels cannot guide new training, thresholds, filtering, or feature design.</a:t>
            </a:r>
          </a:p>
        </p:txBody>
      </p:sp>
    </p:spTree>
    <p:extLst>
      <p:ext uri="{BB962C8B-B14F-4D97-AF65-F5344CB8AC3E}">
        <p14:creationId xmlns:p14="http://schemas.microsoft.com/office/powerpoint/2010/main" val="54492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104E886-0195-44D0-8324-613D6055DEE9}"/>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C955B3BC-3F6D-4F66-90B4-738AF8A08151}"/>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04C88D8D-CCD4-4121-BE79-66E303BDA5C8}"/>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a:ext uri="{FF2B5EF4-FFF2-40B4-BE49-F238E27FC236}">
                <a16:creationId xmlns:a16="http://schemas.microsoft.com/office/drawing/2014/main" id="{C5E68225-5734-4542-8D5D-C13356B94CE9}"/>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a:ext uri="{FF2B5EF4-FFF2-40B4-BE49-F238E27FC236}">
                <a16:creationId xmlns:a16="http://schemas.microsoft.com/office/drawing/2014/main" id="{52569B20-AFC2-4393-91B7-C19AE08681E5}"/>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a:ext uri="{FF2B5EF4-FFF2-40B4-BE49-F238E27FC236}">
                <a16:creationId xmlns:a16="http://schemas.microsoft.com/office/drawing/2014/main" id="{12FFD951-614F-441C-BB2F-7BD63C7DBE95}"/>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a:ext uri="{FF2B5EF4-FFF2-40B4-BE49-F238E27FC236}">
                <a16:creationId xmlns:a16="http://schemas.microsoft.com/office/drawing/2014/main" id="{033D5FF8-7E61-421E-985D-FEA81E92A378}"/>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a:ext uri="{FF2B5EF4-FFF2-40B4-BE49-F238E27FC236}">
                <a16:creationId xmlns:a16="http://schemas.microsoft.com/office/drawing/2014/main" id="{F33E661B-43BE-45B2-82AE-D106D3815D00}"/>
              </a:ext>
            </a:extLst>
          </p:cNvPr>
          <p:cNvSpPr>
            <a:spLocks noGrp="1"/>
          </p:cNvSpPr>
          <p:nvPr/>
        </p:nvSpPr>
        <p:spPr>
          <a:xfrm>
            <a:off x="419100" y="1847850"/>
            <a:ext cx="2000250" cy="1619250"/>
          </a:xfrm>
          <a:prstGeom prst="roundRect">
            <a:avLst>
              <a:gd name="adj" fmla="val 7059"/>
            </a:avLst>
          </a:prstGeom>
          <a:solidFill>
            <a:srgbClr val="102720"/>
          </a:solidFill>
          <a:ln w="19050">
            <a:noFill/>
            <a:prstDash val="solid"/>
          </a:ln>
        </p:spPr>
      </p:sp>
      <p:sp>
        <p:nvSpPr>
          <p:cNvPr id="9" name="Rectangle 8">
            <a:extLst>
              <a:ext uri="{FF2B5EF4-FFF2-40B4-BE49-F238E27FC236}">
                <a16:creationId xmlns:a16="http://schemas.microsoft.com/office/drawing/2014/main" id="{5814A18A-9A06-4CB6-9C24-34DD3E4C1C4C}"/>
              </a:ext>
            </a:extLst>
          </p:cNvPr>
          <p:cNvSpPr>
            <a:spLocks noGrp="1"/>
          </p:cNvSpPr>
          <p:nvPr/>
        </p:nvSpPr>
        <p:spPr>
          <a:xfrm>
            <a:off x="561975" y="2028825"/>
            <a:ext cx="1714500" cy="209550"/>
          </a:xfrm>
          <a:prstGeom prst="rect">
            <a:avLst/>
          </a:prstGeom>
          <a:noFill/>
          <a:ln w="0">
            <a:noFill/>
            <a:prstDash val="solid"/>
          </a:ln>
        </p:spPr>
        <p:txBody>
          <a:bodyPr anchor="t">
            <a:normAutofit fontScale="86111"/>
          </a:bodyPr>
          <a:lstStyle>
            <a:defPPr algn="ctr">
              <a:defRPr sz="900" b="1" i="0">
                <a:solidFill>
                  <a:srgbClr val="F4F7F5"/>
                </a:solidFill>
                <a:latin typeface="Arial"/>
                <a:ea typeface="Arial"/>
                <a:cs typeface="Arial"/>
              </a:defRPr>
            </a:defPPr>
            <a:lvl1pPr algn="ctr">
              <a:defRPr sz="900" b="1" i="0">
                <a:solidFill>
                  <a:srgbClr val="F4F7F5"/>
                </a:solidFill>
                <a:latin typeface="Arial"/>
                <a:ea typeface="Arial"/>
                <a:cs typeface="Arial"/>
              </a:defRPr>
            </a:lvl1pPr>
            <a:lvl2pPr algn="ctr">
              <a:defRPr sz="900" b="1" i="0">
                <a:solidFill>
                  <a:srgbClr val="F4F7F5"/>
                </a:solidFill>
                <a:latin typeface="Arial"/>
                <a:ea typeface="Arial"/>
                <a:cs typeface="Arial"/>
              </a:defRPr>
            </a:lvl2pPr>
            <a:lvl3pPr algn="ctr">
              <a:defRPr sz="900" b="1" i="0">
                <a:solidFill>
                  <a:srgbClr val="F4F7F5"/>
                </a:solidFill>
                <a:latin typeface="Arial"/>
                <a:ea typeface="Arial"/>
                <a:cs typeface="Arial"/>
              </a:defRPr>
            </a:lvl3pPr>
            <a:lvl4pPr algn="ctr">
              <a:defRPr sz="900" b="1" i="0">
                <a:solidFill>
                  <a:srgbClr val="F4F7F5"/>
                </a:solidFill>
                <a:latin typeface="Arial"/>
                <a:ea typeface="Arial"/>
                <a:cs typeface="Arial"/>
              </a:defRPr>
            </a:lvl4pPr>
            <a:lvl5pPr algn="ctr">
              <a:defRPr sz="900" b="1" i="0">
                <a:solidFill>
                  <a:srgbClr val="F4F7F5"/>
                </a:solidFill>
                <a:latin typeface="Arial"/>
                <a:ea typeface="Arial"/>
                <a:cs typeface="Arial"/>
              </a:defRPr>
            </a:lvl5pPr>
            <a:lvl6pPr algn="ctr">
              <a:defRPr sz="900" b="1" i="0">
                <a:solidFill>
                  <a:srgbClr val="F4F7F5"/>
                </a:solidFill>
                <a:latin typeface="Arial"/>
                <a:ea typeface="Arial"/>
                <a:cs typeface="Arial"/>
              </a:defRPr>
            </a:lvl6pPr>
            <a:lvl7pPr algn="ctr">
              <a:defRPr sz="900" b="1" i="0">
                <a:solidFill>
                  <a:srgbClr val="F4F7F5"/>
                </a:solidFill>
                <a:latin typeface="Arial"/>
                <a:ea typeface="Arial"/>
                <a:cs typeface="Arial"/>
              </a:defRPr>
            </a:lvl7pPr>
            <a:lvl8pPr algn="ctr">
              <a:defRPr sz="900" b="1" i="0">
                <a:solidFill>
                  <a:srgbClr val="F4F7F5"/>
                </a:solidFill>
                <a:latin typeface="Arial"/>
                <a:ea typeface="Arial"/>
                <a:cs typeface="Arial"/>
              </a:defRPr>
            </a:lvl8pPr>
            <a:lvl9pPr algn="ctr">
              <a:defRPr sz="900" b="1" i="0">
                <a:solidFill>
                  <a:srgbClr val="F4F7F5"/>
                </a:solidFill>
                <a:latin typeface="Arial"/>
                <a:ea typeface="Arial"/>
                <a:cs typeface="Arial"/>
              </a:defRPr>
            </a:lvl9pPr>
          </a:lstStyle>
          <a:p>
            <a:pPr algn="ctr">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a:ext uri="{FF2B5EF4-FFF2-40B4-BE49-F238E27FC236}">
                <a16:creationId xmlns:a16="http://schemas.microsoft.com/office/drawing/2014/main" id="{093542AA-2BD4-4291-A045-3287F212B184}"/>
              </a:ext>
            </a:extLst>
          </p:cNvPr>
          <p:cNvSpPr>
            <a:spLocks noGrp="1"/>
          </p:cNvSpPr>
          <p:nvPr/>
        </p:nvSpPr>
        <p:spPr>
          <a:xfrm>
            <a:off x="590550" y="2447925"/>
            <a:ext cx="1657350" cy="800100"/>
          </a:xfrm>
          <a:prstGeom prst="rect">
            <a:avLst/>
          </a:prstGeom>
          <a:noFill/>
          <a:ln w="0">
            <a:noFill/>
            <a:prstDash val="solid"/>
          </a:ln>
        </p:spPr>
        <p:txBody>
          <a:bodyPr anchor="t">
            <a:normAutofit/>
          </a:bodyPr>
          <a:lstStyle>
            <a:defPPr algn="ctr">
              <a:defRPr sz="1050" b="0" i="0">
                <a:solidFill>
                  <a:srgbClr val="F4F7F5"/>
                </a:solidFill>
                <a:latin typeface="Arial"/>
                <a:ea typeface="Arial"/>
                <a:cs typeface="Arial"/>
              </a:defRPr>
            </a:defPPr>
            <a:lvl1pPr algn="ctr">
              <a:defRPr sz="1050" b="0" i="0">
                <a:solidFill>
                  <a:srgbClr val="F4F7F5"/>
                </a:solidFill>
                <a:latin typeface="Arial"/>
                <a:ea typeface="Arial"/>
                <a:cs typeface="Arial"/>
              </a:defRPr>
            </a:lvl1pPr>
            <a:lvl2pPr algn="ctr">
              <a:defRPr sz="1050" b="0" i="0">
                <a:solidFill>
                  <a:srgbClr val="F4F7F5"/>
                </a:solidFill>
                <a:latin typeface="Arial"/>
                <a:ea typeface="Arial"/>
                <a:cs typeface="Arial"/>
              </a:defRPr>
            </a:lvl2pPr>
            <a:lvl3pPr algn="ctr">
              <a:defRPr sz="1050" b="0" i="0">
                <a:solidFill>
                  <a:srgbClr val="F4F7F5"/>
                </a:solidFill>
                <a:latin typeface="Arial"/>
                <a:ea typeface="Arial"/>
                <a:cs typeface="Arial"/>
              </a:defRPr>
            </a:lvl3pPr>
            <a:lvl4pPr algn="ctr">
              <a:defRPr sz="1050" b="0" i="0">
                <a:solidFill>
                  <a:srgbClr val="F4F7F5"/>
                </a:solidFill>
                <a:latin typeface="Arial"/>
                <a:ea typeface="Arial"/>
                <a:cs typeface="Arial"/>
              </a:defRPr>
            </a:lvl4pPr>
            <a:lvl5pPr algn="ctr">
              <a:defRPr sz="1050" b="0" i="0">
                <a:solidFill>
                  <a:srgbClr val="F4F7F5"/>
                </a:solidFill>
                <a:latin typeface="Arial"/>
                <a:ea typeface="Arial"/>
                <a:cs typeface="Arial"/>
              </a:defRPr>
            </a:lvl5pPr>
            <a:lvl6pPr algn="ctr">
              <a:defRPr sz="1050" b="0" i="0">
                <a:solidFill>
                  <a:srgbClr val="F4F7F5"/>
                </a:solidFill>
                <a:latin typeface="Arial"/>
                <a:ea typeface="Arial"/>
                <a:cs typeface="Arial"/>
              </a:defRPr>
            </a:lvl6pPr>
            <a:lvl7pPr algn="ctr">
              <a:defRPr sz="1050" b="0" i="0">
                <a:solidFill>
                  <a:srgbClr val="F4F7F5"/>
                </a:solidFill>
                <a:latin typeface="Arial"/>
                <a:ea typeface="Arial"/>
                <a:cs typeface="Arial"/>
              </a:defRPr>
            </a:lvl7pPr>
            <a:lvl8pPr algn="ctr">
              <a:defRPr sz="1050" b="0" i="0">
                <a:solidFill>
                  <a:srgbClr val="F4F7F5"/>
                </a:solidFill>
                <a:latin typeface="Arial"/>
                <a:ea typeface="Arial"/>
                <a:cs typeface="Arial"/>
              </a:defRPr>
            </a:lvl8pPr>
            <a:lvl9pPr algn="ctr">
              <a:defRPr sz="1050" b="0" i="0">
                <a:solidFill>
                  <a:srgbClr val="F4F7F5"/>
                </a:solidFill>
                <a:latin typeface="Arial"/>
                <a:ea typeface="Arial"/>
                <a:cs typeface="Arial"/>
              </a:defRPr>
            </a:lvl9pPr>
          </a:lstStyle>
          <a:p>
            <a:pPr algn="ctr">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a:pPr algn="ctr">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a:ext uri="{FF2B5EF4-FFF2-40B4-BE49-F238E27FC236}">
                <a16:creationId xmlns:a16="http://schemas.microsoft.com/office/drawing/2014/main" id="{C5B6D117-E8E0-4F4D-8D2A-113E7CC36ED3}"/>
              </a:ext>
            </a:extLst>
          </p:cNvPr>
          <p:cNvSpPr>
            <a:spLocks noGrp="1"/>
          </p:cNvSpPr>
          <p:nvPr/>
        </p:nvSpPr>
        <p:spPr>
          <a:xfrm>
            <a:off x="2419350" y="2657475"/>
            <a:ext cx="342900" cy="0"/>
          </a:xfrm>
          <a:prstGeom prst="line">
            <a:avLst/>
          </a:prstGeom>
          <a:noFill/>
          <a:ln w="28575">
            <a:solidFill>
              <a:srgbClr val="AFC0B8"/>
            </a:solidFill>
            <a:prstDash val="solid"/>
          </a:ln>
        </p:spPr>
      </p:sp>
      <p:sp>
        <p:nvSpPr>
          <p:cNvPr id="12" name="Rectangle: Rounded Corners 11">
            <a:extLst>
              <a:ext uri="{FF2B5EF4-FFF2-40B4-BE49-F238E27FC236}">
                <a16:creationId xmlns:a16="http://schemas.microsoft.com/office/drawing/2014/main" id="{3BBD9752-4D0C-47A6-B7C2-5B977F555E55}"/>
              </a:ext>
            </a:extLst>
          </p:cNvPr>
          <p:cNvSpPr>
            <a:spLocks noGrp="1"/>
          </p:cNvSpPr>
          <p:nvPr/>
        </p:nvSpPr>
        <p:spPr>
          <a:xfrm>
            <a:off x="2762250" y="1847850"/>
            <a:ext cx="2000250" cy="1619250"/>
          </a:xfrm>
          <a:prstGeom prst="roundRect">
            <a:avLst>
              <a:gd name="adj" fmla="val 7059"/>
            </a:avLst>
          </a:prstGeom>
          <a:solidFill>
            <a:srgbClr val="102720"/>
          </a:solidFill>
          <a:ln w="19050">
            <a:noFill/>
            <a:prstDash val="solid"/>
          </a:ln>
        </p:spPr>
      </p:sp>
      <p:sp>
        <p:nvSpPr>
          <p:cNvPr id="13" name="Rectangle 12">
            <a:extLst>
              <a:ext uri="{FF2B5EF4-FFF2-40B4-BE49-F238E27FC236}">
                <a16:creationId xmlns:a16="http://schemas.microsoft.com/office/drawing/2014/main" id="{FF173527-4A1B-470D-8C41-41ACBADED9AC}"/>
              </a:ext>
            </a:extLst>
          </p:cNvPr>
          <p:cNvSpPr>
            <a:spLocks noGrp="1"/>
          </p:cNvSpPr>
          <p:nvPr/>
        </p:nvSpPr>
        <p:spPr>
          <a:xfrm>
            <a:off x="2905125" y="2028825"/>
            <a:ext cx="1714500" cy="209550"/>
          </a:xfrm>
          <a:prstGeom prst="rect">
            <a:avLst/>
          </a:prstGeom>
          <a:noFill/>
          <a:ln w="0">
            <a:noFill/>
            <a:prstDash val="solid"/>
          </a:ln>
        </p:spPr>
        <p:txBody>
          <a:bodyPr anchor="t">
            <a:normAutofit fontScale="86111"/>
          </a:bodyPr>
          <a:lstStyle>
            <a:defPPr algn="ctr">
              <a:defRPr sz="900" b="1" i="0">
                <a:solidFill>
                  <a:srgbClr val="F4F7F5"/>
                </a:solidFill>
                <a:latin typeface="Arial"/>
                <a:ea typeface="Arial"/>
                <a:cs typeface="Arial"/>
              </a:defRPr>
            </a:defPPr>
            <a:lvl1pPr algn="ctr">
              <a:defRPr sz="900" b="1" i="0">
                <a:solidFill>
                  <a:srgbClr val="F4F7F5"/>
                </a:solidFill>
                <a:latin typeface="Arial"/>
                <a:ea typeface="Arial"/>
                <a:cs typeface="Arial"/>
              </a:defRPr>
            </a:lvl1pPr>
            <a:lvl2pPr algn="ctr">
              <a:defRPr sz="900" b="1" i="0">
                <a:solidFill>
                  <a:srgbClr val="F4F7F5"/>
                </a:solidFill>
                <a:latin typeface="Arial"/>
                <a:ea typeface="Arial"/>
                <a:cs typeface="Arial"/>
              </a:defRPr>
            </a:lvl2pPr>
            <a:lvl3pPr algn="ctr">
              <a:defRPr sz="900" b="1" i="0">
                <a:solidFill>
                  <a:srgbClr val="F4F7F5"/>
                </a:solidFill>
                <a:latin typeface="Arial"/>
                <a:ea typeface="Arial"/>
                <a:cs typeface="Arial"/>
              </a:defRPr>
            </a:lvl3pPr>
            <a:lvl4pPr algn="ctr">
              <a:defRPr sz="900" b="1" i="0">
                <a:solidFill>
                  <a:srgbClr val="F4F7F5"/>
                </a:solidFill>
                <a:latin typeface="Arial"/>
                <a:ea typeface="Arial"/>
                <a:cs typeface="Arial"/>
              </a:defRPr>
            </a:lvl4pPr>
            <a:lvl5pPr algn="ctr">
              <a:defRPr sz="900" b="1" i="0">
                <a:solidFill>
                  <a:srgbClr val="F4F7F5"/>
                </a:solidFill>
                <a:latin typeface="Arial"/>
                <a:ea typeface="Arial"/>
                <a:cs typeface="Arial"/>
              </a:defRPr>
            </a:lvl5pPr>
            <a:lvl6pPr algn="ctr">
              <a:defRPr sz="900" b="1" i="0">
                <a:solidFill>
                  <a:srgbClr val="F4F7F5"/>
                </a:solidFill>
                <a:latin typeface="Arial"/>
                <a:ea typeface="Arial"/>
                <a:cs typeface="Arial"/>
              </a:defRPr>
            </a:lvl6pPr>
            <a:lvl7pPr algn="ctr">
              <a:defRPr sz="900" b="1" i="0">
                <a:solidFill>
                  <a:srgbClr val="F4F7F5"/>
                </a:solidFill>
                <a:latin typeface="Arial"/>
                <a:ea typeface="Arial"/>
                <a:cs typeface="Arial"/>
              </a:defRPr>
            </a:lvl7pPr>
            <a:lvl8pPr algn="ctr">
              <a:defRPr sz="900" b="1" i="0">
                <a:solidFill>
                  <a:srgbClr val="F4F7F5"/>
                </a:solidFill>
                <a:latin typeface="Arial"/>
                <a:ea typeface="Arial"/>
                <a:cs typeface="Arial"/>
              </a:defRPr>
            </a:lvl8pPr>
            <a:lvl9pPr algn="ctr">
              <a:defRPr sz="900" b="1" i="0">
                <a:solidFill>
                  <a:srgbClr val="F4F7F5"/>
                </a:solidFill>
                <a:latin typeface="Arial"/>
                <a:ea typeface="Arial"/>
                <a:cs typeface="Arial"/>
              </a:defRPr>
            </a:lvl9pPr>
          </a:lstStyle>
          <a:p>
            <a:pPr algn="ctr">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a:ext uri="{FF2B5EF4-FFF2-40B4-BE49-F238E27FC236}">
                <a16:creationId xmlns:a16="http://schemas.microsoft.com/office/drawing/2014/main" id="{14C28308-0DCB-4993-82C6-18F4A6D79342}"/>
              </a:ext>
            </a:extLst>
          </p:cNvPr>
          <p:cNvSpPr>
            <a:spLocks noGrp="1"/>
          </p:cNvSpPr>
          <p:nvPr/>
        </p:nvSpPr>
        <p:spPr>
          <a:xfrm>
            <a:off x="2933700" y="2447925"/>
            <a:ext cx="1657350" cy="800100"/>
          </a:xfrm>
          <a:prstGeom prst="rect">
            <a:avLst/>
          </a:prstGeom>
          <a:noFill/>
          <a:ln w="0">
            <a:noFill/>
            <a:prstDash val="solid"/>
          </a:ln>
        </p:spPr>
        <p:txBody>
          <a:bodyPr anchor="t">
            <a:normAutofit/>
          </a:bodyPr>
          <a:lstStyle>
            <a:defPPr algn="ctr">
              <a:defRPr sz="1050" b="0" i="0">
                <a:solidFill>
                  <a:srgbClr val="F4F7F5"/>
                </a:solidFill>
                <a:latin typeface="Arial"/>
                <a:ea typeface="Arial"/>
                <a:cs typeface="Arial"/>
              </a:defRPr>
            </a:defPPr>
            <a:lvl1pPr algn="ctr">
              <a:defRPr sz="1050" b="0" i="0">
                <a:solidFill>
                  <a:srgbClr val="F4F7F5"/>
                </a:solidFill>
                <a:latin typeface="Arial"/>
                <a:ea typeface="Arial"/>
                <a:cs typeface="Arial"/>
              </a:defRPr>
            </a:lvl1pPr>
            <a:lvl2pPr algn="ctr">
              <a:defRPr sz="1050" b="0" i="0">
                <a:solidFill>
                  <a:srgbClr val="F4F7F5"/>
                </a:solidFill>
                <a:latin typeface="Arial"/>
                <a:ea typeface="Arial"/>
                <a:cs typeface="Arial"/>
              </a:defRPr>
            </a:lvl2pPr>
            <a:lvl3pPr algn="ctr">
              <a:defRPr sz="1050" b="0" i="0">
                <a:solidFill>
                  <a:srgbClr val="F4F7F5"/>
                </a:solidFill>
                <a:latin typeface="Arial"/>
                <a:ea typeface="Arial"/>
                <a:cs typeface="Arial"/>
              </a:defRPr>
            </a:lvl3pPr>
            <a:lvl4pPr algn="ctr">
              <a:defRPr sz="1050" b="0" i="0">
                <a:solidFill>
                  <a:srgbClr val="F4F7F5"/>
                </a:solidFill>
                <a:latin typeface="Arial"/>
                <a:ea typeface="Arial"/>
                <a:cs typeface="Arial"/>
              </a:defRPr>
            </a:lvl4pPr>
            <a:lvl5pPr algn="ctr">
              <a:defRPr sz="1050" b="0" i="0">
                <a:solidFill>
                  <a:srgbClr val="F4F7F5"/>
                </a:solidFill>
                <a:latin typeface="Arial"/>
                <a:ea typeface="Arial"/>
                <a:cs typeface="Arial"/>
              </a:defRPr>
            </a:lvl5pPr>
            <a:lvl6pPr algn="ctr">
              <a:defRPr sz="1050" b="0" i="0">
                <a:solidFill>
                  <a:srgbClr val="F4F7F5"/>
                </a:solidFill>
                <a:latin typeface="Arial"/>
                <a:ea typeface="Arial"/>
                <a:cs typeface="Arial"/>
              </a:defRPr>
            </a:lvl6pPr>
            <a:lvl7pPr algn="ctr">
              <a:defRPr sz="1050" b="0" i="0">
                <a:solidFill>
                  <a:srgbClr val="F4F7F5"/>
                </a:solidFill>
                <a:latin typeface="Arial"/>
                <a:ea typeface="Arial"/>
                <a:cs typeface="Arial"/>
              </a:defRPr>
            </a:lvl7pPr>
            <a:lvl8pPr algn="ctr">
              <a:defRPr sz="1050" b="0" i="0">
                <a:solidFill>
                  <a:srgbClr val="F4F7F5"/>
                </a:solidFill>
                <a:latin typeface="Arial"/>
                <a:ea typeface="Arial"/>
                <a:cs typeface="Arial"/>
              </a:defRPr>
            </a:lvl8pPr>
            <a:lvl9pPr algn="ctr">
              <a:defRPr sz="1050" b="0" i="0">
                <a:solidFill>
                  <a:srgbClr val="F4F7F5"/>
                </a:solidFill>
                <a:latin typeface="Arial"/>
                <a:ea typeface="Arial"/>
                <a:cs typeface="Arial"/>
              </a:defRPr>
            </a:lvl9pPr>
          </a:lstStyle>
          <a:p>
            <a:pPr algn="ctr">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a:pPr algn="ctr">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a:ext uri="{FF2B5EF4-FFF2-40B4-BE49-F238E27FC236}">
                <a16:creationId xmlns:a16="http://schemas.microsoft.com/office/drawing/2014/main" id="{645138FF-B09C-4ED5-990F-6488A911309D}"/>
              </a:ext>
            </a:extLst>
          </p:cNvPr>
          <p:cNvSpPr>
            <a:spLocks noGrp="1"/>
          </p:cNvSpPr>
          <p:nvPr/>
        </p:nvSpPr>
        <p:spPr>
          <a:xfrm>
            <a:off x="4762500" y="2657475"/>
            <a:ext cx="342900" cy="0"/>
          </a:xfrm>
          <a:prstGeom prst="line">
            <a:avLst/>
          </a:prstGeom>
          <a:noFill/>
          <a:ln w="28575">
            <a:solidFill>
              <a:srgbClr val="AFC0B8"/>
            </a:solidFill>
            <a:prstDash val="solid"/>
          </a:ln>
        </p:spPr>
      </p:sp>
      <p:sp>
        <p:nvSpPr>
          <p:cNvPr id="16" name="Rectangle: Rounded Corners 15">
            <a:extLst>
              <a:ext uri="{FF2B5EF4-FFF2-40B4-BE49-F238E27FC236}">
                <a16:creationId xmlns:a16="http://schemas.microsoft.com/office/drawing/2014/main" id="{ECFDA6AF-C286-43EC-9EB9-3A356712BE3B}"/>
              </a:ext>
            </a:extLst>
          </p:cNvPr>
          <p:cNvSpPr>
            <a:spLocks noGrp="1"/>
          </p:cNvSpPr>
          <p:nvPr/>
        </p:nvSpPr>
        <p:spPr>
          <a:xfrm>
            <a:off x="5105400" y="1847850"/>
            <a:ext cx="2000250" cy="1619250"/>
          </a:xfrm>
          <a:prstGeom prst="roundRect">
            <a:avLst>
              <a:gd name="adj" fmla="val 7059"/>
            </a:avLst>
          </a:prstGeom>
          <a:solidFill>
            <a:srgbClr val="102720"/>
          </a:solidFill>
          <a:ln w="19050">
            <a:noFill/>
            <a:prstDash val="solid"/>
          </a:ln>
        </p:spPr>
      </p:sp>
      <p:sp>
        <p:nvSpPr>
          <p:cNvPr id="17" name="Rectangle 16">
            <a:extLst>
              <a:ext uri="{FF2B5EF4-FFF2-40B4-BE49-F238E27FC236}">
                <a16:creationId xmlns:a16="http://schemas.microsoft.com/office/drawing/2014/main" id="{63335EDD-1B09-4F33-8409-AC390A7CA979}"/>
              </a:ext>
            </a:extLst>
          </p:cNvPr>
          <p:cNvSpPr>
            <a:spLocks noGrp="1"/>
          </p:cNvSpPr>
          <p:nvPr/>
        </p:nvSpPr>
        <p:spPr>
          <a:xfrm>
            <a:off x="5248275" y="2028825"/>
            <a:ext cx="1714500" cy="209550"/>
          </a:xfrm>
          <a:prstGeom prst="rect">
            <a:avLst/>
          </a:prstGeom>
          <a:noFill/>
          <a:ln w="0">
            <a:noFill/>
            <a:prstDash val="solid"/>
          </a:ln>
        </p:spPr>
        <p:txBody>
          <a:bodyPr anchor="t">
            <a:normAutofit fontScale="86111"/>
          </a:bodyPr>
          <a:lstStyle>
            <a:defPPr algn="ctr">
              <a:defRPr sz="900" b="1" i="0">
                <a:solidFill>
                  <a:srgbClr val="F4F7F5"/>
                </a:solidFill>
                <a:latin typeface="Arial"/>
                <a:ea typeface="Arial"/>
                <a:cs typeface="Arial"/>
              </a:defRPr>
            </a:defPPr>
            <a:lvl1pPr algn="ctr">
              <a:defRPr sz="900" b="1" i="0">
                <a:solidFill>
                  <a:srgbClr val="F4F7F5"/>
                </a:solidFill>
                <a:latin typeface="Arial"/>
                <a:ea typeface="Arial"/>
                <a:cs typeface="Arial"/>
              </a:defRPr>
            </a:lvl1pPr>
            <a:lvl2pPr algn="ctr">
              <a:defRPr sz="900" b="1" i="0">
                <a:solidFill>
                  <a:srgbClr val="F4F7F5"/>
                </a:solidFill>
                <a:latin typeface="Arial"/>
                <a:ea typeface="Arial"/>
                <a:cs typeface="Arial"/>
              </a:defRPr>
            </a:lvl2pPr>
            <a:lvl3pPr algn="ctr">
              <a:defRPr sz="900" b="1" i="0">
                <a:solidFill>
                  <a:srgbClr val="F4F7F5"/>
                </a:solidFill>
                <a:latin typeface="Arial"/>
                <a:ea typeface="Arial"/>
                <a:cs typeface="Arial"/>
              </a:defRPr>
            </a:lvl3pPr>
            <a:lvl4pPr algn="ctr">
              <a:defRPr sz="900" b="1" i="0">
                <a:solidFill>
                  <a:srgbClr val="F4F7F5"/>
                </a:solidFill>
                <a:latin typeface="Arial"/>
                <a:ea typeface="Arial"/>
                <a:cs typeface="Arial"/>
              </a:defRPr>
            </a:lvl4pPr>
            <a:lvl5pPr algn="ctr">
              <a:defRPr sz="900" b="1" i="0">
                <a:solidFill>
                  <a:srgbClr val="F4F7F5"/>
                </a:solidFill>
                <a:latin typeface="Arial"/>
                <a:ea typeface="Arial"/>
                <a:cs typeface="Arial"/>
              </a:defRPr>
            </a:lvl5pPr>
            <a:lvl6pPr algn="ctr">
              <a:defRPr sz="900" b="1" i="0">
                <a:solidFill>
                  <a:srgbClr val="F4F7F5"/>
                </a:solidFill>
                <a:latin typeface="Arial"/>
                <a:ea typeface="Arial"/>
                <a:cs typeface="Arial"/>
              </a:defRPr>
            </a:lvl6pPr>
            <a:lvl7pPr algn="ctr">
              <a:defRPr sz="900" b="1" i="0">
                <a:solidFill>
                  <a:srgbClr val="F4F7F5"/>
                </a:solidFill>
                <a:latin typeface="Arial"/>
                <a:ea typeface="Arial"/>
                <a:cs typeface="Arial"/>
              </a:defRPr>
            </a:lvl7pPr>
            <a:lvl8pPr algn="ctr">
              <a:defRPr sz="900" b="1" i="0">
                <a:solidFill>
                  <a:srgbClr val="F4F7F5"/>
                </a:solidFill>
                <a:latin typeface="Arial"/>
                <a:ea typeface="Arial"/>
                <a:cs typeface="Arial"/>
              </a:defRPr>
            </a:lvl8pPr>
            <a:lvl9pPr algn="ctr">
              <a:defRPr sz="900" b="1" i="0">
                <a:solidFill>
                  <a:srgbClr val="F4F7F5"/>
                </a:solidFill>
                <a:latin typeface="Arial"/>
                <a:ea typeface="Arial"/>
                <a:cs typeface="Arial"/>
              </a:defRPr>
            </a:lvl9pPr>
          </a:lstStyle>
          <a:p>
            <a:pPr algn="ctr">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a:ext uri="{FF2B5EF4-FFF2-40B4-BE49-F238E27FC236}">
                <a16:creationId xmlns:a16="http://schemas.microsoft.com/office/drawing/2014/main" id="{547F4662-F93E-4ACB-905F-26BA98F32F16}"/>
              </a:ext>
            </a:extLst>
          </p:cNvPr>
          <p:cNvSpPr>
            <a:spLocks noGrp="1"/>
          </p:cNvSpPr>
          <p:nvPr/>
        </p:nvSpPr>
        <p:spPr>
          <a:xfrm>
            <a:off x="5276850" y="2447925"/>
            <a:ext cx="1657350" cy="800100"/>
          </a:xfrm>
          <a:prstGeom prst="rect">
            <a:avLst/>
          </a:prstGeom>
          <a:noFill/>
          <a:ln w="0">
            <a:noFill/>
            <a:prstDash val="solid"/>
          </a:ln>
        </p:spPr>
        <p:txBody>
          <a:bodyPr anchor="t">
            <a:normAutofit/>
          </a:bodyPr>
          <a:lstStyle>
            <a:defPPr algn="ctr">
              <a:defRPr sz="1050" b="0" i="0">
                <a:solidFill>
                  <a:srgbClr val="F4F7F5"/>
                </a:solidFill>
                <a:latin typeface="Arial"/>
                <a:ea typeface="Arial"/>
                <a:cs typeface="Arial"/>
              </a:defRPr>
            </a:defPPr>
            <a:lvl1pPr algn="ctr">
              <a:defRPr sz="1050" b="0" i="0">
                <a:solidFill>
                  <a:srgbClr val="F4F7F5"/>
                </a:solidFill>
                <a:latin typeface="Arial"/>
                <a:ea typeface="Arial"/>
                <a:cs typeface="Arial"/>
              </a:defRPr>
            </a:lvl1pPr>
            <a:lvl2pPr algn="ctr">
              <a:defRPr sz="1050" b="0" i="0">
                <a:solidFill>
                  <a:srgbClr val="F4F7F5"/>
                </a:solidFill>
                <a:latin typeface="Arial"/>
                <a:ea typeface="Arial"/>
                <a:cs typeface="Arial"/>
              </a:defRPr>
            </a:lvl2pPr>
            <a:lvl3pPr algn="ctr">
              <a:defRPr sz="1050" b="0" i="0">
                <a:solidFill>
                  <a:srgbClr val="F4F7F5"/>
                </a:solidFill>
                <a:latin typeface="Arial"/>
                <a:ea typeface="Arial"/>
                <a:cs typeface="Arial"/>
              </a:defRPr>
            </a:lvl3pPr>
            <a:lvl4pPr algn="ctr">
              <a:defRPr sz="1050" b="0" i="0">
                <a:solidFill>
                  <a:srgbClr val="F4F7F5"/>
                </a:solidFill>
                <a:latin typeface="Arial"/>
                <a:ea typeface="Arial"/>
                <a:cs typeface="Arial"/>
              </a:defRPr>
            </a:lvl4pPr>
            <a:lvl5pPr algn="ctr">
              <a:defRPr sz="1050" b="0" i="0">
                <a:solidFill>
                  <a:srgbClr val="F4F7F5"/>
                </a:solidFill>
                <a:latin typeface="Arial"/>
                <a:ea typeface="Arial"/>
                <a:cs typeface="Arial"/>
              </a:defRPr>
            </a:lvl5pPr>
            <a:lvl6pPr algn="ctr">
              <a:defRPr sz="1050" b="0" i="0">
                <a:solidFill>
                  <a:srgbClr val="F4F7F5"/>
                </a:solidFill>
                <a:latin typeface="Arial"/>
                <a:ea typeface="Arial"/>
                <a:cs typeface="Arial"/>
              </a:defRPr>
            </a:lvl6pPr>
            <a:lvl7pPr algn="ctr">
              <a:defRPr sz="1050" b="0" i="0">
                <a:solidFill>
                  <a:srgbClr val="F4F7F5"/>
                </a:solidFill>
                <a:latin typeface="Arial"/>
                <a:ea typeface="Arial"/>
                <a:cs typeface="Arial"/>
              </a:defRPr>
            </a:lvl7pPr>
            <a:lvl8pPr algn="ctr">
              <a:defRPr sz="1050" b="0" i="0">
                <a:solidFill>
                  <a:srgbClr val="F4F7F5"/>
                </a:solidFill>
                <a:latin typeface="Arial"/>
                <a:ea typeface="Arial"/>
                <a:cs typeface="Arial"/>
              </a:defRPr>
            </a:lvl8pPr>
            <a:lvl9pPr algn="ctr">
              <a:defRPr sz="1050" b="0" i="0">
                <a:solidFill>
                  <a:srgbClr val="F4F7F5"/>
                </a:solidFill>
                <a:latin typeface="Arial"/>
                <a:ea typeface="Arial"/>
                <a:cs typeface="Arial"/>
              </a:defRPr>
            </a:lvl9pPr>
          </a:lstStyle>
          <a:p>
            <a:pPr algn="ctr">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a:pPr algn="ctr">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a:ext uri="{FF2B5EF4-FFF2-40B4-BE49-F238E27FC236}">
                <a16:creationId xmlns:a16="http://schemas.microsoft.com/office/drawing/2014/main" id="{DEA4986B-4CDE-4D10-88FE-4F388D5F4EA9}"/>
              </a:ext>
            </a:extLst>
          </p:cNvPr>
          <p:cNvSpPr>
            <a:spLocks noGrp="1"/>
          </p:cNvSpPr>
          <p:nvPr/>
        </p:nvSpPr>
        <p:spPr>
          <a:xfrm>
            <a:off x="7105650" y="2657475"/>
            <a:ext cx="342900" cy="0"/>
          </a:xfrm>
          <a:prstGeom prst="line">
            <a:avLst/>
          </a:prstGeom>
          <a:noFill/>
          <a:ln w="28575">
            <a:solidFill>
              <a:srgbClr val="AFC0B8"/>
            </a:solidFill>
            <a:prstDash val="solid"/>
          </a:ln>
        </p:spPr>
      </p:sp>
      <p:sp>
        <p:nvSpPr>
          <p:cNvPr id="20" name="Rectangle: Rounded Corners 19">
            <a:extLst>
              <a:ext uri="{FF2B5EF4-FFF2-40B4-BE49-F238E27FC236}">
                <a16:creationId xmlns:a16="http://schemas.microsoft.com/office/drawing/2014/main" id="{F1357FE9-BE03-47C7-955C-594CD096732B}"/>
              </a:ext>
            </a:extLst>
          </p:cNvPr>
          <p:cNvSpPr>
            <a:spLocks noGrp="1"/>
          </p:cNvSpPr>
          <p:nvPr/>
        </p:nvSpPr>
        <p:spPr>
          <a:xfrm>
            <a:off x="7448550" y="1847850"/>
            <a:ext cx="2000250" cy="1619250"/>
          </a:xfrm>
          <a:prstGeom prst="roundRect">
            <a:avLst>
              <a:gd name="adj" fmla="val 7059"/>
            </a:avLst>
          </a:prstGeom>
          <a:solidFill>
            <a:srgbClr val="102720"/>
          </a:solidFill>
          <a:ln w="19050">
            <a:noFill/>
            <a:prstDash val="solid"/>
          </a:ln>
        </p:spPr>
      </p:sp>
      <p:sp>
        <p:nvSpPr>
          <p:cNvPr id="21" name="Rectangle 20">
            <a:extLst>
              <a:ext uri="{FF2B5EF4-FFF2-40B4-BE49-F238E27FC236}">
                <a16:creationId xmlns:a16="http://schemas.microsoft.com/office/drawing/2014/main" id="{01DEE5F8-E554-4162-BD20-3A1AA788BF1D}"/>
              </a:ext>
            </a:extLst>
          </p:cNvPr>
          <p:cNvSpPr>
            <a:spLocks noGrp="1"/>
          </p:cNvSpPr>
          <p:nvPr/>
        </p:nvSpPr>
        <p:spPr>
          <a:xfrm>
            <a:off x="7591425" y="2028825"/>
            <a:ext cx="1714500" cy="209550"/>
          </a:xfrm>
          <a:prstGeom prst="rect">
            <a:avLst/>
          </a:prstGeom>
          <a:noFill/>
          <a:ln w="0">
            <a:noFill/>
            <a:prstDash val="solid"/>
          </a:ln>
        </p:spPr>
        <p:txBody>
          <a:bodyPr anchor="t">
            <a:normAutofit fontScale="86111"/>
          </a:bodyPr>
          <a:lstStyle>
            <a:defPPr algn="ctr">
              <a:defRPr sz="900" b="1" i="0">
                <a:solidFill>
                  <a:srgbClr val="F4F7F5"/>
                </a:solidFill>
                <a:latin typeface="Arial"/>
                <a:ea typeface="Arial"/>
                <a:cs typeface="Arial"/>
              </a:defRPr>
            </a:defPPr>
            <a:lvl1pPr algn="ctr">
              <a:defRPr sz="900" b="1" i="0">
                <a:solidFill>
                  <a:srgbClr val="F4F7F5"/>
                </a:solidFill>
                <a:latin typeface="Arial"/>
                <a:ea typeface="Arial"/>
                <a:cs typeface="Arial"/>
              </a:defRPr>
            </a:lvl1pPr>
            <a:lvl2pPr algn="ctr">
              <a:defRPr sz="900" b="1" i="0">
                <a:solidFill>
                  <a:srgbClr val="F4F7F5"/>
                </a:solidFill>
                <a:latin typeface="Arial"/>
                <a:ea typeface="Arial"/>
                <a:cs typeface="Arial"/>
              </a:defRPr>
            </a:lvl2pPr>
            <a:lvl3pPr algn="ctr">
              <a:defRPr sz="900" b="1" i="0">
                <a:solidFill>
                  <a:srgbClr val="F4F7F5"/>
                </a:solidFill>
                <a:latin typeface="Arial"/>
                <a:ea typeface="Arial"/>
                <a:cs typeface="Arial"/>
              </a:defRPr>
            </a:lvl3pPr>
            <a:lvl4pPr algn="ctr">
              <a:defRPr sz="900" b="1" i="0">
                <a:solidFill>
                  <a:srgbClr val="F4F7F5"/>
                </a:solidFill>
                <a:latin typeface="Arial"/>
                <a:ea typeface="Arial"/>
                <a:cs typeface="Arial"/>
              </a:defRPr>
            </a:lvl4pPr>
            <a:lvl5pPr algn="ctr">
              <a:defRPr sz="900" b="1" i="0">
                <a:solidFill>
                  <a:srgbClr val="F4F7F5"/>
                </a:solidFill>
                <a:latin typeface="Arial"/>
                <a:ea typeface="Arial"/>
                <a:cs typeface="Arial"/>
              </a:defRPr>
            </a:lvl5pPr>
            <a:lvl6pPr algn="ctr">
              <a:defRPr sz="900" b="1" i="0">
                <a:solidFill>
                  <a:srgbClr val="F4F7F5"/>
                </a:solidFill>
                <a:latin typeface="Arial"/>
                <a:ea typeface="Arial"/>
                <a:cs typeface="Arial"/>
              </a:defRPr>
            </a:lvl6pPr>
            <a:lvl7pPr algn="ctr">
              <a:defRPr sz="900" b="1" i="0">
                <a:solidFill>
                  <a:srgbClr val="F4F7F5"/>
                </a:solidFill>
                <a:latin typeface="Arial"/>
                <a:ea typeface="Arial"/>
                <a:cs typeface="Arial"/>
              </a:defRPr>
            </a:lvl7pPr>
            <a:lvl8pPr algn="ctr">
              <a:defRPr sz="900" b="1" i="0">
                <a:solidFill>
                  <a:srgbClr val="F4F7F5"/>
                </a:solidFill>
                <a:latin typeface="Arial"/>
                <a:ea typeface="Arial"/>
                <a:cs typeface="Arial"/>
              </a:defRPr>
            </a:lvl8pPr>
            <a:lvl9pPr algn="ctr">
              <a:defRPr sz="900" b="1" i="0">
                <a:solidFill>
                  <a:srgbClr val="F4F7F5"/>
                </a:solidFill>
                <a:latin typeface="Arial"/>
                <a:ea typeface="Arial"/>
                <a:cs typeface="Arial"/>
              </a:defRPr>
            </a:lvl9pPr>
          </a:lstStyle>
          <a:p>
            <a:pPr algn="ctr">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a:ext uri="{FF2B5EF4-FFF2-40B4-BE49-F238E27FC236}">
                <a16:creationId xmlns:a16="http://schemas.microsoft.com/office/drawing/2014/main" id="{2EAB2D39-CA22-4932-B899-B68F84C12BB3}"/>
              </a:ext>
            </a:extLst>
          </p:cNvPr>
          <p:cNvSpPr>
            <a:spLocks noGrp="1"/>
          </p:cNvSpPr>
          <p:nvPr/>
        </p:nvSpPr>
        <p:spPr>
          <a:xfrm>
            <a:off x="7620000" y="2447925"/>
            <a:ext cx="1657350" cy="800100"/>
          </a:xfrm>
          <a:prstGeom prst="rect">
            <a:avLst/>
          </a:prstGeom>
          <a:noFill/>
          <a:ln w="0">
            <a:noFill/>
            <a:prstDash val="solid"/>
          </a:ln>
        </p:spPr>
        <p:txBody>
          <a:bodyPr anchor="t">
            <a:normAutofit/>
          </a:bodyPr>
          <a:lstStyle>
            <a:defPPr algn="ctr">
              <a:defRPr sz="1050" b="0" i="0">
                <a:solidFill>
                  <a:srgbClr val="F4F7F5"/>
                </a:solidFill>
                <a:latin typeface="Arial"/>
                <a:ea typeface="Arial"/>
                <a:cs typeface="Arial"/>
              </a:defRPr>
            </a:defPPr>
            <a:lvl1pPr algn="ctr">
              <a:defRPr sz="1050" b="0" i="0">
                <a:solidFill>
                  <a:srgbClr val="F4F7F5"/>
                </a:solidFill>
                <a:latin typeface="Arial"/>
                <a:ea typeface="Arial"/>
                <a:cs typeface="Arial"/>
              </a:defRPr>
            </a:lvl1pPr>
            <a:lvl2pPr algn="ctr">
              <a:defRPr sz="1050" b="0" i="0">
                <a:solidFill>
                  <a:srgbClr val="F4F7F5"/>
                </a:solidFill>
                <a:latin typeface="Arial"/>
                <a:ea typeface="Arial"/>
                <a:cs typeface="Arial"/>
              </a:defRPr>
            </a:lvl2pPr>
            <a:lvl3pPr algn="ctr">
              <a:defRPr sz="1050" b="0" i="0">
                <a:solidFill>
                  <a:srgbClr val="F4F7F5"/>
                </a:solidFill>
                <a:latin typeface="Arial"/>
                <a:ea typeface="Arial"/>
                <a:cs typeface="Arial"/>
              </a:defRPr>
            </a:lvl3pPr>
            <a:lvl4pPr algn="ctr">
              <a:defRPr sz="1050" b="0" i="0">
                <a:solidFill>
                  <a:srgbClr val="F4F7F5"/>
                </a:solidFill>
                <a:latin typeface="Arial"/>
                <a:ea typeface="Arial"/>
                <a:cs typeface="Arial"/>
              </a:defRPr>
            </a:lvl4pPr>
            <a:lvl5pPr algn="ctr">
              <a:defRPr sz="1050" b="0" i="0">
                <a:solidFill>
                  <a:srgbClr val="F4F7F5"/>
                </a:solidFill>
                <a:latin typeface="Arial"/>
                <a:ea typeface="Arial"/>
                <a:cs typeface="Arial"/>
              </a:defRPr>
            </a:lvl5pPr>
            <a:lvl6pPr algn="ctr">
              <a:defRPr sz="1050" b="0" i="0">
                <a:solidFill>
                  <a:srgbClr val="F4F7F5"/>
                </a:solidFill>
                <a:latin typeface="Arial"/>
                <a:ea typeface="Arial"/>
                <a:cs typeface="Arial"/>
              </a:defRPr>
            </a:lvl6pPr>
            <a:lvl7pPr algn="ctr">
              <a:defRPr sz="1050" b="0" i="0">
                <a:solidFill>
                  <a:srgbClr val="F4F7F5"/>
                </a:solidFill>
                <a:latin typeface="Arial"/>
                <a:ea typeface="Arial"/>
                <a:cs typeface="Arial"/>
              </a:defRPr>
            </a:lvl7pPr>
            <a:lvl8pPr algn="ctr">
              <a:defRPr sz="1050" b="0" i="0">
                <a:solidFill>
                  <a:srgbClr val="F4F7F5"/>
                </a:solidFill>
                <a:latin typeface="Arial"/>
                <a:ea typeface="Arial"/>
                <a:cs typeface="Arial"/>
              </a:defRPr>
            </a:lvl8pPr>
            <a:lvl9pPr algn="ctr">
              <a:defRPr sz="1050" b="0" i="0">
                <a:solidFill>
                  <a:srgbClr val="F4F7F5"/>
                </a:solidFill>
                <a:latin typeface="Arial"/>
                <a:ea typeface="Arial"/>
                <a:cs typeface="Arial"/>
              </a:defRPr>
            </a:lvl9pPr>
          </a:lstStyle>
          <a:p>
            <a:pPr algn="ctr">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a:pPr algn="ctr">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a:ext uri="{FF2B5EF4-FFF2-40B4-BE49-F238E27FC236}">
                <a16:creationId xmlns:a16="http://schemas.microsoft.com/office/drawing/2014/main" id="{758A7CB6-2DDD-4A38-AF77-F6A52EBA831E}"/>
              </a:ext>
            </a:extLst>
          </p:cNvPr>
          <p:cNvSpPr>
            <a:spLocks noGrp="1"/>
          </p:cNvSpPr>
          <p:nvPr/>
        </p:nvSpPr>
        <p:spPr>
          <a:xfrm>
            <a:off x="9448800" y="2657475"/>
            <a:ext cx="342900" cy="0"/>
          </a:xfrm>
          <a:prstGeom prst="line">
            <a:avLst/>
          </a:prstGeom>
          <a:noFill/>
          <a:ln w="28575">
            <a:solidFill>
              <a:srgbClr val="AFC0B8"/>
            </a:solidFill>
            <a:prstDash val="solid"/>
          </a:ln>
        </p:spPr>
      </p:sp>
      <p:sp>
        <p:nvSpPr>
          <p:cNvPr id="24" name="Rectangle: Rounded Corners 23">
            <a:extLst>
              <a:ext uri="{FF2B5EF4-FFF2-40B4-BE49-F238E27FC236}">
                <a16:creationId xmlns:a16="http://schemas.microsoft.com/office/drawing/2014/main" id="{CCDE4368-0607-41C3-A71D-9226A0959FA8}"/>
              </a:ext>
            </a:extLst>
          </p:cNvPr>
          <p:cNvSpPr>
            <a:spLocks noGrp="1"/>
          </p:cNvSpPr>
          <p:nvPr/>
        </p:nvSpPr>
        <p:spPr>
          <a:xfrm>
            <a:off x="9791700" y="1847850"/>
            <a:ext cx="2000250" cy="1619250"/>
          </a:xfrm>
          <a:prstGeom prst="roundRect">
            <a:avLst>
              <a:gd name="adj" fmla="val 7059"/>
            </a:avLst>
          </a:prstGeom>
          <a:solidFill>
            <a:srgbClr val="102720"/>
          </a:solidFill>
          <a:ln w="19050">
            <a:noFill/>
            <a:prstDash val="solid"/>
          </a:ln>
        </p:spPr>
      </p:sp>
      <p:sp>
        <p:nvSpPr>
          <p:cNvPr id="25" name="Rectangle 24">
            <a:extLst>
              <a:ext uri="{FF2B5EF4-FFF2-40B4-BE49-F238E27FC236}">
                <a16:creationId xmlns:a16="http://schemas.microsoft.com/office/drawing/2014/main" id="{14EB3E07-522A-4903-8214-C1691ACDF714}"/>
              </a:ext>
            </a:extLst>
          </p:cNvPr>
          <p:cNvSpPr>
            <a:spLocks noGrp="1"/>
          </p:cNvSpPr>
          <p:nvPr/>
        </p:nvSpPr>
        <p:spPr>
          <a:xfrm>
            <a:off x="9934575" y="2028825"/>
            <a:ext cx="1714500" cy="209550"/>
          </a:xfrm>
          <a:prstGeom prst="rect">
            <a:avLst/>
          </a:prstGeom>
          <a:noFill/>
          <a:ln w="0">
            <a:noFill/>
            <a:prstDash val="solid"/>
          </a:ln>
        </p:spPr>
        <p:txBody>
          <a:bodyPr anchor="t">
            <a:normAutofit fontScale="86111"/>
          </a:bodyPr>
          <a:lstStyle>
            <a:defPPr algn="ctr">
              <a:defRPr sz="900" b="1" i="0">
                <a:solidFill>
                  <a:srgbClr val="F4F7F5"/>
                </a:solidFill>
                <a:latin typeface="Arial"/>
                <a:ea typeface="Arial"/>
                <a:cs typeface="Arial"/>
              </a:defRPr>
            </a:defPPr>
            <a:lvl1pPr algn="ctr">
              <a:defRPr sz="900" b="1" i="0">
                <a:solidFill>
                  <a:srgbClr val="F4F7F5"/>
                </a:solidFill>
                <a:latin typeface="Arial"/>
                <a:ea typeface="Arial"/>
                <a:cs typeface="Arial"/>
              </a:defRPr>
            </a:lvl1pPr>
            <a:lvl2pPr algn="ctr">
              <a:defRPr sz="900" b="1" i="0">
                <a:solidFill>
                  <a:srgbClr val="F4F7F5"/>
                </a:solidFill>
                <a:latin typeface="Arial"/>
                <a:ea typeface="Arial"/>
                <a:cs typeface="Arial"/>
              </a:defRPr>
            </a:lvl2pPr>
            <a:lvl3pPr algn="ctr">
              <a:defRPr sz="900" b="1" i="0">
                <a:solidFill>
                  <a:srgbClr val="F4F7F5"/>
                </a:solidFill>
                <a:latin typeface="Arial"/>
                <a:ea typeface="Arial"/>
                <a:cs typeface="Arial"/>
              </a:defRPr>
            </a:lvl3pPr>
            <a:lvl4pPr algn="ctr">
              <a:defRPr sz="900" b="1" i="0">
                <a:solidFill>
                  <a:srgbClr val="F4F7F5"/>
                </a:solidFill>
                <a:latin typeface="Arial"/>
                <a:ea typeface="Arial"/>
                <a:cs typeface="Arial"/>
              </a:defRPr>
            </a:lvl4pPr>
            <a:lvl5pPr algn="ctr">
              <a:defRPr sz="900" b="1" i="0">
                <a:solidFill>
                  <a:srgbClr val="F4F7F5"/>
                </a:solidFill>
                <a:latin typeface="Arial"/>
                <a:ea typeface="Arial"/>
                <a:cs typeface="Arial"/>
              </a:defRPr>
            </a:lvl5pPr>
            <a:lvl6pPr algn="ctr">
              <a:defRPr sz="900" b="1" i="0">
                <a:solidFill>
                  <a:srgbClr val="F4F7F5"/>
                </a:solidFill>
                <a:latin typeface="Arial"/>
                <a:ea typeface="Arial"/>
                <a:cs typeface="Arial"/>
              </a:defRPr>
            </a:lvl6pPr>
            <a:lvl7pPr algn="ctr">
              <a:defRPr sz="900" b="1" i="0">
                <a:solidFill>
                  <a:srgbClr val="F4F7F5"/>
                </a:solidFill>
                <a:latin typeface="Arial"/>
                <a:ea typeface="Arial"/>
                <a:cs typeface="Arial"/>
              </a:defRPr>
            </a:lvl7pPr>
            <a:lvl8pPr algn="ctr">
              <a:defRPr sz="900" b="1" i="0">
                <a:solidFill>
                  <a:srgbClr val="F4F7F5"/>
                </a:solidFill>
                <a:latin typeface="Arial"/>
                <a:ea typeface="Arial"/>
                <a:cs typeface="Arial"/>
              </a:defRPr>
            </a:lvl8pPr>
            <a:lvl9pPr algn="ctr">
              <a:defRPr sz="900" b="1" i="0">
                <a:solidFill>
                  <a:srgbClr val="F4F7F5"/>
                </a:solidFill>
                <a:latin typeface="Arial"/>
                <a:ea typeface="Arial"/>
                <a:cs typeface="Arial"/>
              </a:defRPr>
            </a:lvl9pPr>
          </a:lstStyle>
          <a:p>
            <a:pPr algn="ctr">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a:ext uri="{FF2B5EF4-FFF2-40B4-BE49-F238E27FC236}">
                <a16:creationId xmlns:a16="http://schemas.microsoft.com/office/drawing/2014/main" id="{8C3FAD5A-4794-4802-B2B0-A613EA944347}"/>
              </a:ext>
            </a:extLst>
          </p:cNvPr>
          <p:cNvSpPr>
            <a:spLocks noGrp="1"/>
          </p:cNvSpPr>
          <p:nvPr/>
        </p:nvSpPr>
        <p:spPr>
          <a:xfrm>
            <a:off x="9963150" y="2447925"/>
            <a:ext cx="1657350" cy="800100"/>
          </a:xfrm>
          <a:prstGeom prst="rect">
            <a:avLst/>
          </a:prstGeom>
          <a:noFill/>
          <a:ln w="0">
            <a:noFill/>
            <a:prstDash val="solid"/>
          </a:ln>
        </p:spPr>
        <p:txBody>
          <a:bodyPr anchor="t">
            <a:normAutofit/>
          </a:bodyPr>
          <a:lstStyle>
            <a:defPPr algn="ctr">
              <a:defRPr sz="1050" b="0" i="0">
                <a:solidFill>
                  <a:srgbClr val="F4F7F5"/>
                </a:solidFill>
                <a:latin typeface="Arial"/>
                <a:ea typeface="Arial"/>
                <a:cs typeface="Arial"/>
              </a:defRPr>
            </a:defPPr>
            <a:lvl1pPr algn="ctr">
              <a:defRPr sz="1050" b="0" i="0">
                <a:solidFill>
                  <a:srgbClr val="F4F7F5"/>
                </a:solidFill>
                <a:latin typeface="Arial"/>
                <a:ea typeface="Arial"/>
                <a:cs typeface="Arial"/>
              </a:defRPr>
            </a:lvl1pPr>
            <a:lvl2pPr algn="ctr">
              <a:defRPr sz="1050" b="0" i="0">
                <a:solidFill>
                  <a:srgbClr val="F4F7F5"/>
                </a:solidFill>
                <a:latin typeface="Arial"/>
                <a:ea typeface="Arial"/>
                <a:cs typeface="Arial"/>
              </a:defRPr>
            </a:lvl2pPr>
            <a:lvl3pPr algn="ctr">
              <a:defRPr sz="1050" b="0" i="0">
                <a:solidFill>
                  <a:srgbClr val="F4F7F5"/>
                </a:solidFill>
                <a:latin typeface="Arial"/>
                <a:ea typeface="Arial"/>
                <a:cs typeface="Arial"/>
              </a:defRPr>
            </a:lvl3pPr>
            <a:lvl4pPr algn="ctr">
              <a:defRPr sz="1050" b="0" i="0">
                <a:solidFill>
                  <a:srgbClr val="F4F7F5"/>
                </a:solidFill>
                <a:latin typeface="Arial"/>
                <a:ea typeface="Arial"/>
                <a:cs typeface="Arial"/>
              </a:defRPr>
            </a:lvl4pPr>
            <a:lvl5pPr algn="ctr">
              <a:defRPr sz="1050" b="0" i="0">
                <a:solidFill>
                  <a:srgbClr val="F4F7F5"/>
                </a:solidFill>
                <a:latin typeface="Arial"/>
                <a:ea typeface="Arial"/>
                <a:cs typeface="Arial"/>
              </a:defRPr>
            </a:lvl5pPr>
            <a:lvl6pPr algn="ctr">
              <a:defRPr sz="1050" b="0" i="0">
                <a:solidFill>
                  <a:srgbClr val="F4F7F5"/>
                </a:solidFill>
                <a:latin typeface="Arial"/>
                <a:ea typeface="Arial"/>
                <a:cs typeface="Arial"/>
              </a:defRPr>
            </a:lvl6pPr>
            <a:lvl7pPr algn="ctr">
              <a:defRPr sz="1050" b="0" i="0">
                <a:solidFill>
                  <a:srgbClr val="F4F7F5"/>
                </a:solidFill>
                <a:latin typeface="Arial"/>
                <a:ea typeface="Arial"/>
                <a:cs typeface="Arial"/>
              </a:defRPr>
            </a:lvl7pPr>
            <a:lvl8pPr algn="ctr">
              <a:defRPr sz="1050" b="0" i="0">
                <a:solidFill>
                  <a:srgbClr val="F4F7F5"/>
                </a:solidFill>
                <a:latin typeface="Arial"/>
                <a:ea typeface="Arial"/>
                <a:cs typeface="Arial"/>
              </a:defRPr>
            </a:lvl8pPr>
            <a:lvl9pPr algn="ctr">
              <a:defRPr sz="1050" b="0" i="0">
                <a:solidFill>
                  <a:srgbClr val="F4F7F5"/>
                </a:solidFill>
                <a:latin typeface="Arial"/>
                <a:ea typeface="Arial"/>
                <a:cs typeface="Arial"/>
              </a:defRPr>
            </a:lvl9pPr>
          </a:lstStyle>
          <a:p>
            <a:pPr algn="ctr">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a:pPr algn="ctr">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a:ext uri="{FF2B5EF4-FFF2-40B4-BE49-F238E27FC236}">
                <a16:creationId xmlns:a16="http://schemas.microsoft.com/office/drawing/2014/main" id="{6C800FD9-FDB7-4748-8ED0-9CAD2E2B2488}"/>
              </a:ext>
            </a:extLst>
          </p:cNvPr>
          <p:cNvSpPr>
            <a:spLocks noGrp="1"/>
          </p:cNvSpPr>
          <p:nvPr/>
        </p:nvSpPr>
        <p:spPr>
          <a:xfrm>
            <a:off x="533400" y="3981450"/>
            <a:ext cx="1428750" cy="228600"/>
          </a:xfrm>
          <a:prstGeom prst="rect">
            <a:avLst/>
          </a:prstGeom>
          <a:noFill/>
          <a:ln w="0">
            <a:noFill/>
            <a:prstDash val="solid"/>
          </a:ln>
        </p:spPr>
        <p:txBody>
          <a:bodyPr anchor="t">
            <a:normAutofit fontScale="80000"/>
          </a:bodyPr>
          <a:lstStyle>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a:pPr algn="l">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a:ext uri="{FF2B5EF4-FFF2-40B4-BE49-F238E27FC236}">
                <a16:creationId xmlns:a16="http://schemas.microsoft.com/office/drawing/2014/main" id="{4DE28355-35A4-4F70-9EAD-3C64295F627F}"/>
              </a:ext>
            </a:extLst>
          </p:cNvPr>
          <p:cNvSpPr>
            <a:spLocks noGrp="1"/>
          </p:cNvSpPr>
          <p:nvPr/>
        </p:nvSpPr>
        <p:spPr>
          <a:xfrm>
            <a:off x="1962150" y="3981450"/>
            <a:ext cx="3952875" cy="266700"/>
          </a:xfrm>
          <a:prstGeom prst="rect">
            <a:avLst/>
          </a:prstGeom>
          <a:noFill/>
          <a:ln w="0">
            <a:noFill/>
            <a:prstDash val="solid"/>
          </a:ln>
        </p:spPr>
        <p:txBody>
          <a:bodyPr anchor="t">
            <a:normAutofit/>
          </a:bodyPr>
          <a:lstStyle>
            <a:defPPr algn="l">
              <a:defRPr sz="1125" b="0" i="0">
                <a:solidFill>
                  <a:srgbClr val="AFC0B8"/>
                </a:solidFill>
                <a:latin typeface="Cascadia Mono"/>
                <a:ea typeface="Cascadia Mono"/>
                <a:cs typeface="Cascadia Mono"/>
              </a:defRPr>
            </a:defPPr>
            <a:lvl1pPr algn="l">
              <a:defRPr sz="1125" b="0" i="0">
                <a:solidFill>
                  <a:srgbClr val="AFC0B8"/>
                </a:solidFill>
                <a:latin typeface="Cascadia Mono"/>
                <a:ea typeface="Cascadia Mono"/>
                <a:cs typeface="Cascadia Mono"/>
              </a:defRPr>
            </a:lvl1pPr>
            <a:lvl2pPr algn="l">
              <a:defRPr sz="1125" b="0" i="0">
                <a:solidFill>
                  <a:srgbClr val="AFC0B8"/>
                </a:solidFill>
                <a:latin typeface="Cascadia Mono"/>
                <a:ea typeface="Cascadia Mono"/>
                <a:cs typeface="Cascadia Mono"/>
              </a:defRPr>
            </a:lvl2pPr>
            <a:lvl3pPr algn="l">
              <a:defRPr sz="1125" b="0" i="0">
                <a:solidFill>
                  <a:srgbClr val="AFC0B8"/>
                </a:solidFill>
                <a:latin typeface="Cascadia Mono"/>
                <a:ea typeface="Cascadia Mono"/>
                <a:cs typeface="Cascadia Mono"/>
              </a:defRPr>
            </a:lvl3pPr>
            <a:lvl4pPr algn="l">
              <a:defRPr sz="1125" b="0" i="0">
                <a:solidFill>
                  <a:srgbClr val="AFC0B8"/>
                </a:solidFill>
                <a:latin typeface="Cascadia Mono"/>
                <a:ea typeface="Cascadia Mono"/>
                <a:cs typeface="Cascadia Mono"/>
              </a:defRPr>
            </a:lvl4pPr>
            <a:lvl5pPr algn="l">
              <a:defRPr sz="1125" b="0" i="0">
                <a:solidFill>
                  <a:srgbClr val="AFC0B8"/>
                </a:solidFill>
                <a:latin typeface="Cascadia Mono"/>
                <a:ea typeface="Cascadia Mono"/>
                <a:cs typeface="Cascadia Mono"/>
              </a:defRPr>
            </a:lvl5pPr>
            <a:lvl6pPr algn="l">
              <a:defRPr sz="1125" b="0" i="0">
                <a:solidFill>
                  <a:srgbClr val="AFC0B8"/>
                </a:solidFill>
                <a:latin typeface="Cascadia Mono"/>
                <a:ea typeface="Cascadia Mono"/>
                <a:cs typeface="Cascadia Mono"/>
              </a:defRPr>
            </a:lvl6pPr>
            <a:lvl7pPr algn="l">
              <a:defRPr sz="1125" b="0" i="0">
                <a:solidFill>
                  <a:srgbClr val="AFC0B8"/>
                </a:solidFill>
                <a:latin typeface="Cascadia Mono"/>
                <a:ea typeface="Cascadia Mono"/>
                <a:cs typeface="Cascadia Mono"/>
              </a:defRPr>
            </a:lvl7pPr>
            <a:lvl8pPr algn="l">
              <a:defRPr sz="1125" b="0" i="0">
                <a:solidFill>
                  <a:srgbClr val="AFC0B8"/>
                </a:solidFill>
                <a:latin typeface="Cascadia Mono"/>
                <a:ea typeface="Cascadia Mono"/>
                <a:cs typeface="Cascadia Mono"/>
              </a:defRPr>
            </a:lvl8pPr>
            <a:lvl9pPr algn="l">
              <a:defRPr sz="1125" b="0" i="0">
                <a:solidFill>
                  <a:srgbClr val="AFC0B8"/>
                </a:solidFill>
                <a:latin typeface="Cascadia Mono"/>
                <a:ea typeface="Cascadia Mono"/>
                <a:cs typeface="Cascadia Mono"/>
              </a:defRPr>
            </a:lvl9pPr>
          </a:lstStyle>
          <a:p>
            <a:pPr algn="l">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a:ext uri="{FF2B5EF4-FFF2-40B4-BE49-F238E27FC236}">
                <a16:creationId xmlns:a16="http://schemas.microsoft.com/office/drawing/2014/main" id="{BCE5FC37-E38E-4E4D-B53A-ED90BAFE735B}"/>
              </a:ext>
            </a:extLst>
          </p:cNvPr>
          <p:cNvSpPr>
            <a:spLocks noGrp="1"/>
          </p:cNvSpPr>
          <p:nvPr/>
        </p:nvSpPr>
        <p:spPr>
          <a:xfrm>
            <a:off x="6153150" y="3981450"/>
            <a:ext cx="1428750" cy="228600"/>
          </a:xfrm>
          <a:prstGeom prst="rect">
            <a:avLst/>
          </a:prstGeom>
          <a:noFill/>
          <a:ln w="0">
            <a:noFill/>
            <a:prstDash val="solid"/>
          </a:ln>
        </p:spPr>
        <p:txBody>
          <a:bodyPr anchor="t">
            <a:normAutofit fontScale="80000"/>
          </a:bodyPr>
          <a:lstStyle>
            <a:defPPr algn="l">
              <a:defRPr sz="1125" b="1" i="0">
                <a:solidFill>
                  <a:srgbClr val="E84AAB"/>
                </a:solidFill>
                <a:latin typeface="Arial"/>
                <a:ea typeface="Arial"/>
                <a:cs typeface="Arial"/>
              </a:defRPr>
            </a:defPPr>
            <a:lvl1pPr algn="l">
              <a:defRPr sz="1125" b="1" i="0">
                <a:solidFill>
                  <a:srgbClr val="E84AAB"/>
                </a:solidFill>
                <a:latin typeface="Arial"/>
                <a:ea typeface="Arial"/>
                <a:cs typeface="Arial"/>
              </a:defRPr>
            </a:lvl1pPr>
            <a:lvl2pPr algn="l">
              <a:defRPr sz="1125" b="1" i="0">
                <a:solidFill>
                  <a:srgbClr val="E84AAB"/>
                </a:solidFill>
                <a:latin typeface="Arial"/>
                <a:ea typeface="Arial"/>
                <a:cs typeface="Arial"/>
              </a:defRPr>
            </a:lvl2pPr>
            <a:lvl3pPr algn="l">
              <a:defRPr sz="1125" b="1" i="0">
                <a:solidFill>
                  <a:srgbClr val="E84AAB"/>
                </a:solidFill>
                <a:latin typeface="Arial"/>
                <a:ea typeface="Arial"/>
                <a:cs typeface="Arial"/>
              </a:defRPr>
            </a:lvl3pPr>
            <a:lvl4pPr algn="l">
              <a:defRPr sz="1125" b="1" i="0">
                <a:solidFill>
                  <a:srgbClr val="E84AAB"/>
                </a:solidFill>
                <a:latin typeface="Arial"/>
                <a:ea typeface="Arial"/>
                <a:cs typeface="Arial"/>
              </a:defRPr>
            </a:lvl4pPr>
            <a:lvl5pPr algn="l">
              <a:defRPr sz="1125" b="1" i="0">
                <a:solidFill>
                  <a:srgbClr val="E84AAB"/>
                </a:solidFill>
                <a:latin typeface="Arial"/>
                <a:ea typeface="Arial"/>
                <a:cs typeface="Arial"/>
              </a:defRPr>
            </a:lvl5pPr>
            <a:lvl6pPr algn="l">
              <a:defRPr sz="1125" b="1" i="0">
                <a:solidFill>
                  <a:srgbClr val="E84AAB"/>
                </a:solidFill>
                <a:latin typeface="Arial"/>
                <a:ea typeface="Arial"/>
                <a:cs typeface="Arial"/>
              </a:defRPr>
            </a:lvl6pPr>
            <a:lvl7pPr algn="l">
              <a:defRPr sz="1125" b="1" i="0">
                <a:solidFill>
                  <a:srgbClr val="E84AAB"/>
                </a:solidFill>
                <a:latin typeface="Arial"/>
                <a:ea typeface="Arial"/>
                <a:cs typeface="Arial"/>
              </a:defRPr>
            </a:lvl7pPr>
            <a:lvl8pPr algn="l">
              <a:defRPr sz="1125" b="1" i="0">
                <a:solidFill>
                  <a:srgbClr val="E84AAB"/>
                </a:solidFill>
                <a:latin typeface="Arial"/>
                <a:ea typeface="Arial"/>
                <a:cs typeface="Arial"/>
              </a:defRPr>
            </a:lvl8pPr>
            <a:lvl9pPr algn="l">
              <a:defRPr sz="1125" b="1" i="0">
                <a:solidFill>
                  <a:srgbClr val="E84AAB"/>
                </a:solidFill>
                <a:latin typeface="Arial"/>
                <a:ea typeface="Arial"/>
                <a:cs typeface="Arial"/>
              </a:defRPr>
            </a:lvl9pPr>
          </a:lstStyle>
          <a:p>
            <a:pPr algn="l">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a:ext uri="{FF2B5EF4-FFF2-40B4-BE49-F238E27FC236}">
                <a16:creationId xmlns:a16="http://schemas.microsoft.com/office/drawing/2014/main" id="{FF5B29B8-E74C-4FDD-99F0-07B19B7A6114}"/>
              </a:ext>
            </a:extLst>
          </p:cNvPr>
          <p:cNvSpPr>
            <a:spLocks noGrp="1"/>
          </p:cNvSpPr>
          <p:nvPr/>
        </p:nvSpPr>
        <p:spPr>
          <a:xfrm>
            <a:off x="7581900" y="3981450"/>
            <a:ext cx="3952875" cy="266700"/>
          </a:xfrm>
          <a:prstGeom prst="rect">
            <a:avLst/>
          </a:prstGeom>
          <a:noFill/>
          <a:ln w="0">
            <a:noFill/>
            <a:prstDash val="solid"/>
          </a:ln>
        </p:spPr>
        <p:txBody>
          <a:bodyPr anchor="t">
            <a:normAutofit fontScale="88150"/>
          </a:bodyPr>
          <a:lstStyle>
            <a:defPPr algn="l">
              <a:defRPr sz="1125" b="0" i="0">
                <a:solidFill>
                  <a:srgbClr val="AFC0B8"/>
                </a:solidFill>
                <a:latin typeface="Cascadia Mono"/>
                <a:ea typeface="Cascadia Mono"/>
                <a:cs typeface="Cascadia Mono"/>
              </a:defRPr>
            </a:defPPr>
            <a:lvl1pPr algn="l">
              <a:defRPr sz="1125" b="0" i="0">
                <a:solidFill>
                  <a:srgbClr val="AFC0B8"/>
                </a:solidFill>
                <a:latin typeface="Cascadia Mono"/>
                <a:ea typeface="Cascadia Mono"/>
                <a:cs typeface="Cascadia Mono"/>
              </a:defRPr>
            </a:lvl1pPr>
            <a:lvl2pPr algn="l">
              <a:defRPr sz="1125" b="0" i="0">
                <a:solidFill>
                  <a:srgbClr val="AFC0B8"/>
                </a:solidFill>
                <a:latin typeface="Cascadia Mono"/>
                <a:ea typeface="Cascadia Mono"/>
                <a:cs typeface="Cascadia Mono"/>
              </a:defRPr>
            </a:lvl2pPr>
            <a:lvl3pPr algn="l">
              <a:defRPr sz="1125" b="0" i="0">
                <a:solidFill>
                  <a:srgbClr val="AFC0B8"/>
                </a:solidFill>
                <a:latin typeface="Cascadia Mono"/>
                <a:ea typeface="Cascadia Mono"/>
                <a:cs typeface="Cascadia Mono"/>
              </a:defRPr>
            </a:lvl3pPr>
            <a:lvl4pPr algn="l">
              <a:defRPr sz="1125" b="0" i="0">
                <a:solidFill>
                  <a:srgbClr val="AFC0B8"/>
                </a:solidFill>
                <a:latin typeface="Cascadia Mono"/>
                <a:ea typeface="Cascadia Mono"/>
                <a:cs typeface="Cascadia Mono"/>
              </a:defRPr>
            </a:lvl4pPr>
            <a:lvl5pPr algn="l">
              <a:defRPr sz="1125" b="0" i="0">
                <a:solidFill>
                  <a:srgbClr val="AFC0B8"/>
                </a:solidFill>
                <a:latin typeface="Cascadia Mono"/>
                <a:ea typeface="Cascadia Mono"/>
                <a:cs typeface="Cascadia Mono"/>
              </a:defRPr>
            </a:lvl5pPr>
            <a:lvl6pPr algn="l">
              <a:defRPr sz="1125" b="0" i="0">
                <a:solidFill>
                  <a:srgbClr val="AFC0B8"/>
                </a:solidFill>
                <a:latin typeface="Cascadia Mono"/>
                <a:ea typeface="Cascadia Mono"/>
                <a:cs typeface="Cascadia Mono"/>
              </a:defRPr>
            </a:lvl6pPr>
            <a:lvl7pPr algn="l">
              <a:defRPr sz="1125" b="0" i="0">
                <a:solidFill>
                  <a:srgbClr val="AFC0B8"/>
                </a:solidFill>
                <a:latin typeface="Cascadia Mono"/>
                <a:ea typeface="Cascadia Mono"/>
                <a:cs typeface="Cascadia Mono"/>
              </a:defRPr>
            </a:lvl7pPr>
            <a:lvl8pPr algn="l">
              <a:defRPr sz="1125" b="0" i="0">
                <a:solidFill>
                  <a:srgbClr val="AFC0B8"/>
                </a:solidFill>
                <a:latin typeface="Cascadia Mono"/>
                <a:ea typeface="Cascadia Mono"/>
                <a:cs typeface="Cascadia Mono"/>
              </a:defRPr>
            </a:lvl8pPr>
            <a:lvl9pPr algn="l">
              <a:defRPr sz="1125" b="0" i="0">
                <a:solidFill>
                  <a:srgbClr val="AFC0B8"/>
                </a:solidFill>
                <a:latin typeface="Cascadia Mono"/>
                <a:ea typeface="Cascadia Mono"/>
                <a:cs typeface="Cascadia Mono"/>
              </a:defRPr>
            </a:lvl9pPr>
          </a:lstStyle>
          <a:p>
            <a:pPr algn="l">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a:ext uri="{FF2B5EF4-FFF2-40B4-BE49-F238E27FC236}">
                <a16:creationId xmlns:a16="http://schemas.microsoft.com/office/drawing/2014/main" id="{0E3F4E6D-B879-4C7E-BCAC-3415F8738ADD}"/>
              </a:ext>
            </a:extLst>
          </p:cNvPr>
          <p:cNvSpPr>
            <a:spLocks noGrp="1"/>
          </p:cNvSpPr>
          <p:nvPr/>
        </p:nvSpPr>
        <p:spPr>
          <a:xfrm>
            <a:off x="533400" y="4762500"/>
            <a:ext cx="1428750" cy="228600"/>
          </a:xfrm>
          <a:prstGeom prst="rect">
            <a:avLst/>
          </a:prstGeom>
          <a:noFill/>
          <a:ln w="0">
            <a:noFill/>
            <a:prstDash val="solid"/>
          </a:ln>
        </p:spPr>
        <p:txBody>
          <a:bodyPr anchor="t">
            <a:normAutofit fontScale="80000"/>
          </a:bodyPr>
          <a:lstStyle>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a:pPr algn="l">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a:ext uri="{FF2B5EF4-FFF2-40B4-BE49-F238E27FC236}">
                <a16:creationId xmlns:a16="http://schemas.microsoft.com/office/drawing/2014/main" id="{5393E19D-A6C8-423D-9C69-44B2190B64DD}"/>
              </a:ext>
            </a:extLst>
          </p:cNvPr>
          <p:cNvSpPr>
            <a:spLocks noGrp="1"/>
          </p:cNvSpPr>
          <p:nvPr/>
        </p:nvSpPr>
        <p:spPr>
          <a:xfrm>
            <a:off x="1962150" y="4762500"/>
            <a:ext cx="3952875" cy="266700"/>
          </a:xfrm>
          <a:prstGeom prst="rect">
            <a:avLst/>
          </a:prstGeom>
          <a:noFill/>
          <a:ln w="0">
            <a:noFill/>
            <a:prstDash val="solid"/>
          </a:ln>
        </p:spPr>
        <p:txBody>
          <a:bodyPr anchor="t">
            <a:normAutofit fontScale="92017"/>
          </a:bodyPr>
          <a:lstStyle>
            <a:defPPr algn="l">
              <a:defRPr sz="1125" b="0" i="0">
                <a:solidFill>
                  <a:srgbClr val="AFC0B8"/>
                </a:solidFill>
                <a:latin typeface="Cascadia Mono"/>
                <a:ea typeface="Cascadia Mono"/>
                <a:cs typeface="Cascadia Mono"/>
              </a:defRPr>
            </a:defPPr>
            <a:lvl1pPr algn="l">
              <a:defRPr sz="1125" b="0" i="0">
                <a:solidFill>
                  <a:srgbClr val="AFC0B8"/>
                </a:solidFill>
                <a:latin typeface="Cascadia Mono"/>
                <a:ea typeface="Cascadia Mono"/>
                <a:cs typeface="Cascadia Mono"/>
              </a:defRPr>
            </a:lvl1pPr>
            <a:lvl2pPr algn="l">
              <a:defRPr sz="1125" b="0" i="0">
                <a:solidFill>
                  <a:srgbClr val="AFC0B8"/>
                </a:solidFill>
                <a:latin typeface="Cascadia Mono"/>
                <a:ea typeface="Cascadia Mono"/>
                <a:cs typeface="Cascadia Mono"/>
              </a:defRPr>
            </a:lvl2pPr>
            <a:lvl3pPr algn="l">
              <a:defRPr sz="1125" b="0" i="0">
                <a:solidFill>
                  <a:srgbClr val="AFC0B8"/>
                </a:solidFill>
                <a:latin typeface="Cascadia Mono"/>
                <a:ea typeface="Cascadia Mono"/>
                <a:cs typeface="Cascadia Mono"/>
              </a:defRPr>
            </a:lvl3pPr>
            <a:lvl4pPr algn="l">
              <a:defRPr sz="1125" b="0" i="0">
                <a:solidFill>
                  <a:srgbClr val="AFC0B8"/>
                </a:solidFill>
                <a:latin typeface="Cascadia Mono"/>
                <a:ea typeface="Cascadia Mono"/>
                <a:cs typeface="Cascadia Mono"/>
              </a:defRPr>
            </a:lvl4pPr>
            <a:lvl5pPr algn="l">
              <a:defRPr sz="1125" b="0" i="0">
                <a:solidFill>
                  <a:srgbClr val="AFC0B8"/>
                </a:solidFill>
                <a:latin typeface="Cascadia Mono"/>
                <a:ea typeface="Cascadia Mono"/>
                <a:cs typeface="Cascadia Mono"/>
              </a:defRPr>
            </a:lvl5pPr>
            <a:lvl6pPr algn="l">
              <a:defRPr sz="1125" b="0" i="0">
                <a:solidFill>
                  <a:srgbClr val="AFC0B8"/>
                </a:solidFill>
                <a:latin typeface="Cascadia Mono"/>
                <a:ea typeface="Cascadia Mono"/>
                <a:cs typeface="Cascadia Mono"/>
              </a:defRPr>
            </a:lvl6pPr>
            <a:lvl7pPr algn="l">
              <a:defRPr sz="1125" b="0" i="0">
                <a:solidFill>
                  <a:srgbClr val="AFC0B8"/>
                </a:solidFill>
                <a:latin typeface="Cascadia Mono"/>
                <a:ea typeface="Cascadia Mono"/>
                <a:cs typeface="Cascadia Mono"/>
              </a:defRPr>
            </a:lvl7pPr>
            <a:lvl8pPr algn="l">
              <a:defRPr sz="1125" b="0" i="0">
                <a:solidFill>
                  <a:srgbClr val="AFC0B8"/>
                </a:solidFill>
                <a:latin typeface="Cascadia Mono"/>
                <a:ea typeface="Cascadia Mono"/>
                <a:cs typeface="Cascadia Mono"/>
              </a:defRPr>
            </a:lvl8pPr>
            <a:lvl9pPr algn="l">
              <a:defRPr sz="1125" b="0" i="0">
                <a:solidFill>
                  <a:srgbClr val="AFC0B8"/>
                </a:solidFill>
                <a:latin typeface="Cascadia Mono"/>
                <a:ea typeface="Cascadia Mono"/>
                <a:cs typeface="Cascadia Mono"/>
              </a:defRPr>
            </a:lvl9pPr>
          </a:lstStyle>
          <a:p>
            <a:pPr algn="l">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a:ext uri="{FF2B5EF4-FFF2-40B4-BE49-F238E27FC236}">
                <a16:creationId xmlns:a16="http://schemas.microsoft.com/office/drawing/2014/main" id="{C6220730-8A1F-4ECD-9EFB-1766C58FBE8C}"/>
              </a:ext>
            </a:extLst>
          </p:cNvPr>
          <p:cNvSpPr>
            <a:spLocks noGrp="1"/>
          </p:cNvSpPr>
          <p:nvPr/>
        </p:nvSpPr>
        <p:spPr>
          <a:xfrm>
            <a:off x="6153150" y="4762500"/>
            <a:ext cx="1428750" cy="228600"/>
          </a:xfrm>
          <a:prstGeom prst="rect">
            <a:avLst/>
          </a:prstGeom>
          <a:noFill/>
          <a:ln w="0">
            <a:noFill/>
            <a:prstDash val="solid"/>
          </a:ln>
        </p:spPr>
        <p:txBody>
          <a:bodyPr anchor="t">
            <a:normAutofit fontScale="80000"/>
          </a:bodyPr>
          <a:lstStyle>
            <a:defPPr algn="l">
              <a:defRPr sz="1125" b="1" i="0">
                <a:solidFill>
                  <a:srgbClr val="E84AAB"/>
                </a:solidFill>
                <a:latin typeface="Arial"/>
                <a:ea typeface="Arial"/>
                <a:cs typeface="Arial"/>
              </a:defRPr>
            </a:defPPr>
            <a:lvl1pPr algn="l">
              <a:defRPr sz="1125" b="1" i="0">
                <a:solidFill>
                  <a:srgbClr val="E84AAB"/>
                </a:solidFill>
                <a:latin typeface="Arial"/>
                <a:ea typeface="Arial"/>
                <a:cs typeface="Arial"/>
              </a:defRPr>
            </a:lvl1pPr>
            <a:lvl2pPr algn="l">
              <a:defRPr sz="1125" b="1" i="0">
                <a:solidFill>
                  <a:srgbClr val="E84AAB"/>
                </a:solidFill>
                <a:latin typeface="Arial"/>
                <a:ea typeface="Arial"/>
                <a:cs typeface="Arial"/>
              </a:defRPr>
            </a:lvl2pPr>
            <a:lvl3pPr algn="l">
              <a:defRPr sz="1125" b="1" i="0">
                <a:solidFill>
                  <a:srgbClr val="E84AAB"/>
                </a:solidFill>
                <a:latin typeface="Arial"/>
                <a:ea typeface="Arial"/>
                <a:cs typeface="Arial"/>
              </a:defRPr>
            </a:lvl3pPr>
            <a:lvl4pPr algn="l">
              <a:defRPr sz="1125" b="1" i="0">
                <a:solidFill>
                  <a:srgbClr val="E84AAB"/>
                </a:solidFill>
                <a:latin typeface="Arial"/>
                <a:ea typeface="Arial"/>
                <a:cs typeface="Arial"/>
              </a:defRPr>
            </a:lvl4pPr>
            <a:lvl5pPr algn="l">
              <a:defRPr sz="1125" b="1" i="0">
                <a:solidFill>
                  <a:srgbClr val="E84AAB"/>
                </a:solidFill>
                <a:latin typeface="Arial"/>
                <a:ea typeface="Arial"/>
                <a:cs typeface="Arial"/>
              </a:defRPr>
            </a:lvl5pPr>
            <a:lvl6pPr algn="l">
              <a:defRPr sz="1125" b="1" i="0">
                <a:solidFill>
                  <a:srgbClr val="E84AAB"/>
                </a:solidFill>
                <a:latin typeface="Arial"/>
                <a:ea typeface="Arial"/>
                <a:cs typeface="Arial"/>
              </a:defRPr>
            </a:lvl6pPr>
            <a:lvl7pPr algn="l">
              <a:defRPr sz="1125" b="1" i="0">
                <a:solidFill>
                  <a:srgbClr val="E84AAB"/>
                </a:solidFill>
                <a:latin typeface="Arial"/>
                <a:ea typeface="Arial"/>
                <a:cs typeface="Arial"/>
              </a:defRPr>
            </a:lvl7pPr>
            <a:lvl8pPr algn="l">
              <a:defRPr sz="1125" b="1" i="0">
                <a:solidFill>
                  <a:srgbClr val="E84AAB"/>
                </a:solidFill>
                <a:latin typeface="Arial"/>
                <a:ea typeface="Arial"/>
                <a:cs typeface="Arial"/>
              </a:defRPr>
            </a:lvl8pPr>
            <a:lvl9pPr algn="l">
              <a:defRPr sz="1125" b="1" i="0">
                <a:solidFill>
                  <a:srgbClr val="E84AAB"/>
                </a:solidFill>
                <a:latin typeface="Arial"/>
                <a:ea typeface="Arial"/>
                <a:cs typeface="Arial"/>
              </a:defRPr>
            </a:lvl9pPr>
          </a:lstStyle>
          <a:p>
            <a:pPr algn="l">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a:ext uri="{FF2B5EF4-FFF2-40B4-BE49-F238E27FC236}">
                <a16:creationId xmlns:a16="http://schemas.microsoft.com/office/drawing/2014/main" id="{6B285E0E-E212-4C41-B768-121915BC7ED3}"/>
              </a:ext>
            </a:extLst>
          </p:cNvPr>
          <p:cNvSpPr>
            <a:spLocks noGrp="1"/>
          </p:cNvSpPr>
          <p:nvPr/>
        </p:nvSpPr>
        <p:spPr>
          <a:xfrm>
            <a:off x="7581900" y="4762500"/>
            <a:ext cx="3952875" cy="266700"/>
          </a:xfrm>
          <a:prstGeom prst="rect">
            <a:avLst/>
          </a:prstGeom>
          <a:noFill/>
          <a:ln w="0">
            <a:noFill/>
            <a:prstDash val="solid"/>
          </a:ln>
        </p:spPr>
        <p:txBody>
          <a:bodyPr anchor="t">
            <a:normAutofit fontScale="97650"/>
          </a:bodyPr>
          <a:lstStyle>
            <a:defPPr algn="l">
              <a:defRPr sz="1125" b="0" i="0">
                <a:solidFill>
                  <a:srgbClr val="AFC0B8"/>
                </a:solidFill>
                <a:latin typeface="Cascadia Mono"/>
                <a:ea typeface="Cascadia Mono"/>
                <a:cs typeface="Cascadia Mono"/>
              </a:defRPr>
            </a:defPPr>
            <a:lvl1pPr algn="l">
              <a:defRPr sz="1125" b="0" i="0">
                <a:solidFill>
                  <a:srgbClr val="AFC0B8"/>
                </a:solidFill>
                <a:latin typeface="Cascadia Mono"/>
                <a:ea typeface="Cascadia Mono"/>
                <a:cs typeface="Cascadia Mono"/>
              </a:defRPr>
            </a:lvl1pPr>
            <a:lvl2pPr algn="l">
              <a:defRPr sz="1125" b="0" i="0">
                <a:solidFill>
                  <a:srgbClr val="AFC0B8"/>
                </a:solidFill>
                <a:latin typeface="Cascadia Mono"/>
                <a:ea typeface="Cascadia Mono"/>
                <a:cs typeface="Cascadia Mono"/>
              </a:defRPr>
            </a:lvl2pPr>
            <a:lvl3pPr algn="l">
              <a:defRPr sz="1125" b="0" i="0">
                <a:solidFill>
                  <a:srgbClr val="AFC0B8"/>
                </a:solidFill>
                <a:latin typeface="Cascadia Mono"/>
                <a:ea typeface="Cascadia Mono"/>
                <a:cs typeface="Cascadia Mono"/>
              </a:defRPr>
            </a:lvl3pPr>
            <a:lvl4pPr algn="l">
              <a:defRPr sz="1125" b="0" i="0">
                <a:solidFill>
                  <a:srgbClr val="AFC0B8"/>
                </a:solidFill>
                <a:latin typeface="Cascadia Mono"/>
                <a:ea typeface="Cascadia Mono"/>
                <a:cs typeface="Cascadia Mono"/>
              </a:defRPr>
            </a:lvl4pPr>
            <a:lvl5pPr algn="l">
              <a:defRPr sz="1125" b="0" i="0">
                <a:solidFill>
                  <a:srgbClr val="AFC0B8"/>
                </a:solidFill>
                <a:latin typeface="Cascadia Mono"/>
                <a:ea typeface="Cascadia Mono"/>
                <a:cs typeface="Cascadia Mono"/>
              </a:defRPr>
            </a:lvl5pPr>
            <a:lvl6pPr algn="l">
              <a:defRPr sz="1125" b="0" i="0">
                <a:solidFill>
                  <a:srgbClr val="AFC0B8"/>
                </a:solidFill>
                <a:latin typeface="Cascadia Mono"/>
                <a:ea typeface="Cascadia Mono"/>
                <a:cs typeface="Cascadia Mono"/>
              </a:defRPr>
            </a:lvl6pPr>
            <a:lvl7pPr algn="l">
              <a:defRPr sz="1125" b="0" i="0">
                <a:solidFill>
                  <a:srgbClr val="AFC0B8"/>
                </a:solidFill>
                <a:latin typeface="Cascadia Mono"/>
                <a:ea typeface="Cascadia Mono"/>
                <a:cs typeface="Cascadia Mono"/>
              </a:defRPr>
            </a:lvl7pPr>
            <a:lvl8pPr algn="l">
              <a:defRPr sz="1125" b="0" i="0">
                <a:solidFill>
                  <a:srgbClr val="AFC0B8"/>
                </a:solidFill>
                <a:latin typeface="Cascadia Mono"/>
                <a:ea typeface="Cascadia Mono"/>
                <a:cs typeface="Cascadia Mono"/>
              </a:defRPr>
            </a:lvl8pPr>
            <a:lvl9pPr algn="l">
              <a:defRPr sz="1125" b="0" i="0">
                <a:solidFill>
                  <a:srgbClr val="AFC0B8"/>
                </a:solidFill>
                <a:latin typeface="Cascadia Mono"/>
                <a:ea typeface="Cascadia Mono"/>
                <a:cs typeface="Cascadia Mono"/>
              </a:defRPr>
            </a:lvl9pPr>
          </a:lstStyle>
          <a:p>
            <a:pPr algn="l">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a:ext uri="{FF2B5EF4-FFF2-40B4-BE49-F238E27FC236}">
                <a16:creationId xmlns:a16="http://schemas.microsoft.com/office/drawing/2014/main" id="{1FC5F536-3D70-454C-B061-CD4C3BA06CCC}"/>
              </a:ext>
            </a:extLst>
          </p:cNvPr>
          <p:cNvSpPr>
            <a:spLocks noGrp="1"/>
          </p:cNvSpPr>
          <p:nvPr/>
        </p:nvSpPr>
        <p:spPr>
          <a:xfrm>
            <a:off x="533400" y="5638800"/>
            <a:ext cx="11029950" cy="590550"/>
          </a:xfrm>
          <a:prstGeom prst="roundRect">
            <a:avLst>
              <a:gd name="adj" fmla="val 19355"/>
            </a:avLst>
          </a:prstGeom>
          <a:solidFill>
            <a:srgbClr val="102720"/>
          </a:solidFill>
          <a:ln w="9525">
            <a:solidFill>
              <a:srgbClr val="3FC6D6"/>
            </a:solidFill>
            <a:prstDash val="solid"/>
          </a:ln>
        </p:spPr>
      </p:sp>
      <p:sp>
        <p:nvSpPr>
          <p:cNvPr id="36" name="Rectangle 35">
            <a:extLst>
              <a:ext uri="{FF2B5EF4-FFF2-40B4-BE49-F238E27FC236}">
                <a16:creationId xmlns:a16="http://schemas.microsoft.com/office/drawing/2014/main" id="{E0E538D6-E71B-4E07-9737-DC0277B502DA}"/>
              </a:ext>
            </a:extLst>
          </p:cNvPr>
          <p:cNvSpPr>
            <a:spLocks noGrp="1"/>
          </p:cNvSpPr>
          <p:nvPr/>
        </p:nvSpPr>
        <p:spPr>
          <a:xfrm>
            <a:off x="790575" y="5781675"/>
            <a:ext cx="10515600" cy="323850"/>
          </a:xfrm>
          <a:prstGeom prst="rect">
            <a:avLst/>
          </a:prstGeom>
          <a:noFill/>
          <a:ln w="0">
            <a:noFill/>
            <a:prstDash val="solid"/>
          </a:ln>
        </p:spPr>
        <p:txBody>
          <a:bodyPr anchor="t">
            <a:normAutofit fontScale="96062"/>
          </a:bodyPr>
          <a:lstStyle>
            <a:defPPr algn="ctr">
              <a:defRPr sz="1275" b="1" i="0">
                <a:solidFill>
                  <a:srgbClr val="F4F7F5"/>
                </a:solidFill>
                <a:latin typeface="Arial"/>
                <a:ea typeface="Arial"/>
                <a:cs typeface="Arial"/>
              </a:defRPr>
            </a:defPPr>
            <a:lvl1pPr algn="ctr">
              <a:defRPr sz="1275" b="1" i="0">
                <a:solidFill>
                  <a:srgbClr val="F4F7F5"/>
                </a:solidFill>
                <a:latin typeface="Arial"/>
                <a:ea typeface="Arial"/>
                <a:cs typeface="Arial"/>
              </a:defRPr>
            </a:lvl1pPr>
            <a:lvl2pPr algn="ctr">
              <a:defRPr sz="1275" b="1" i="0">
                <a:solidFill>
                  <a:srgbClr val="F4F7F5"/>
                </a:solidFill>
                <a:latin typeface="Arial"/>
                <a:ea typeface="Arial"/>
                <a:cs typeface="Arial"/>
              </a:defRPr>
            </a:lvl2pPr>
            <a:lvl3pPr algn="ctr">
              <a:defRPr sz="1275" b="1" i="0">
                <a:solidFill>
                  <a:srgbClr val="F4F7F5"/>
                </a:solidFill>
                <a:latin typeface="Arial"/>
                <a:ea typeface="Arial"/>
                <a:cs typeface="Arial"/>
              </a:defRPr>
            </a:lvl3pPr>
            <a:lvl4pPr algn="ctr">
              <a:defRPr sz="1275" b="1" i="0">
                <a:solidFill>
                  <a:srgbClr val="F4F7F5"/>
                </a:solidFill>
                <a:latin typeface="Arial"/>
                <a:ea typeface="Arial"/>
                <a:cs typeface="Arial"/>
              </a:defRPr>
            </a:lvl4pPr>
            <a:lvl5pPr algn="ctr">
              <a:defRPr sz="1275" b="1" i="0">
                <a:solidFill>
                  <a:srgbClr val="F4F7F5"/>
                </a:solidFill>
                <a:latin typeface="Arial"/>
                <a:ea typeface="Arial"/>
                <a:cs typeface="Arial"/>
              </a:defRPr>
            </a:lvl5pPr>
            <a:lvl6pPr algn="ctr">
              <a:defRPr sz="1275" b="1" i="0">
                <a:solidFill>
                  <a:srgbClr val="F4F7F5"/>
                </a:solidFill>
                <a:latin typeface="Arial"/>
                <a:ea typeface="Arial"/>
                <a:cs typeface="Arial"/>
              </a:defRPr>
            </a:lvl6pPr>
            <a:lvl7pPr algn="ctr">
              <a:defRPr sz="1275" b="1" i="0">
                <a:solidFill>
                  <a:srgbClr val="F4F7F5"/>
                </a:solidFill>
                <a:latin typeface="Arial"/>
                <a:ea typeface="Arial"/>
                <a:cs typeface="Arial"/>
              </a:defRPr>
            </a:lvl7pPr>
            <a:lvl8pPr algn="ctr">
              <a:defRPr sz="1275" b="1" i="0">
                <a:solidFill>
                  <a:srgbClr val="F4F7F5"/>
                </a:solidFill>
                <a:latin typeface="Arial"/>
                <a:ea typeface="Arial"/>
                <a:cs typeface="Arial"/>
              </a:defRPr>
            </a:lvl8pPr>
            <a:lvl9pPr algn="ctr">
              <a:defRPr sz="1275" b="1" i="0">
                <a:solidFill>
                  <a:srgbClr val="F4F7F5"/>
                </a:solidFill>
                <a:latin typeface="Arial"/>
                <a:ea typeface="Arial"/>
                <a:cs typeface="Arial"/>
              </a:defRPr>
            </a:lvl9pPr>
          </a:lstStyle>
          <a:p>
            <a:pPr algn="ctr">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D0D754B0-267E-4CF6-B625-B86834706CCE}"/>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54679709-BED7-4F00-8729-DB15043F836F}"/>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A55CD253-A123-4C52-B72E-5CFB569D4CB3}"/>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a:ext uri="{FF2B5EF4-FFF2-40B4-BE49-F238E27FC236}">
                <a16:creationId xmlns:a16="http://schemas.microsoft.com/office/drawing/2014/main" id="{A7E62A95-E0E2-4C4D-9A2F-C48EE2757095}"/>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a:ext uri="{FF2B5EF4-FFF2-40B4-BE49-F238E27FC236}">
                <a16:creationId xmlns:a16="http://schemas.microsoft.com/office/drawing/2014/main" id="{97C32C68-4ADB-497F-AE0C-EFA113342BE7}"/>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a:ext uri="{FF2B5EF4-FFF2-40B4-BE49-F238E27FC236}">
                <a16:creationId xmlns:a16="http://schemas.microsoft.com/office/drawing/2014/main" id="{A84B1B4A-F14A-4D77-AAE8-CE615494B433}"/>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a:ext uri="{FF2B5EF4-FFF2-40B4-BE49-F238E27FC236}">
                <a16:creationId xmlns:a16="http://schemas.microsoft.com/office/drawing/2014/main" id="{820C1D14-7CD7-455E-90B1-ACC780AD7014}"/>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a:ext uri="{FF2B5EF4-FFF2-40B4-BE49-F238E27FC236}">
                <a16:creationId xmlns:a16="http://schemas.microsoft.com/office/drawing/2014/main" id="{90D15865-1D8F-4FE2-B367-789B0DFBBAF6}"/>
              </a:ext>
            </a:extLst>
          </p:cNvPr>
          <p:cNvSpPr>
            <a:spLocks noGrp="1"/>
          </p:cNvSpPr>
          <p:nvPr/>
        </p:nvSpPr>
        <p:spPr>
          <a:xfrm>
            <a:off x="590550" y="1724025"/>
            <a:ext cx="4743450" cy="571500"/>
          </a:xfrm>
          <a:prstGeom prst="roundRect">
            <a:avLst>
              <a:gd name="adj" fmla="val 13333"/>
            </a:avLst>
          </a:prstGeom>
          <a:solidFill>
            <a:srgbClr val="102720"/>
          </a:solidFill>
          <a:ln w="9525">
            <a:solidFill>
              <a:srgbClr val="29433A"/>
            </a:solidFill>
            <a:prstDash val="solid"/>
          </a:ln>
        </p:spPr>
      </p:sp>
      <p:sp>
        <p:nvSpPr>
          <p:cNvPr id="9" name="Rectangle 8">
            <a:extLst>
              <a:ext uri="{FF2B5EF4-FFF2-40B4-BE49-F238E27FC236}">
                <a16:creationId xmlns:a16="http://schemas.microsoft.com/office/drawing/2014/main" id="{6EFF0963-1404-4068-858A-C23C696A53DD}"/>
              </a:ext>
            </a:extLst>
          </p:cNvPr>
          <p:cNvSpPr>
            <a:spLocks noGrp="1"/>
          </p:cNvSpPr>
          <p:nvPr/>
        </p:nvSpPr>
        <p:spPr>
          <a:xfrm>
            <a:off x="590550" y="1724025"/>
            <a:ext cx="76200" cy="571500"/>
          </a:xfrm>
          <a:prstGeom prst="rect">
            <a:avLst/>
          </a:prstGeom>
          <a:solidFill>
            <a:srgbClr val="2DBD73"/>
          </a:solidFill>
          <a:ln w="0">
            <a:noFill/>
            <a:prstDash val="solid"/>
          </a:ln>
        </p:spPr>
      </p:sp>
      <p:sp>
        <p:nvSpPr>
          <p:cNvPr id="10" name="Rectangle 9">
            <a:extLst>
              <a:ext uri="{FF2B5EF4-FFF2-40B4-BE49-F238E27FC236}">
                <a16:creationId xmlns:a16="http://schemas.microsoft.com/office/drawing/2014/main" id="{AAAE754A-8D7F-4E4B-9136-3062BCCA749B}"/>
              </a:ext>
            </a:extLst>
          </p:cNvPr>
          <p:cNvSpPr>
            <a:spLocks noGrp="1"/>
          </p:cNvSpPr>
          <p:nvPr/>
        </p:nvSpPr>
        <p:spPr>
          <a:xfrm>
            <a:off x="838200" y="1819275"/>
            <a:ext cx="1257300" cy="247650"/>
          </a:xfrm>
          <a:prstGeom prst="rect">
            <a:avLst/>
          </a:prstGeom>
          <a:noFill/>
          <a:ln w="0">
            <a:noFill/>
            <a:prstDash val="solid"/>
          </a:ln>
        </p:spPr>
        <p:txBody>
          <a:bodyPr anchor="t">
            <a:normAutofit fontScale="75926"/>
          </a:bodyPr>
          <a:lstStyle>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a:pPr algn="l">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a:ext uri="{FF2B5EF4-FFF2-40B4-BE49-F238E27FC236}">
                <a16:creationId xmlns:a16="http://schemas.microsoft.com/office/drawing/2014/main" id="{DD092E53-B201-4F2D-A8ED-11C8B389D532}"/>
              </a:ext>
            </a:extLst>
          </p:cNvPr>
          <p:cNvSpPr>
            <a:spLocks noGrp="1"/>
          </p:cNvSpPr>
          <p:nvPr/>
        </p:nvSpPr>
        <p:spPr>
          <a:xfrm>
            <a:off x="2133600" y="1819275"/>
            <a:ext cx="1952625" cy="238125"/>
          </a:xfrm>
          <a:prstGeom prst="rect">
            <a:avLst/>
          </a:prstGeom>
          <a:noFill/>
          <a:ln w="0">
            <a:noFill/>
            <a:prstDash val="solid"/>
          </a:ln>
        </p:spPr>
        <p:txBody>
          <a:bodyPr anchor="t">
            <a:normAutofit fontScale="75490"/>
          </a:bodyPr>
          <a:lstStyle>
            <a:defPPr algn="l">
              <a:defRPr sz="1275" b="0" i="0">
                <a:solidFill>
                  <a:srgbClr val="AFC0B8"/>
                </a:solidFill>
                <a:latin typeface="Cascadia Mono"/>
                <a:ea typeface="Cascadia Mono"/>
                <a:cs typeface="Cascadia Mono"/>
              </a:defRPr>
            </a:defPPr>
            <a:lvl1pPr algn="l">
              <a:defRPr sz="1275" b="0" i="0">
                <a:solidFill>
                  <a:srgbClr val="AFC0B8"/>
                </a:solidFill>
                <a:latin typeface="Cascadia Mono"/>
                <a:ea typeface="Cascadia Mono"/>
                <a:cs typeface="Cascadia Mono"/>
              </a:defRPr>
            </a:lvl1pPr>
            <a:lvl2pPr algn="l">
              <a:defRPr sz="1275" b="0" i="0">
                <a:solidFill>
                  <a:srgbClr val="AFC0B8"/>
                </a:solidFill>
                <a:latin typeface="Cascadia Mono"/>
                <a:ea typeface="Cascadia Mono"/>
                <a:cs typeface="Cascadia Mono"/>
              </a:defRPr>
            </a:lvl2pPr>
            <a:lvl3pPr algn="l">
              <a:defRPr sz="1275" b="0" i="0">
                <a:solidFill>
                  <a:srgbClr val="AFC0B8"/>
                </a:solidFill>
                <a:latin typeface="Cascadia Mono"/>
                <a:ea typeface="Cascadia Mono"/>
                <a:cs typeface="Cascadia Mono"/>
              </a:defRPr>
            </a:lvl3pPr>
            <a:lvl4pPr algn="l">
              <a:defRPr sz="1275" b="0" i="0">
                <a:solidFill>
                  <a:srgbClr val="AFC0B8"/>
                </a:solidFill>
                <a:latin typeface="Cascadia Mono"/>
                <a:ea typeface="Cascadia Mono"/>
                <a:cs typeface="Cascadia Mono"/>
              </a:defRPr>
            </a:lvl4pPr>
            <a:lvl5pPr algn="l">
              <a:defRPr sz="1275" b="0" i="0">
                <a:solidFill>
                  <a:srgbClr val="AFC0B8"/>
                </a:solidFill>
                <a:latin typeface="Cascadia Mono"/>
                <a:ea typeface="Cascadia Mono"/>
                <a:cs typeface="Cascadia Mono"/>
              </a:defRPr>
            </a:lvl5pPr>
            <a:lvl6pPr algn="l">
              <a:defRPr sz="1275" b="0" i="0">
                <a:solidFill>
                  <a:srgbClr val="AFC0B8"/>
                </a:solidFill>
                <a:latin typeface="Cascadia Mono"/>
                <a:ea typeface="Cascadia Mono"/>
                <a:cs typeface="Cascadia Mono"/>
              </a:defRPr>
            </a:lvl6pPr>
            <a:lvl7pPr algn="l">
              <a:defRPr sz="1275" b="0" i="0">
                <a:solidFill>
                  <a:srgbClr val="AFC0B8"/>
                </a:solidFill>
                <a:latin typeface="Cascadia Mono"/>
                <a:ea typeface="Cascadia Mono"/>
                <a:cs typeface="Cascadia Mono"/>
              </a:defRPr>
            </a:lvl7pPr>
            <a:lvl8pPr algn="l">
              <a:defRPr sz="1275" b="0" i="0">
                <a:solidFill>
                  <a:srgbClr val="AFC0B8"/>
                </a:solidFill>
                <a:latin typeface="Cascadia Mono"/>
                <a:ea typeface="Cascadia Mono"/>
                <a:cs typeface="Cascadia Mono"/>
              </a:defRPr>
            </a:lvl8pPr>
            <a:lvl9pPr algn="l">
              <a:defRPr sz="1275" b="0" i="0">
                <a:solidFill>
                  <a:srgbClr val="AFC0B8"/>
                </a:solidFill>
                <a:latin typeface="Cascadia Mono"/>
                <a:ea typeface="Cascadia Mono"/>
                <a:cs typeface="Cascadia Mono"/>
              </a:defRPr>
            </a:lvl9pPr>
          </a:lstStyle>
          <a:p>
            <a:pPr algn="l">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a:ext uri="{FF2B5EF4-FFF2-40B4-BE49-F238E27FC236}">
                <a16:creationId xmlns:a16="http://schemas.microsoft.com/office/drawing/2014/main" id="{69688B02-7828-42A9-AEBB-6B154935A860}"/>
              </a:ext>
            </a:extLst>
          </p:cNvPr>
          <p:cNvSpPr>
            <a:spLocks noGrp="1"/>
          </p:cNvSpPr>
          <p:nvPr/>
        </p:nvSpPr>
        <p:spPr>
          <a:xfrm>
            <a:off x="4133850" y="1838325"/>
            <a:ext cx="1000125" cy="219075"/>
          </a:xfrm>
          <a:prstGeom prst="rect">
            <a:avLst/>
          </a:prstGeom>
          <a:noFill/>
          <a:ln w="0">
            <a:noFill/>
            <a:prstDash val="solid"/>
          </a:ln>
        </p:spPr>
        <p:txBody>
          <a:bodyPr anchor="t">
            <a:normAutofit fontScale="85897"/>
          </a:bodyPr>
          <a:lstStyle>
            <a:defPPr algn="r">
              <a:defRPr sz="975" b="0" i="0">
                <a:solidFill>
                  <a:srgbClr val="AFC0B8"/>
                </a:solidFill>
                <a:latin typeface="Arial"/>
                <a:ea typeface="Arial"/>
                <a:cs typeface="Arial"/>
              </a:defRPr>
            </a:defPPr>
            <a:lvl1pPr algn="r">
              <a:defRPr sz="975" b="0" i="0">
                <a:solidFill>
                  <a:srgbClr val="AFC0B8"/>
                </a:solidFill>
                <a:latin typeface="Arial"/>
                <a:ea typeface="Arial"/>
                <a:cs typeface="Arial"/>
              </a:defRPr>
            </a:lvl1pPr>
            <a:lvl2pPr algn="r">
              <a:defRPr sz="975" b="0" i="0">
                <a:solidFill>
                  <a:srgbClr val="AFC0B8"/>
                </a:solidFill>
                <a:latin typeface="Arial"/>
                <a:ea typeface="Arial"/>
                <a:cs typeface="Arial"/>
              </a:defRPr>
            </a:lvl2pPr>
            <a:lvl3pPr algn="r">
              <a:defRPr sz="975" b="0" i="0">
                <a:solidFill>
                  <a:srgbClr val="AFC0B8"/>
                </a:solidFill>
                <a:latin typeface="Arial"/>
                <a:ea typeface="Arial"/>
                <a:cs typeface="Arial"/>
              </a:defRPr>
            </a:lvl3pPr>
            <a:lvl4pPr algn="r">
              <a:defRPr sz="975" b="0" i="0">
                <a:solidFill>
                  <a:srgbClr val="AFC0B8"/>
                </a:solidFill>
                <a:latin typeface="Arial"/>
                <a:ea typeface="Arial"/>
                <a:cs typeface="Arial"/>
              </a:defRPr>
            </a:lvl4pPr>
            <a:lvl5pPr algn="r">
              <a:defRPr sz="975" b="0" i="0">
                <a:solidFill>
                  <a:srgbClr val="AFC0B8"/>
                </a:solidFill>
                <a:latin typeface="Arial"/>
                <a:ea typeface="Arial"/>
                <a:cs typeface="Arial"/>
              </a:defRPr>
            </a:lvl5pPr>
            <a:lvl6pPr algn="r">
              <a:defRPr sz="975" b="0" i="0">
                <a:solidFill>
                  <a:srgbClr val="AFC0B8"/>
                </a:solidFill>
                <a:latin typeface="Arial"/>
                <a:ea typeface="Arial"/>
                <a:cs typeface="Arial"/>
              </a:defRPr>
            </a:lvl6pPr>
            <a:lvl7pPr algn="r">
              <a:defRPr sz="975" b="0" i="0">
                <a:solidFill>
                  <a:srgbClr val="AFC0B8"/>
                </a:solidFill>
                <a:latin typeface="Arial"/>
                <a:ea typeface="Arial"/>
                <a:cs typeface="Arial"/>
              </a:defRPr>
            </a:lvl7pPr>
            <a:lvl8pPr algn="r">
              <a:defRPr sz="975" b="0" i="0">
                <a:solidFill>
                  <a:srgbClr val="AFC0B8"/>
                </a:solidFill>
                <a:latin typeface="Arial"/>
                <a:ea typeface="Arial"/>
                <a:cs typeface="Arial"/>
              </a:defRPr>
            </a:lvl8pPr>
            <a:lvl9pPr algn="r">
              <a:defRPr sz="975" b="0" i="0">
                <a:solidFill>
                  <a:srgbClr val="AFC0B8"/>
                </a:solidFill>
                <a:latin typeface="Arial"/>
                <a:ea typeface="Arial"/>
                <a:cs typeface="Arial"/>
              </a:defRPr>
            </a:lvl9pPr>
          </a:lstStyle>
          <a:p>
            <a:pPr algn="r">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a:ext uri="{FF2B5EF4-FFF2-40B4-BE49-F238E27FC236}">
                <a16:creationId xmlns:a16="http://schemas.microsoft.com/office/drawing/2014/main" id="{BC3A452B-23F8-4E79-9FD2-2B1363A3047F}"/>
              </a:ext>
            </a:extLst>
          </p:cNvPr>
          <p:cNvSpPr>
            <a:spLocks noGrp="1"/>
          </p:cNvSpPr>
          <p:nvPr/>
        </p:nvSpPr>
        <p:spPr>
          <a:xfrm>
            <a:off x="590550" y="2466975"/>
            <a:ext cx="4743450" cy="571500"/>
          </a:xfrm>
          <a:prstGeom prst="roundRect">
            <a:avLst>
              <a:gd name="adj" fmla="val 13333"/>
            </a:avLst>
          </a:prstGeom>
          <a:solidFill>
            <a:srgbClr val="102720"/>
          </a:solidFill>
          <a:ln w="9525">
            <a:solidFill>
              <a:srgbClr val="29433A"/>
            </a:solidFill>
            <a:prstDash val="solid"/>
          </a:ln>
        </p:spPr>
      </p:sp>
      <p:sp>
        <p:nvSpPr>
          <p:cNvPr id="14" name="Rectangle 13">
            <a:extLst>
              <a:ext uri="{FF2B5EF4-FFF2-40B4-BE49-F238E27FC236}">
                <a16:creationId xmlns:a16="http://schemas.microsoft.com/office/drawing/2014/main" id="{C032E2D6-04B0-47C6-81E4-D38144F12C6C}"/>
              </a:ext>
            </a:extLst>
          </p:cNvPr>
          <p:cNvSpPr>
            <a:spLocks noGrp="1"/>
          </p:cNvSpPr>
          <p:nvPr/>
        </p:nvSpPr>
        <p:spPr>
          <a:xfrm>
            <a:off x="590550" y="2466975"/>
            <a:ext cx="76200" cy="571500"/>
          </a:xfrm>
          <a:prstGeom prst="rect">
            <a:avLst/>
          </a:prstGeom>
          <a:solidFill>
            <a:srgbClr val="4E9BEC"/>
          </a:solidFill>
          <a:ln w="0">
            <a:noFill/>
            <a:prstDash val="solid"/>
          </a:ln>
        </p:spPr>
      </p:sp>
      <p:sp>
        <p:nvSpPr>
          <p:cNvPr id="15" name="Rectangle 14">
            <a:extLst>
              <a:ext uri="{FF2B5EF4-FFF2-40B4-BE49-F238E27FC236}">
                <a16:creationId xmlns:a16="http://schemas.microsoft.com/office/drawing/2014/main" id="{86712B8E-EE25-4526-BC75-052FBF9AC82C}"/>
              </a:ext>
            </a:extLst>
          </p:cNvPr>
          <p:cNvSpPr>
            <a:spLocks noGrp="1"/>
          </p:cNvSpPr>
          <p:nvPr/>
        </p:nvSpPr>
        <p:spPr>
          <a:xfrm>
            <a:off x="838200" y="2562225"/>
            <a:ext cx="1257300" cy="247650"/>
          </a:xfrm>
          <a:prstGeom prst="rect">
            <a:avLst/>
          </a:prstGeom>
          <a:noFill/>
          <a:ln w="0">
            <a:noFill/>
            <a:prstDash val="solid"/>
          </a:ln>
        </p:spPr>
        <p:txBody>
          <a:bodyPr anchor="t">
            <a:normAutofit fontScale="75926"/>
          </a:bodyPr>
          <a:lstStyle>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a:pPr algn="l">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a:ext uri="{FF2B5EF4-FFF2-40B4-BE49-F238E27FC236}">
                <a16:creationId xmlns:a16="http://schemas.microsoft.com/office/drawing/2014/main" id="{9D93F625-0626-4B00-8516-5E4353A496EF}"/>
              </a:ext>
            </a:extLst>
          </p:cNvPr>
          <p:cNvSpPr>
            <a:spLocks noGrp="1"/>
          </p:cNvSpPr>
          <p:nvPr/>
        </p:nvSpPr>
        <p:spPr>
          <a:xfrm>
            <a:off x="2133600" y="2562225"/>
            <a:ext cx="1952625" cy="238125"/>
          </a:xfrm>
          <a:prstGeom prst="rect">
            <a:avLst/>
          </a:prstGeom>
          <a:noFill/>
          <a:ln w="0">
            <a:noFill/>
            <a:prstDash val="solid"/>
          </a:ln>
        </p:spPr>
        <p:txBody>
          <a:bodyPr anchor="t">
            <a:normAutofit fontScale="75490"/>
          </a:bodyPr>
          <a:lstStyle>
            <a:defPPr algn="l">
              <a:defRPr sz="1275" b="0" i="0">
                <a:solidFill>
                  <a:srgbClr val="AFC0B8"/>
                </a:solidFill>
                <a:latin typeface="Cascadia Mono"/>
                <a:ea typeface="Cascadia Mono"/>
                <a:cs typeface="Cascadia Mono"/>
              </a:defRPr>
            </a:defPPr>
            <a:lvl1pPr algn="l">
              <a:defRPr sz="1275" b="0" i="0">
                <a:solidFill>
                  <a:srgbClr val="AFC0B8"/>
                </a:solidFill>
                <a:latin typeface="Cascadia Mono"/>
                <a:ea typeface="Cascadia Mono"/>
                <a:cs typeface="Cascadia Mono"/>
              </a:defRPr>
            </a:lvl1pPr>
            <a:lvl2pPr algn="l">
              <a:defRPr sz="1275" b="0" i="0">
                <a:solidFill>
                  <a:srgbClr val="AFC0B8"/>
                </a:solidFill>
                <a:latin typeface="Cascadia Mono"/>
                <a:ea typeface="Cascadia Mono"/>
                <a:cs typeface="Cascadia Mono"/>
              </a:defRPr>
            </a:lvl2pPr>
            <a:lvl3pPr algn="l">
              <a:defRPr sz="1275" b="0" i="0">
                <a:solidFill>
                  <a:srgbClr val="AFC0B8"/>
                </a:solidFill>
                <a:latin typeface="Cascadia Mono"/>
                <a:ea typeface="Cascadia Mono"/>
                <a:cs typeface="Cascadia Mono"/>
              </a:defRPr>
            </a:lvl3pPr>
            <a:lvl4pPr algn="l">
              <a:defRPr sz="1275" b="0" i="0">
                <a:solidFill>
                  <a:srgbClr val="AFC0B8"/>
                </a:solidFill>
                <a:latin typeface="Cascadia Mono"/>
                <a:ea typeface="Cascadia Mono"/>
                <a:cs typeface="Cascadia Mono"/>
              </a:defRPr>
            </a:lvl4pPr>
            <a:lvl5pPr algn="l">
              <a:defRPr sz="1275" b="0" i="0">
                <a:solidFill>
                  <a:srgbClr val="AFC0B8"/>
                </a:solidFill>
                <a:latin typeface="Cascadia Mono"/>
                <a:ea typeface="Cascadia Mono"/>
                <a:cs typeface="Cascadia Mono"/>
              </a:defRPr>
            </a:lvl5pPr>
            <a:lvl6pPr algn="l">
              <a:defRPr sz="1275" b="0" i="0">
                <a:solidFill>
                  <a:srgbClr val="AFC0B8"/>
                </a:solidFill>
                <a:latin typeface="Cascadia Mono"/>
                <a:ea typeface="Cascadia Mono"/>
                <a:cs typeface="Cascadia Mono"/>
              </a:defRPr>
            </a:lvl6pPr>
            <a:lvl7pPr algn="l">
              <a:defRPr sz="1275" b="0" i="0">
                <a:solidFill>
                  <a:srgbClr val="AFC0B8"/>
                </a:solidFill>
                <a:latin typeface="Cascadia Mono"/>
                <a:ea typeface="Cascadia Mono"/>
                <a:cs typeface="Cascadia Mono"/>
              </a:defRPr>
            </a:lvl7pPr>
            <a:lvl8pPr algn="l">
              <a:defRPr sz="1275" b="0" i="0">
                <a:solidFill>
                  <a:srgbClr val="AFC0B8"/>
                </a:solidFill>
                <a:latin typeface="Cascadia Mono"/>
                <a:ea typeface="Cascadia Mono"/>
                <a:cs typeface="Cascadia Mono"/>
              </a:defRPr>
            </a:lvl8pPr>
            <a:lvl9pPr algn="l">
              <a:defRPr sz="1275" b="0" i="0">
                <a:solidFill>
                  <a:srgbClr val="AFC0B8"/>
                </a:solidFill>
                <a:latin typeface="Cascadia Mono"/>
                <a:ea typeface="Cascadia Mono"/>
                <a:cs typeface="Cascadia Mono"/>
              </a:defRPr>
            </a:lvl9pPr>
          </a:lstStyle>
          <a:p>
            <a:pPr algn="l">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a:ext uri="{FF2B5EF4-FFF2-40B4-BE49-F238E27FC236}">
                <a16:creationId xmlns:a16="http://schemas.microsoft.com/office/drawing/2014/main" id="{2CD0393A-A47A-43AE-9D22-3656714A278B}"/>
              </a:ext>
            </a:extLst>
          </p:cNvPr>
          <p:cNvSpPr>
            <a:spLocks noGrp="1"/>
          </p:cNvSpPr>
          <p:nvPr/>
        </p:nvSpPr>
        <p:spPr>
          <a:xfrm>
            <a:off x="4133850" y="2581275"/>
            <a:ext cx="1000125" cy="219075"/>
          </a:xfrm>
          <a:prstGeom prst="rect">
            <a:avLst/>
          </a:prstGeom>
          <a:noFill/>
          <a:ln w="0">
            <a:noFill/>
            <a:prstDash val="solid"/>
          </a:ln>
        </p:spPr>
        <p:txBody>
          <a:bodyPr anchor="t">
            <a:normAutofit fontScale="85897"/>
          </a:bodyPr>
          <a:lstStyle>
            <a:defPPr algn="r">
              <a:defRPr sz="975" b="0" i="0">
                <a:solidFill>
                  <a:srgbClr val="AFC0B8"/>
                </a:solidFill>
                <a:latin typeface="Arial"/>
                <a:ea typeface="Arial"/>
                <a:cs typeface="Arial"/>
              </a:defRPr>
            </a:defPPr>
            <a:lvl1pPr algn="r">
              <a:defRPr sz="975" b="0" i="0">
                <a:solidFill>
                  <a:srgbClr val="AFC0B8"/>
                </a:solidFill>
                <a:latin typeface="Arial"/>
                <a:ea typeface="Arial"/>
                <a:cs typeface="Arial"/>
              </a:defRPr>
            </a:lvl1pPr>
            <a:lvl2pPr algn="r">
              <a:defRPr sz="975" b="0" i="0">
                <a:solidFill>
                  <a:srgbClr val="AFC0B8"/>
                </a:solidFill>
                <a:latin typeface="Arial"/>
                <a:ea typeface="Arial"/>
                <a:cs typeface="Arial"/>
              </a:defRPr>
            </a:lvl2pPr>
            <a:lvl3pPr algn="r">
              <a:defRPr sz="975" b="0" i="0">
                <a:solidFill>
                  <a:srgbClr val="AFC0B8"/>
                </a:solidFill>
                <a:latin typeface="Arial"/>
                <a:ea typeface="Arial"/>
                <a:cs typeface="Arial"/>
              </a:defRPr>
            </a:lvl3pPr>
            <a:lvl4pPr algn="r">
              <a:defRPr sz="975" b="0" i="0">
                <a:solidFill>
                  <a:srgbClr val="AFC0B8"/>
                </a:solidFill>
                <a:latin typeface="Arial"/>
                <a:ea typeface="Arial"/>
                <a:cs typeface="Arial"/>
              </a:defRPr>
            </a:lvl4pPr>
            <a:lvl5pPr algn="r">
              <a:defRPr sz="975" b="0" i="0">
                <a:solidFill>
                  <a:srgbClr val="AFC0B8"/>
                </a:solidFill>
                <a:latin typeface="Arial"/>
                <a:ea typeface="Arial"/>
                <a:cs typeface="Arial"/>
              </a:defRPr>
            </a:lvl5pPr>
            <a:lvl6pPr algn="r">
              <a:defRPr sz="975" b="0" i="0">
                <a:solidFill>
                  <a:srgbClr val="AFC0B8"/>
                </a:solidFill>
                <a:latin typeface="Arial"/>
                <a:ea typeface="Arial"/>
                <a:cs typeface="Arial"/>
              </a:defRPr>
            </a:lvl6pPr>
            <a:lvl7pPr algn="r">
              <a:defRPr sz="975" b="0" i="0">
                <a:solidFill>
                  <a:srgbClr val="AFC0B8"/>
                </a:solidFill>
                <a:latin typeface="Arial"/>
                <a:ea typeface="Arial"/>
                <a:cs typeface="Arial"/>
              </a:defRPr>
            </a:lvl7pPr>
            <a:lvl8pPr algn="r">
              <a:defRPr sz="975" b="0" i="0">
                <a:solidFill>
                  <a:srgbClr val="AFC0B8"/>
                </a:solidFill>
                <a:latin typeface="Arial"/>
                <a:ea typeface="Arial"/>
                <a:cs typeface="Arial"/>
              </a:defRPr>
            </a:lvl8pPr>
            <a:lvl9pPr algn="r">
              <a:defRPr sz="975" b="0" i="0">
                <a:solidFill>
                  <a:srgbClr val="AFC0B8"/>
                </a:solidFill>
                <a:latin typeface="Arial"/>
                <a:ea typeface="Arial"/>
                <a:cs typeface="Arial"/>
              </a:defRPr>
            </a:lvl9pPr>
          </a:lstStyle>
          <a:p>
            <a:pPr algn="r">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a:ext uri="{FF2B5EF4-FFF2-40B4-BE49-F238E27FC236}">
                <a16:creationId xmlns:a16="http://schemas.microsoft.com/office/drawing/2014/main" id="{59E1CF21-3A0F-4E98-BD00-99E904EBBD5F}"/>
              </a:ext>
            </a:extLst>
          </p:cNvPr>
          <p:cNvSpPr>
            <a:spLocks noGrp="1"/>
          </p:cNvSpPr>
          <p:nvPr/>
        </p:nvSpPr>
        <p:spPr>
          <a:xfrm>
            <a:off x="590550" y="3209925"/>
            <a:ext cx="4743450" cy="571500"/>
          </a:xfrm>
          <a:prstGeom prst="roundRect">
            <a:avLst>
              <a:gd name="adj" fmla="val 13333"/>
            </a:avLst>
          </a:prstGeom>
          <a:solidFill>
            <a:srgbClr val="102720"/>
          </a:solidFill>
          <a:ln w="9525">
            <a:solidFill>
              <a:srgbClr val="29433A"/>
            </a:solidFill>
            <a:prstDash val="solid"/>
          </a:ln>
        </p:spPr>
      </p:sp>
      <p:sp>
        <p:nvSpPr>
          <p:cNvPr id="19" name="Rectangle 18">
            <a:extLst>
              <a:ext uri="{FF2B5EF4-FFF2-40B4-BE49-F238E27FC236}">
                <a16:creationId xmlns:a16="http://schemas.microsoft.com/office/drawing/2014/main" id="{180849BA-46E0-4301-B660-4C8CB384D4C3}"/>
              </a:ext>
            </a:extLst>
          </p:cNvPr>
          <p:cNvSpPr>
            <a:spLocks noGrp="1"/>
          </p:cNvSpPr>
          <p:nvPr/>
        </p:nvSpPr>
        <p:spPr>
          <a:xfrm>
            <a:off x="590550" y="3209925"/>
            <a:ext cx="76200" cy="571500"/>
          </a:xfrm>
          <a:prstGeom prst="rect">
            <a:avLst/>
          </a:prstGeom>
          <a:solidFill>
            <a:srgbClr val="E84AAB"/>
          </a:solidFill>
          <a:ln w="0">
            <a:noFill/>
            <a:prstDash val="solid"/>
          </a:ln>
        </p:spPr>
      </p:sp>
      <p:sp>
        <p:nvSpPr>
          <p:cNvPr id="20" name="Rectangle 19">
            <a:extLst>
              <a:ext uri="{FF2B5EF4-FFF2-40B4-BE49-F238E27FC236}">
                <a16:creationId xmlns:a16="http://schemas.microsoft.com/office/drawing/2014/main" id="{5AAAA5C7-1083-46EF-88E8-FAC7E8B0DF53}"/>
              </a:ext>
            </a:extLst>
          </p:cNvPr>
          <p:cNvSpPr>
            <a:spLocks noGrp="1"/>
          </p:cNvSpPr>
          <p:nvPr/>
        </p:nvSpPr>
        <p:spPr>
          <a:xfrm>
            <a:off x="838200" y="3305175"/>
            <a:ext cx="1257300" cy="247650"/>
          </a:xfrm>
          <a:prstGeom prst="rect">
            <a:avLst/>
          </a:prstGeom>
          <a:noFill/>
          <a:ln w="0">
            <a:noFill/>
            <a:prstDash val="solid"/>
          </a:ln>
        </p:spPr>
        <p:txBody>
          <a:bodyPr anchor="t">
            <a:normAutofit fontScale="75926"/>
          </a:bodyPr>
          <a:lstStyle>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a:pPr algn="l">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a:ext uri="{FF2B5EF4-FFF2-40B4-BE49-F238E27FC236}">
                <a16:creationId xmlns:a16="http://schemas.microsoft.com/office/drawing/2014/main" id="{D5AF86B6-0779-4E06-A6DD-2025CC54B5C9}"/>
              </a:ext>
            </a:extLst>
          </p:cNvPr>
          <p:cNvSpPr>
            <a:spLocks noGrp="1"/>
          </p:cNvSpPr>
          <p:nvPr/>
        </p:nvSpPr>
        <p:spPr>
          <a:xfrm>
            <a:off x="2133600" y="3305175"/>
            <a:ext cx="1952625" cy="238125"/>
          </a:xfrm>
          <a:prstGeom prst="rect">
            <a:avLst/>
          </a:prstGeom>
          <a:noFill/>
          <a:ln w="0">
            <a:noFill/>
            <a:prstDash val="solid"/>
          </a:ln>
        </p:spPr>
        <p:txBody>
          <a:bodyPr anchor="t">
            <a:normAutofit fontScale="75490"/>
          </a:bodyPr>
          <a:lstStyle>
            <a:defPPr algn="l">
              <a:defRPr sz="1275" b="0" i="0">
                <a:solidFill>
                  <a:srgbClr val="AFC0B8"/>
                </a:solidFill>
                <a:latin typeface="Cascadia Mono"/>
                <a:ea typeface="Cascadia Mono"/>
                <a:cs typeface="Cascadia Mono"/>
              </a:defRPr>
            </a:defPPr>
            <a:lvl1pPr algn="l">
              <a:defRPr sz="1275" b="0" i="0">
                <a:solidFill>
                  <a:srgbClr val="AFC0B8"/>
                </a:solidFill>
                <a:latin typeface="Cascadia Mono"/>
                <a:ea typeface="Cascadia Mono"/>
                <a:cs typeface="Cascadia Mono"/>
              </a:defRPr>
            </a:lvl1pPr>
            <a:lvl2pPr algn="l">
              <a:defRPr sz="1275" b="0" i="0">
                <a:solidFill>
                  <a:srgbClr val="AFC0B8"/>
                </a:solidFill>
                <a:latin typeface="Cascadia Mono"/>
                <a:ea typeface="Cascadia Mono"/>
                <a:cs typeface="Cascadia Mono"/>
              </a:defRPr>
            </a:lvl2pPr>
            <a:lvl3pPr algn="l">
              <a:defRPr sz="1275" b="0" i="0">
                <a:solidFill>
                  <a:srgbClr val="AFC0B8"/>
                </a:solidFill>
                <a:latin typeface="Cascadia Mono"/>
                <a:ea typeface="Cascadia Mono"/>
                <a:cs typeface="Cascadia Mono"/>
              </a:defRPr>
            </a:lvl3pPr>
            <a:lvl4pPr algn="l">
              <a:defRPr sz="1275" b="0" i="0">
                <a:solidFill>
                  <a:srgbClr val="AFC0B8"/>
                </a:solidFill>
                <a:latin typeface="Cascadia Mono"/>
                <a:ea typeface="Cascadia Mono"/>
                <a:cs typeface="Cascadia Mono"/>
              </a:defRPr>
            </a:lvl4pPr>
            <a:lvl5pPr algn="l">
              <a:defRPr sz="1275" b="0" i="0">
                <a:solidFill>
                  <a:srgbClr val="AFC0B8"/>
                </a:solidFill>
                <a:latin typeface="Cascadia Mono"/>
                <a:ea typeface="Cascadia Mono"/>
                <a:cs typeface="Cascadia Mono"/>
              </a:defRPr>
            </a:lvl5pPr>
            <a:lvl6pPr algn="l">
              <a:defRPr sz="1275" b="0" i="0">
                <a:solidFill>
                  <a:srgbClr val="AFC0B8"/>
                </a:solidFill>
                <a:latin typeface="Cascadia Mono"/>
                <a:ea typeface="Cascadia Mono"/>
                <a:cs typeface="Cascadia Mono"/>
              </a:defRPr>
            </a:lvl6pPr>
            <a:lvl7pPr algn="l">
              <a:defRPr sz="1275" b="0" i="0">
                <a:solidFill>
                  <a:srgbClr val="AFC0B8"/>
                </a:solidFill>
                <a:latin typeface="Cascadia Mono"/>
                <a:ea typeface="Cascadia Mono"/>
                <a:cs typeface="Cascadia Mono"/>
              </a:defRPr>
            </a:lvl7pPr>
            <a:lvl8pPr algn="l">
              <a:defRPr sz="1275" b="0" i="0">
                <a:solidFill>
                  <a:srgbClr val="AFC0B8"/>
                </a:solidFill>
                <a:latin typeface="Cascadia Mono"/>
                <a:ea typeface="Cascadia Mono"/>
                <a:cs typeface="Cascadia Mono"/>
              </a:defRPr>
            </a:lvl8pPr>
            <a:lvl9pPr algn="l">
              <a:defRPr sz="1275" b="0" i="0">
                <a:solidFill>
                  <a:srgbClr val="AFC0B8"/>
                </a:solidFill>
                <a:latin typeface="Cascadia Mono"/>
                <a:ea typeface="Cascadia Mono"/>
                <a:cs typeface="Cascadia Mono"/>
              </a:defRPr>
            </a:lvl9pPr>
          </a:lstStyle>
          <a:p>
            <a:pPr algn="l">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a:ext uri="{FF2B5EF4-FFF2-40B4-BE49-F238E27FC236}">
                <a16:creationId xmlns:a16="http://schemas.microsoft.com/office/drawing/2014/main" id="{BA08A048-98E4-42D7-94A2-1EEBBC1078F6}"/>
              </a:ext>
            </a:extLst>
          </p:cNvPr>
          <p:cNvSpPr>
            <a:spLocks noGrp="1"/>
          </p:cNvSpPr>
          <p:nvPr/>
        </p:nvSpPr>
        <p:spPr>
          <a:xfrm>
            <a:off x="4133850" y="3324225"/>
            <a:ext cx="1000125" cy="219075"/>
          </a:xfrm>
          <a:prstGeom prst="rect">
            <a:avLst/>
          </a:prstGeom>
          <a:noFill/>
          <a:ln w="0">
            <a:noFill/>
            <a:prstDash val="solid"/>
          </a:ln>
        </p:spPr>
        <p:txBody>
          <a:bodyPr anchor="t">
            <a:normAutofit fontScale="85897"/>
          </a:bodyPr>
          <a:lstStyle>
            <a:defPPr algn="r">
              <a:defRPr sz="975" b="0" i="0">
                <a:solidFill>
                  <a:srgbClr val="AFC0B8"/>
                </a:solidFill>
                <a:latin typeface="Arial"/>
                <a:ea typeface="Arial"/>
                <a:cs typeface="Arial"/>
              </a:defRPr>
            </a:defPPr>
            <a:lvl1pPr algn="r">
              <a:defRPr sz="975" b="0" i="0">
                <a:solidFill>
                  <a:srgbClr val="AFC0B8"/>
                </a:solidFill>
                <a:latin typeface="Arial"/>
                <a:ea typeface="Arial"/>
                <a:cs typeface="Arial"/>
              </a:defRPr>
            </a:lvl1pPr>
            <a:lvl2pPr algn="r">
              <a:defRPr sz="975" b="0" i="0">
                <a:solidFill>
                  <a:srgbClr val="AFC0B8"/>
                </a:solidFill>
                <a:latin typeface="Arial"/>
                <a:ea typeface="Arial"/>
                <a:cs typeface="Arial"/>
              </a:defRPr>
            </a:lvl2pPr>
            <a:lvl3pPr algn="r">
              <a:defRPr sz="975" b="0" i="0">
                <a:solidFill>
                  <a:srgbClr val="AFC0B8"/>
                </a:solidFill>
                <a:latin typeface="Arial"/>
                <a:ea typeface="Arial"/>
                <a:cs typeface="Arial"/>
              </a:defRPr>
            </a:lvl3pPr>
            <a:lvl4pPr algn="r">
              <a:defRPr sz="975" b="0" i="0">
                <a:solidFill>
                  <a:srgbClr val="AFC0B8"/>
                </a:solidFill>
                <a:latin typeface="Arial"/>
                <a:ea typeface="Arial"/>
                <a:cs typeface="Arial"/>
              </a:defRPr>
            </a:lvl4pPr>
            <a:lvl5pPr algn="r">
              <a:defRPr sz="975" b="0" i="0">
                <a:solidFill>
                  <a:srgbClr val="AFC0B8"/>
                </a:solidFill>
                <a:latin typeface="Arial"/>
                <a:ea typeface="Arial"/>
                <a:cs typeface="Arial"/>
              </a:defRPr>
            </a:lvl5pPr>
            <a:lvl6pPr algn="r">
              <a:defRPr sz="975" b="0" i="0">
                <a:solidFill>
                  <a:srgbClr val="AFC0B8"/>
                </a:solidFill>
                <a:latin typeface="Arial"/>
                <a:ea typeface="Arial"/>
                <a:cs typeface="Arial"/>
              </a:defRPr>
            </a:lvl6pPr>
            <a:lvl7pPr algn="r">
              <a:defRPr sz="975" b="0" i="0">
                <a:solidFill>
                  <a:srgbClr val="AFC0B8"/>
                </a:solidFill>
                <a:latin typeface="Arial"/>
                <a:ea typeface="Arial"/>
                <a:cs typeface="Arial"/>
              </a:defRPr>
            </a:lvl7pPr>
            <a:lvl8pPr algn="r">
              <a:defRPr sz="975" b="0" i="0">
                <a:solidFill>
                  <a:srgbClr val="AFC0B8"/>
                </a:solidFill>
                <a:latin typeface="Arial"/>
                <a:ea typeface="Arial"/>
                <a:cs typeface="Arial"/>
              </a:defRPr>
            </a:lvl8pPr>
            <a:lvl9pPr algn="r">
              <a:defRPr sz="975" b="0" i="0">
                <a:solidFill>
                  <a:srgbClr val="AFC0B8"/>
                </a:solidFill>
                <a:latin typeface="Arial"/>
                <a:ea typeface="Arial"/>
                <a:cs typeface="Arial"/>
              </a:defRPr>
            </a:lvl9pPr>
          </a:lstStyle>
          <a:p>
            <a:pPr algn="r">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a:ext uri="{FF2B5EF4-FFF2-40B4-BE49-F238E27FC236}">
                <a16:creationId xmlns:a16="http://schemas.microsoft.com/office/drawing/2014/main" id="{EAB6AE8F-73A0-4056-869B-7BC7E08F12B9}"/>
              </a:ext>
            </a:extLst>
          </p:cNvPr>
          <p:cNvSpPr>
            <a:spLocks noGrp="1"/>
          </p:cNvSpPr>
          <p:nvPr/>
        </p:nvSpPr>
        <p:spPr>
          <a:xfrm>
            <a:off x="590550" y="3952875"/>
            <a:ext cx="4743450" cy="571500"/>
          </a:xfrm>
          <a:prstGeom prst="roundRect">
            <a:avLst>
              <a:gd name="adj" fmla="val 13333"/>
            </a:avLst>
          </a:prstGeom>
          <a:solidFill>
            <a:srgbClr val="102720"/>
          </a:solidFill>
          <a:ln w="9525">
            <a:solidFill>
              <a:srgbClr val="29433A"/>
            </a:solidFill>
            <a:prstDash val="solid"/>
          </a:ln>
        </p:spPr>
      </p:sp>
      <p:sp>
        <p:nvSpPr>
          <p:cNvPr id="24" name="Rectangle 23">
            <a:extLst>
              <a:ext uri="{FF2B5EF4-FFF2-40B4-BE49-F238E27FC236}">
                <a16:creationId xmlns:a16="http://schemas.microsoft.com/office/drawing/2014/main" id="{07024640-B7B0-4B80-9382-27DEF22BE3A7}"/>
              </a:ext>
            </a:extLst>
          </p:cNvPr>
          <p:cNvSpPr>
            <a:spLocks noGrp="1"/>
          </p:cNvSpPr>
          <p:nvPr/>
        </p:nvSpPr>
        <p:spPr>
          <a:xfrm>
            <a:off x="590550" y="3952875"/>
            <a:ext cx="76200" cy="571500"/>
          </a:xfrm>
          <a:prstGeom prst="rect">
            <a:avLst/>
          </a:prstGeom>
          <a:solidFill>
            <a:srgbClr val="E46760"/>
          </a:solidFill>
          <a:ln w="0">
            <a:noFill/>
            <a:prstDash val="solid"/>
          </a:ln>
        </p:spPr>
      </p:sp>
      <p:sp>
        <p:nvSpPr>
          <p:cNvPr id="25" name="Rectangle 24">
            <a:extLst>
              <a:ext uri="{FF2B5EF4-FFF2-40B4-BE49-F238E27FC236}">
                <a16:creationId xmlns:a16="http://schemas.microsoft.com/office/drawing/2014/main" id="{14A1BD3E-8833-443C-8E5E-D281F0B2EAF1}"/>
              </a:ext>
            </a:extLst>
          </p:cNvPr>
          <p:cNvSpPr>
            <a:spLocks noGrp="1"/>
          </p:cNvSpPr>
          <p:nvPr/>
        </p:nvSpPr>
        <p:spPr>
          <a:xfrm>
            <a:off x="838200" y="4048125"/>
            <a:ext cx="1257300" cy="247650"/>
          </a:xfrm>
          <a:prstGeom prst="rect">
            <a:avLst/>
          </a:prstGeom>
          <a:noFill/>
          <a:ln w="0">
            <a:noFill/>
            <a:prstDash val="solid"/>
          </a:ln>
        </p:spPr>
        <p:txBody>
          <a:bodyPr anchor="t">
            <a:normAutofit fontScale="75926"/>
          </a:bodyPr>
          <a:lstStyle>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a:pPr algn="l">
              <a:defRPr sz="1350" b="1" i="0">
                <a:solidFill>
                  <a:srgbClr val="F4F7F5"/>
                </a:solidFill>
                <a:latin typeface="Arial"/>
                <a:ea typeface="Arial"/>
                <a:cs typeface="Arial"/>
              </a:defRPr>
            </a:pPr>
            <a:r>
              <a:rPr sz="1350" b="1" i="0">
                <a:solidFill>
                  <a:srgbClr val="F4F7F5"/>
                </a:solidFill>
                <a:latin typeface="Arial"/>
                <a:ea typeface="Arial"/>
                <a:cs typeface="Arial"/>
              </a:rPr>
              <a:t>Direct</a:t>
            </a:r>
          </a:p>
        </p:txBody>
      </p:sp>
      <p:sp>
        <p:nvSpPr>
          <p:cNvPr id="26" name="Rectangle 25">
            <a:extLst>
              <a:ext uri="{FF2B5EF4-FFF2-40B4-BE49-F238E27FC236}">
                <a16:creationId xmlns:a16="http://schemas.microsoft.com/office/drawing/2014/main" id="{44329239-2114-4185-9EDE-685199537F51}"/>
              </a:ext>
            </a:extLst>
          </p:cNvPr>
          <p:cNvSpPr>
            <a:spLocks noGrp="1"/>
          </p:cNvSpPr>
          <p:nvPr/>
        </p:nvSpPr>
        <p:spPr>
          <a:xfrm>
            <a:off x="2133600" y="4048125"/>
            <a:ext cx="1952625" cy="238125"/>
          </a:xfrm>
          <a:prstGeom prst="rect">
            <a:avLst/>
          </a:prstGeom>
          <a:noFill/>
          <a:ln w="0">
            <a:noFill/>
            <a:prstDash val="solid"/>
          </a:ln>
        </p:spPr>
        <p:txBody>
          <a:bodyPr anchor="t">
            <a:normAutofit fontScale="75490"/>
          </a:bodyPr>
          <a:lstStyle>
            <a:defPPr algn="l">
              <a:defRPr sz="1275" b="0" i="0">
                <a:solidFill>
                  <a:srgbClr val="AFC0B8"/>
                </a:solidFill>
                <a:latin typeface="Cascadia Mono"/>
                <a:ea typeface="Cascadia Mono"/>
                <a:cs typeface="Cascadia Mono"/>
              </a:defRPr>
            </a:defPPr>
            <a:lvl1pPr algn="l">
              <a:defRPr sz="1275" b="0" i="0">
                <a:solidFill>
                  <a:srgbClr val="AFC0B8"/>
                </a:solidFill>
                <a:latin typeface="Cascadia Mono"/>
                <a:ea typeface="Cascadia Mono"/>
                <a:cs typeface="Cascadia Mono"/>
              </a:defRPr>
            </a:lvl1pPr>
            <a:lvl2pPr algn="l">
              <a:defRPr sz="1275" b="0" i="0">
                <a:solidFill>
                  <a:srgbClr val="AFC0B8"/>
                </a:solidFill>
                <a:latin typeface="Cascadia Mono"/>
                <a:ea typeface="Cascadia Mono"/>
                <a:cs typeface="Cascadia Mono"/>
              </a:defRPr>
            </a:lvl2pPr>
            <a:lvl3pPr algn="l">
              <a:defRPr sz="1275" b="0" i="0">
                <a:solidFill>
                  <a:srgbClr val="AFC0B8"/>
                </a:solidFill>
                <a:latin typeface="Cascadia Mono"/>
                <a:ea typeface="Cascadia Mono"/>
                <a:cs typeface="Cascadia Mono"/>
              </a:defRPr>
            </a:lvl3pPr>
            <a:lvl4pPr algn="l">
              <a:defRPr sz="1275" b="0" i="0">
                <a:solidFill>
                  <a:srgbClr val="AFC0B8"/>
                </a:solidFill>
                <a:latin typeface="Cascadia Mono"/>
                <a:ea typeface="Cascadia Mono"/>
                <a:cs typeface="Cascadia Mono"/>
              </a:defRPr>
            </a:lvl4pPr>
            <a:lvl5pPr algn="l">
              <a:defRPr sz="1275" b="0" i="0">
                <a:solidFill>
                  <a:srgbClr val="AFC0B8"/>
                </a:solidFill>
                <a:latin typeface="Cascadia Mono"/>
                <a:ea typeface="Cascadia Mono"/>
                <a:cs typeface="Cascadia Mono"/>
              </a:defRPr>
            </a:lvl5pPr>
            <a:lvl6pPr algn="l">
              <a:defRPr sz="1275" b="0" i="0">
                <a:solidFill>
                  <a:srgbClr val="AFC0B8"/>
                </a:solidFill>
                <a:latin typeface="Cascadia Mono"/>
                <a:ea typeface="Cascadia Mono"/>
                <a:cs typeface="Cascadia Mono"/>
              </a:defRPr>
            </a:lvl6pPr>
            <a:lvl7pPr algn="l">
              <a:defRPr sz="1275" b="0" i="0">
                <a:solidFill>
                  <a:srgbClr val="AFC0B8"/>
                </a:solidFill>
                <a:latin typeface="Cascadia Mono"/>
                <a:ea typeface="Cascadia Mono"/>
                <a:cs typeface="Cascadia Mono"/>
              </a:defRPr>
            </a:lvl7pPr>
            <a:lvl8pPr algn="l">
              <a:defRPr sz="1275" b="0" i="0">
                <a:solidFill>
                  <a:srgbClr val="AFC0B8"/>
                </a:solidFill>
                <a:latin typeface="Cascadia Mono"/>
                <a:ea typeface="Cascadia Mono"/>
                <a:cs typeface="Cascadia Mono"/>
              </a:defRPr>
            </a:lvl8pPr>
            <a:lvl9pPr algn="l">
              <a:defRPr sz="1275" b="0" i="0">
                <a:solidFill>
                  <a:srgbClr val="AFC0B8"/>
                </a:solidFill>
                <a:latin typeface="Cascadia Mono"/>
                <a:ea typeface="Cascadia Mono"/>
                <a:cs typeface="Cascadia Mono"/>
              </a:defRPr>
            </a:lvl9pPr>
          </a:lstStyle>
          <a:p>
            <a:pPr algn="l">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no linker</a:t>
            </a:r>
          </a:p>
        </p:txBody>
      </p:sp>
      <p:sp>
        <p:nvSpPr>
          <p:cNvPr id="27" name="Rectangle 26">
            <a:extLst>
              <a:ext uri="{FF2B5EF4-FFF2-40B4-BE49-F238E27FC236}">
                <a16:creationId xmlns:a16="http://schemas.microsoft.com/office/drawing/2014/main" id="{47AAC072-E863-4405-9B22-ADFDE9D67A9A}"/>
              </a:ext>
            </a:extLst>
          </p:cNvPr>
          <p:cNvSpPr>
            <a:spLocks noGrp="1"/>
          </p:cNvSpPr>
          <p:nvPr/>
        </p:nvSpPr>
        <p:spPr>
          <a:xfrm>
            <a:off x="4133850" y="4067175"/>
            <a:ext cx="1000125" cy="219075"/>
          </a:xfrm>
          <a:prstGeom prst="rect">
            <a:avLst/>
          </a:prstGeom>
          <a:noFill/>
          <a:ln w="0">
            <a:noFill/>
            <a:prstDash val="solid"/>
          </a:ln>
        </p:spPr>
        <p:txBody>
          <a:bodyPr anchor="t">
            <a:normAutofit fontScale="85897"/>
          </a:bodyPr>
          <a:lstStyle>
            <a:defPPr algn="r">
              <a:defRPr sz="975" b="0" i="0">
                <a:solidFill>
                  <a:srgbClr val="AFC0B8"/>
                </a:solidFill>
                <a:latin typeface="Arial"/>
                <a:ea typeface="Arial"/>
                <a:cs typeface="Arial"/>
              </a:defRPr>
            </a:defPPr>
            <a:lvl1pPr algn="r">
              <a:defRPr sz="975" b="0" i="0">
                <a:solidFill>
                  <a:srgbClr val="AFC0B8"/>
                </a:solidFill>
                <a:latin typeface="Arial"/>
                <a:ea typeface="Arial"/>
                <a:cs typeface="Arial"/>
              </a:defRPr>
            </a:lvl1pPr>
            <a:lvl2pPr algn="r">
              <a:defRPr sz="975" b="0" i="0">
                <a:solidFill>
                  <a:srgbClr val="AFC0B8"/>
                </a:solidFill>
                <a:latin typeface="Arial"/>
                <a:ea typeface="Arial"/>
                <a:cs typeface="Arial"/>
              </a:defRPr>
            </a:lvl2pPr>
            <a:lvl3pPr algn="r">
              <a:defRPr sz="975" b="0" i="0">
                <a:solidFill>
                  <a:srgbClr val="AFC0B8"/>
                </a:solidFill>
                <a:latin typeface="Arial"/>
                <a:ea typeface="Arial"/>
                <a:cs typeface="Arial"/>
              </a:defRPr>
            </a:lvl3pPr>
            <a:lvl4pPr algn="r">
              <a:defRPr sz="975" b="0" i="0">
                <a:solidFill>
                  <a:srgbClr val="AFC0B8"/>
                </a:solidFill>
                <a:latin typeface="Arial"/>
                <a:ea typeface="Arial"/>
                <a:cs typeface="Arial"/>
              </a:defRPr>
            </a:lvl4pPr>
            <a:lvl5pPr algn="r">
              <a:defRPr sz="975" b="0" i="0">
                <a:solidFill>
                  <a:srgbClr val="AFC0B8"/>
                </a:solidFill>
                <a:latin typeface="Arial"/>
                <a:ea typeface="Arial"/>
                <a:cs typeface="Arial"/>
              </a:defRPr>
            </a:lvl5pPr>
            <a:lvl6pPr algn="r">
              <a:defRPr sz="975" b="0" i="0">
                <a:solidFill>
                  <a:srgbClr val="AFC0B8"/>
                </a:solidFill>
                <a:latin typeface="Arial"/>
                <a:ea typeface="Arial"/>
                <a:cs typeface="Arial"/>
              </a:defRPr>
            </a:lvl6pPr>
            <a:lvl7pPr algn="r">
              <a:defRPr sz="975" b="0" i="0">
                <a:solidFill>
                  <a:srgbClr val="AFC0B8"/>
                </a:solidFill>
                <a:latin typeface="Arial"/>
                <a:ea typeface="Arial"/>
                <a:cs typeface="Arial"/>
              </a:defRPr>
            </a:lvl7pPr>
            <a:lvl8pPr algn="r">
              <a:defRPr sz="975" b="0" i="0">
                <a:solidFill>
                  <a:srgbClr val="AFC0B8"/>
                </a:solidFill>
                <a:latin typeface="Arial"/>
                <a:ea typeface="Arial"/>
                <a:cs typeface="Arial"/>
              </a:defRPr>
            </a:lvl8pPr>
            <a:lvl9pPr algn="r">
              <a:defRPr sz="975" b="0" i="0">
                <a:solidFill>
                  <a:srgbClr val="AFC0B8"/>
                </a:solidFill>
                <a:latin typeface="Arial"/>
                <a:ea typeface="Arial"/>
                <a:cs typeface="Arial"/>
              </a:defRPr>
            </a:lvl9pPr>
          </a:lstStyle>
          <a:p>
            <a:pPr algn="r">
              <a:defRPr sz="975" b="0" i="0">
                <a:solidFill>
                  <a:srgbClr val="AFC0B8"/>
                </a:solidFill>
                <a:latin typeface="Arial"/>
                <a:ea typeface="Arial"/>
                <a:cs typeface="Arial"/>
              </a:defRPr>
            </a:pPr>
            <a:r>
              <a:rPr sz="975" b="0" i="0">
                <a:solidFill>
                  <a:srgbClr val="AFC0B8"/>
                </a:solidFill>
                <a:latin typeface="Arial"/>
                <a:ea typeface="Arial"/>
                <a:cs typeface="Arial"/>
              </a:rPr>
              <a:t>0 aa control</a:t>
            </a:r>
          </a:p>
        </p:txBody>
      </p:sp>
      <p:sp>
        <p:nvSpPr>
          <p:cNvPr id="28" name="Rectangle: Rounded Corners 27">
            <a:extLst>
              <a:ext uri="{FF2B5EF4-FFF2-40B4-BE49-F238E27FC236}">
                <a16:creationId xmlns:a16="http://schemas.microsoft.com/office/drawing/2014/main" id="{6CA079EF-B9AC-4C25-B2B8-C0F3257DD246}"/>
              </a:ext>
            </a:extLst>
          </p:cNvPr>
          <p:cNvSpPr>
            <a:spLocks noGrp="1"/>
          </p:cNvSpPr>
          <p:nvPr/>
        </p:nvSpPr>
        <p:spPr>
          <a:xfrm>
            <a:off x="590550" y="4695825"/>
            <a:ext cx="4743450" cy="571500"/>
          </a:xfrm>
          <a:prstGeom prst="roundRect">
            <a:avLst>
              <a:gd name="adj" fmla="val 13333"/>
            </a:avLst>
          </a:prstGeom>
          <a:solidFill>
            <a:srgbClr val="102720"/>
          </a:solidFill>
          <a:ln w="9525">
            <a:solidFill>
              <a:srgbClr val="29433A"/>
            </a:solidFill>
            <a:prstDash val="solid"/>
          </a:ln>
        </p:spPr>
      </p:sp>
      <p:sp>
        <p:nvSpPr>
          <p:cNvPr id="29" name="Rectangle 28">
            <a:extLst>
              <a:ext uri="{FF2B5EF4-FFF2-40B4-BE49-F238E27FC236}">
                <a16:creationId xmlns:a16="http://schemas.microsoft.com/office/drawing/2014/main" id="{184F36C6-ED84-4766-8F7D-30845DBC5530}"/>
              </a:ext>
            </a:extLst>
          </p:cNvPr>
          <p:cNvSpPr>
            <a:spLocks noGrp="1"/>
          </p:cNvSpPr>
          <p:nvPr/>
        </p:nvSpPr>
        <p:spPr>
          <a:xfrm>
            <a:off x="590550" y="4695825"/>
            <a:ext cx="76200" cy="571500"/>
          </a:xfrm>
          <a:prstGeom prst="rect">
            <a:avLst/>
          </a:prstGeom>
          <a:solidFill>
            <a:srgbClr val="F1C84B"/>
          </a:solidFill>
          <a:ln w="0">
            <a:noFill/>
            <a:prstDash val="solid"/>
          </a:ln>
        </p:spPr>
      </p:sp>
      <p:sp>
        <p:nvSpPr>
          <p:cNvPr id="30" name="Rectangle 29">
            <a:extLst>
              <a:ext uri="{FF2B5EF4-FFF2-40B4-BE49-F238E27FC236}">
                <a16:creationId xmlns:a16="http://schemas.microsoft.com/office/drawing/2014/main" id="{B4845CE9-CEE2-458C-A9C6-DF394DE2AD46}"/>
              </a:ext>
            </a:extLst>
          </p:cNvPr>
          <p:cNvSpPr>
            <a:spLocks noGrp="1"/>
          </p:cNvSpPr>
          <p:nvPr/>
        </p:nvSpPr>
        <p:spPr>
          <a:xfrm>
            <a:off x="838200" y="4791075"/>
            <a:ext cx="1257300" cy="247650"/>
          </a:xfrm>
          <a:prstGeom prst="rect">
            <a:avLst/>
          </a:prstGeom>
          <a:noFill/>
          <a:ln w="0">
            <a:noFill/>
            <a:prstDash val="solid"/>
          </a:ln>
        </p:spPr>
        <p:txBody>
          <a:bodyPr anchor="t">
            <a:normAutofit fontScale="75926"/>
          </a:bodyPr>
          <a:lstStyle>
            <a:defPPr algn="l">
              <a:defRPr sz="1350" b="1" i="0">
                <a:solidFill>
                  <a:srgbClr val="F4F7F5"/>
                </a:solidFill>
                <a:latin typeface="Arial"/>
                <a:ea typeface="Arial"/>
                <a:cs typeface="Arial"/>
              </a:defRPr>
            </a:defPPr>
            <a:lvl1pPr algn="l">
              <a:defRPr sz="1350" b="1" i="0">
                <a:solidFill>
                  <a:srgbClr val="F4F7F5"/>
                </a:solidFill>
                <a:latin typeface="Arial"/>
                <a:ea typeface="Arial"/>
                <a:cs typeface="Arial"/>
              </a:defRPr>
            </a:lvl1pPr>
            <a:lvl2pPr algn="l">
              <a:defRPr sz="1350" b="1" i="0">
                <a:solidFill>
                  <a:srgbClr val="F4F7F5"/>
                </a:solidFill>
                <a:latin typeface="Arial"/>
                <a:ea typeface="Arial"/>
                <a:cs typeface="Arial"/>
              </a:defRPr>
            </a:lvl2pPr>
            <a:lvl3pPr algn="l">
              <a:defRPr sz="1350" b="1" i="0">
                <a:solidFill>
                  <a:srgbClr val="F4F7F5"/>
                </a:solidFill>
                <a:latin typeface="Arial"/>
                <a:ea typeface="Arial"/>
                <a:cs typeface="Arial"/>
              </a:defRPr>
            </a:lvl3pPr>
            <a:lvl4pPr algn="l">
              <a:defRPr sz="1350" b="1" i="0">
                <a:solidFill>
                  <a:srgbClr val="F4F7F5"/>
                </a:solidFill>
                <a:latin typeface="Arial"/>
                <a:ea typeface="Arial"/>
                <a:cs typeface="Arial"/>
              </a:defRPr>
            </a:lvl4pPr>
            <a:lvl5pPr algn="l">
              <a:defRPr sz="1350" b="1" i="0">
                <a:solidFill>
                  <a:srgbClr val="F4F7F5"/>
                </a:solidFill>
                <a:latin typeface="Arial"/>
                <a:ea typeface="Arial"/>
                <a:cs typeface="Arial"/>
              </a:defRPr>
            </a:lvl5pPr>
            <a:lvl6pPr algn="l">
              <a:defRPr sz="1350" b="1" i="0">
                <a:solidFill>
                  <a:srgbClr val="F4F7F5"/>
                </a:solidFill>
                <a:latin typeface="Arial"/>
                <a:ea typeface="Arial"/>
                <a:cs typeface="Arial"/>
              </a:defRPr>
            </a:lvl6pPr>
            <a:lvl7pPr algn="l">
              <a:defRPr sz="1350" b="1" i="0">
                <a:solidFill>
                  <a:srgbClr val="F4F7F5"/>
                </a:solidFill>
                <a:latin typeface="Arial"/>
                <a:ea typeface="Arial"/>
                <a:cs typeface="Arial"/>
              </a:defRPr>
            </a:lvl7pPr>
            <a:lvl8pPr algn="l">
              <a:defRPr sz="1350" b="1" i="0">
                <a:solidFill>
                  <a:srgbClr val="F4F7F5"/>
                </a:solidFill>
                <a:latin typeface="Arial"/>
                <a:ea typeface="Arial"/>
                <a:cs typeface="Arial"/>
              </a:defRPr>
            </a:lvl8pPr>
            <a:lvl9pPr algn="l">
              <a:defRPr sz="1350" b="1" i="0">
                <a:solidFill>
                  <a:srgbClr val="F4F7F5"/>
                </a:solidFill>
                <a:latin typeface="Arial"/>
                <a:ea typeface="Arial"/>
                <a:cs typeface="Arial"/>
              </a:defRPr>
            </a:lvl9pPr>
          </a:lstStyle>
          <a:p>
            <a:pPr algn="l">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a:ext uri="{FF2B5EF4-FFF2-40B4-BE49-F238E27FC236}">
                <a16:creationId xmlns:a16="http://schemas.microsoft.com/office/drawing/2014/main" id="{1C31CA26-36CA-4D1B-8789-8C24C76E2346}"/>
              </a:ext>
            </a:extLst>
          </p:cNvPr>
          <p:cNvSpPr>
            <a:spLocks noGrp="1"/>
          </p:cNvSpPr>
          <p:nvPr/>
        </p:nvSpPr>
        <p:spPr>
          <a:xfrm>
            <a:off x="2133600" y="4791075"/>
            <a:ext cx="1952625" cy="238125"/>
          </a:xfrm>
          <a:prstGeom prst="rect">
            <a:avLst/>
          </a:prstGeom>
          <a:noFill/>
          <a:ln w="0">
            <a:noFill/>
            <a:prstDash val="solid"/>
          </a:ln>
        </p:spPr>
        <p:txBody>
          <a:bodyPr anchor="t">
            <a:normAutofit fontScale="75490"/>
          </a:bodyPr>
          <a:lstStyle>
            <a:defPPr algn="l">
              <a:defRPr sz="1275" b="0" i="0">
                <a:solidFill>
                  <a:srgbClr val="AFC0B8"/>
                </a:solidFill>
                <a:latin typeface="Cascadia Mono"/>
                <a:ea typeface="Cascadia Mono"/>
                <a:cs typeface="Cascadia Mono"/>
              </a:defRPr>
            </a:defPPr>
            <a:lvl1pPr algn="l">
              <a:defRPr sz="1275" b="0" i="0">
                <a:solidFill>
                  <a:srgbClr val="AFC0B8"/>
                </a:solidFill>
                <a:latin typeface="Cascadia Mono"/>
                <a:ea typeface="Cascadia Mono"/>
                <a:cs typeface="Cascadia Mono"/>
              </a:defRPr>
            </a:lvl1pPr>
            <a:lvl2pPr algn="l">
              <a:defRPr sz="1275" b="0" i="0">
                <a:solidFill>
                  <a:srgbClr val="AFC0B8"/>
                </a:solidFill>
                <a:latin typeface="Cascadia Mono"/>
                <a:ea typeface="Cascadia Mono"/>
                <a:cs typeface="Cascadia Mono"/>
              </a:defRPr>
            </a:lvl2pPr>
            <a:lvl3pPr algn="l">
              <a:defRPr sz="1275" b="0" i="0">
                <a:solidFill>
                  <a:srgbClr val="AFC0B8"/>
                </a:solidFill>
                <a:latin typeface="Cascadia Mono"/>
                <a:ea typeface="Cascadia Mono"/>
                <a:cs typeface="Cascadia Mono"/>
              </a:defRPr>
            </a:lvl3pPr>
            <a:lvl4pPr algn="l">
              <a:defRPr sz="1275" b="0" i="0">
                <a:solidFill>
                  <a:srgbClr val="AFC0B8"/>
                </a:solidFill>
                <a:latin typeface="Cascadia Mono"/>
                <a:ea typeface="Cascadia Mono"/>
                <a:cs typeface="Cascadia Mono"/>
              </a:defRPr>
            </a:lvl4pPr>
            <a:lvl5pPr algn="l">
              <a:defRPr sz="1275" b="0" i="0">
                <a:solidFill>
                  <a:srgbClr val="AFC0B8"/>
                </a:solidFill>
                <a:latin typeface="Cascadia Mono"/>
                <a:ea typeface="Cascadia Mono"/>
                <a:cs typeface="Cascadia Mono"/>
              </a:defRPr>
            </a:lvl5pPr>
            <a:lvl6pPr algn="l">
              <a:defRPr sz="1275" b="0" i="0">
                <a:solidFill>
                  <a:srgbClr val="AFC0B8"/>
                </a:solidFill>
                <a:latin typeface="Cascadia Mono"/>
                <a:ea typeface="Cascadia Mono"/>
                <a:cs typeface="Cascadia Mono"/>
              </a:defRPr>
            </a:lvl6pPr>
            <a:lvl7pPr algn="l">
              <a:defRPr sz="1275" b="0" i="0">
                <a:solidFill>
                  <a:srgbClr val="AFC0B8"/>
                </a:solidFill>
                <a:latin typeface="Cascadia Mono"/>
                <a:ea typeface="Cascadia Mono"/>
                <a:cs typeface="Cascadia Mono"/>
              </a:defRPr>
            </a:lvl7pPr>
            <a:lvl8pPr algn="l">
              <a:defRPr sz="1275" b="0" i="0">
                <a:solidFill>
                  <a:srgbClr val="AFC0B8"/>
                </a:solidFill>
                <a:latin typeface="Cascadia Mono"/>
                <a:ea typeface="Cascadia Mono"/>
                <a:cs typeface="Cascadia Mono"/>
              </a:defRPr>
            </a:lvl8pPr>
            <a:lvl9pPr algn="l">
              <a:defRPr sz="1275" b="0" i="0">
                <a:solidFill>
                  <a:srgbClr val="AFC0B8"/>
                </a:solidFill>
                <a:latin typeface="Cascadia Mono"/>
                <a:ea typeface="Cascadia Mono"/>
                <a:cs typeface="Cascadia Mono"/>
              </a:defRPr>
            </a:lvl9pPr>
          </a:lstStyle>
          <a:p>
            <a:pPr algn="l">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a:ext uri="{FF2B5EF4-FFF2-40B4-BE49-F238E27FC236}">
                <a16:creationId xmlns:a16="http://schemas.microsoft.com/office/drawing/2014/main" id="{BBA0D208-EFDA-4B51-85CA-CFDB40B547BF}"/>
              </a:ext>
            </a:extLst>
          </p:cNvPr>
          <p:cNvSpPr>
            <a:spLocks noGrp="1"/>
          </p:cNvSpPr>
          <p:nvPr/>
        </p:nvSpPr>
        <p:spPr>
          <a:xfrm>
            <a:off x="4133850" y="4810125"/>
            <a:ext cx="1000125" cy="219075"/>
          </a:xfrm>
          <a:prstGeom prst="rect">
            <a:avLst/>
          </a:prstGeom>
          <a:noFill/>
          <a:ln w="0">
            <a:noFill/>
            <a:prstDash val="solid"/>
          </a:ln>
        </p:spPr>
        <p:txBody>
          <a:bodyPr anchor="t">
            <a:normAutofit fontScale="85897"/>
          </a:bodyPr>
          <a:lstStyle>
            <a:defPPr algn="r">
              <a:defRPr sz="975" b="0" i="0">
                <a:solidFill>
                  <a:srgbClr val="AFC0B8"/>
                </a:solidFill>
                <a:latin typeface="Arial"/>
                <a:ea typeface="Arial"/>
                <a:cs typeface="Arial"/>
              </a:defRPr>
            </a:defPPr>
            <a:lvl1pPr algn="r">
              <a:defRPr sz="975" b="0" i="0">
                <a:solidFill>
                  <a:srgbClr val="AFC0B8"/>
                </a:solidFill>
                <a:latin typeface="Arial"/>
                <a:ea typeface="Arial"/>
                <a:cs typeface="Arial"/>
              </a:defRPr>
            </a:lvl1pPr>
            <a:lvl2pPr algn="r">
              <a:defRPr sz="975" b="0" i="0">
                <a:solidFill>
                  <a:srgbClr val="AFC0B8"/>
                </a:solidFill>
                <a:latin typeface="Arial"/>
                <a:ea typeface="Arial"/>
                <a:cs typeface="Arial"/>
              </a:defRPr>
            </a:lvl2pPr>
            <a:lvl3pPr algn="r">
              <a:defRPr sz="975" b="0" i="0">
                <a:solidFill>
                  <a:srgbClr val="AFC0B8"/>
                </a:solidFill>
                <a:latin typeface="Arial"/>
                <a:ea typeface="Arial"/>
                <a:cs typeface="Arial"/>
              </a:defRPr>
            </a:lvl3pPr>
            <a:lvl4pPr algn="r">
              <a:defRPr sz="975" b="0" i="0">
                <a:solidFill>
                  <a:srgbClr val="AFC0B8"/>
                </a:solidFill>
                <a:latin typeface="Arial"/>
                <a:ea typeface="Arial"/>
                <a:cs typeface="Arial"/>
              </a:defRPr>
            </a:lvl4pPr>
            <a:lvl5pPr algn="r">
              <a:defRPr sz="975" b="0" i="0">
                <a:solidFill>
                  <a:srgbClr val="AFC0B8"/>
                </a:solidFill>
                <a:latin typeface="Arial"/>
                <a:ea typeface="Arial"/>
                <a:cs typeface="Arial"/>
              </a:defRPr>
            </a:lvl5pPr>
            <a:lvl6pPr algn="r">
              <a:defRPr sz="975" b="0" i="0">
                <a:solidFill>
                  <a:srgbClr val="AFC0B8"/>
                </a:solidFill>
                <a:latin typeface="Arial"/>
                <a:ea typeface="Arial"/>
                <a:cs typeface="Arial"/>
              </a:defRPr>
            </a:lvl6pPr>
            <a:lvl7pPr algn="r">
              <a:defRPr sz="975" b="0" i="0">
                <a:solidFill>
                  <a:srgbClr val="AFC0B8"/>
                </a:solidFill>
                <a:latin typeface="Arial"/>
                <a:ea typeface="Arial"/>
                <a:cs typeface="Arial"/>
              </a:defRPr>
            </a:lvl7pPr>
            <a:lvl8pPr algn="r">
              <a:defRPr sz="975" b="0" i="0">
                <a:solidFill>
                  <a:srgbClr val="AFC0B8"/>
                </a:solidFill>
                <a:latin typeface="Arial"/>
                <a:ea typeface="Arial"/>
                <a:cs typeface="Arial"/>
              </a:defRPr>
            </a:lvl8pPr>
            <a:lvl9pPr algn="r">
              <a:defRPr sz="975" b="0" i="0">
                <a:solidFill>
                  <a:srgbClr val="AFC0B8"/>
                </a:solidFill>
                <a:latin typeface="Arial"/>
                <a:ea typeface="Arial"/>
                <a:cs typeface="Arial"/>
              </a:defRPr>
            </a:lvl9pPr>
          </a:lstStyle>
          <a:p>
            <a:pPr algn="r">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a:ext uri="{FF2B5EF4-FFF2-40B4-BE49-F238E27FC236}">
                <a16:creationId xmlns:a16="http://schemas.microsoft.com/office/drawing/2014/main" id="{BCDA670D-F933-4BE3-9741-1117FA8E2882}"/>
              </a:ext>
            </a:extLst>
          </p:cNvPr>
          <p:cNvSpPr>
            <a:spLocks noGrp="1"/>
          </p:cNvSpPr>
          <p:nvPr/>
        </p:nvSpPr>
        <p:spPr>
          <a:xfrm>
            <a:off x="6172200" y="1724025"/>
            <a:ext cx="5191125" cy="1885950"/>
          </a:xfrm>
          <a:prstGeom prst="roundRect">
            <a:avLst>
              <a:gd name="adj" fmla="val 6061"/>
            </a:avLst>
          </a:prstGeom>
          <a:solidFill>
            <a:srgbClr val="102720"/>
          </a:solidFill>
          <a:ln w="0">
            <a:solidFill>
              <a:srgbClr val="102720"/>
            </a:solidFill>
            <a:prstDash val="solid"/>
          </a:ln>
        </p:spPr>
      </p:sp>
      <p:sp>
        <p:nvSpPr>
          <p:cNvPr id="34" name="Rectangle 33">
            <a:extLst>
              <a:ext uri="{FF2B5EF4-FFF2-40B4-BE49-F238E27FC236}">
                <a16:creationId xmlns:a16="http://schemas.microsoft.com/office/drawing/2014/main" id="{986842FD-5401-4467-92A0-B46575D63232}"/>
              </a:ext>
            </a:extLst>
          </p:cNvPr>
          <p:cNvSpPr>
            <a:spLocks noGrp="1"/>
          </p:cNvSpPr>
          <p:nvPr/>
        </p:nvSpPr>
        <p:spPr>
          <a:xfrm>
            <a:off x="6505575" y="1981200"/>
            <a:ext cx="3048000" cy="228600"/>
          </a:xfrm>
          <a:prstGeom prst="rect">
            <a:avLst/>
          </a:prstGeom>
          <a:noFill/>
          <a:ln w="0">
            <a:noFill/>
            <a:prstDash val="solid"/>
          </a:ln>
        </p:spPr>
        <p:txBody>
          <a:bodyPr anchor="t">
            <a:normAutofit fontScale="92308"/>
          </a:bodyPr>
          <a:lstStyle>
            <a:defPPr algn="l">
              <a:defRPr sz="975" b="1" i="0">
                <a:solidFill>
                  <a:srgbClr val="3FC6D6"/>
                </a:solidFill>
                <a:latin typeface="Arial"/>
                <a:ea typeface="Arial"/>
                <a:cs typeface="Arial"/>
              </a:defRPr>
            </a:defPPr>
            <a:lvl1pPr algn="l">
              <a:defRPr sz="975" b="1" i="0">
                <a:solidFill>
                  <a:srgbClr val="3FC6D6"/>
                </a:solidFill>
                <a:latin typeface="Arial"/>
                <a:ea typeface="Arial"/>
                <a:cs typeface="Arial"/>
              </a:defRPr>
            </a:lvl1pPr>
            <a:lvl2pPr algn="l">
              <a:defRPr sz="975" b="1" i="0">
                <a:solidFill>
                  <a:srgbClr val="3FC6D6"/>
                </a:solidFill>
                <a:latin typeface="Arial"/>
                <a:ea typeface="Arial"/>
                <a:cs typeface="Arial"/>
              </a:defRPr>
            </a:lvl2pPr>
            <a:lvl3pPr algn="l">
              <a:defRPr sz="975" b="1" i="0">
                <a:solidFill>
                  <a:srgbClr val="3FC6D6"/>
                </a:solidFill>
                <a:latin typeface="Arial"/>
                <a:ea typeface="Arial"/>
                <a:cs typeface="Arial"/>
              </a:defRPr>
            </a:lvl3pPr>
            <a:lvl4pPr algn="l">
              <a:defRPr sz="975" b="1" i="0">
                <a:solidFill>
                  <a:srgbClr val="3FC6D6"/>
                </a:solidFill>
                <a:latin typeface="Arial"/>
                <a:ea typeface="Arial"/>
                <a:cs typeface="Arial"/>
              </a:defRPr>
            </a:lvl4pPr>
            <a:lvl5pPr algn="l">
              <a:defRPr sz="975" b="1" i="0">
                <a:solidFill>
                  <a:srgbClr val="3FC6D6"/>
                </a:solidFill>
                <a:latin typeface="Arial"/>
                <a:ea typeface="Arial"/>
                <a:cs typeface="Arial"/>
              </a:defRPr>
            </a:lvl5pPr>
            <a:lvl6pPr algn="l">
              <a:defRPr sz="975" b="1" i="0">
                <a:solidFill>
                  <a:srgbClr val="3FC6D6"/>
                </a:solidFill>
                <a:latin typeface="Arial"/>
                <a:ea typeface="Arial"/>
                <a:cs typeface="Arial"/>
              </a:defRPr>
            </a:lvl6pPr>
            <a:lvl7pPr algn="l">
              <a:defRPr sz="975" b="1" i="0">
                <a:solidFill>
                  <a:srgbClr val="3FC6D6"/>
                </a:solidFill>
                <a:latin typeface="Arial"/>
                <a:ea typeface="Arial"/>
                <a:cs typeface="Arial"/>
              </a:defRPr>
            </a:lvl7pPr>
            <a:lvl8pPr algn="l">
              <a:defRPr sz="975" b="1" i="0">
                <a:solidFill>
                  <a:srgbClr val="3FC6D6"/>
                </a:solidFill>
                <a:latin typeface="Arial"/>
                <a:ea typeface="Arial"/>
                <a:cs typeface="Arial"/>
              </a:defRPr>
            </a:lvl8pPr>
            <a:lvl9pPr algn="l">
              <a:defRPr sz="975" b="1" i="0">
                <a:solidFill>
                  <a:srgbClr val="3FC6D6"/>
                </a:solidFill>
                <a:latin typeface="Arial"/>
                <a:ea typeface="Arial"/>
                <a:cs typeface="Arial"/>
              </a:defRPr>
            </a:lvl9pPr>
          </a:lstStyle>
          <a:p>
            <a:pPr algn="l">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a:ext uri="{FF2B5EF4-FFF2-40B4-BE49-F238E27FC236}">
                <a16:creationId xmlns:a16="http://schemas.microsoft.com/office/drawing/2014/main" id="{FBE35B06-052B-45FC-9BFA-3ABE6B534DF3}"/>
              </a:ext>
            </a:extLst>
          </p:cNvPr>
          <p:cNvSpPr>
            <a:spLocks noGrp="1"/>
          </p:cNvSpPr>
          <p:nvPr/>
        </p:nvSpPr>
        <p:spPr>
          <a:xfrm>
            <a:off x="6505575" y="2362200"/>
            <a:ext cx="4381500" cy="990600"/>
          </a:xfrm>
          <a:prstGeom prst="rect">
            <a:avLst/>
          </a:prstGeom>
          <a:noFill/>
          <a:ln w="0">
            <a:noFill/>
            <a:prstDash val="solid"/>
          </a:ln>
        </p:spPr>
        <p:txBody>
          <a:bodyPr anchor="t">
            <a:normAutofit/>
          </a:bodyPr>
          <a:lstStyle>
            <a:defPPr algn="l">
              <a:defRPr sz="1800" b="1" i="0">
                <a:solidFill>
                  <a:srgbClr val="FFFFFF"/>
                </a:solidFill>
                <a:latin typeface="Arial"/>
                <a:ea typeface="Arial"/>
                <a:cs typeface="Arial"/>
              </a:defRPr>
            </a:defPPr>
            <a:lvl1pPr algn="l">
              <a:defRPr sz="1800" b="1" i="0">
                <a:solidFill>
                  <a:srgbClr val="FFFFFF"/>
                </a:solidFill>
                <a:latin typeface="Arial"/>
                <a:ea typeface="Arial"/>
                <a:cs typeface="Arial"/>
              </a:defRPr>
            </a:lvl1pPr>
            <a:lvl2pPr algn="l">
              <a:defRPr sz="1800" b="1" i="0">
                <a:solidFill>
                  <a:srgbClr val="FFFFFF"/>
                </a:solidFill>
                <a:latin typeface="Arial"/>
                <a:ea typeface="Arial"/>
                <a:cs typeface="Arial"/>
              </a:defRPr>
            </a:lvl2pPr>
            <a:lvl3pPr algn="l">
              <a:defRPr sz="1800" b="1" i="0">
                <a:solidFill>
                  <a:srgbClr val="FFFFFF"/>
                </a:solidFill>
                <a:latin typeface="Arial"/>
                <a:ea typeface="Arial"/>
                <a:cs typeface="Arial"/>
              </a:defRPr>
            </a:lvl3pPr>
            <a:lvl4pPr algn="l">
              <a:defRPr sz="1800" b="1" i="0">
                <a:solidFill>
                  <a:srgbClr val="FFFFFF"/>
                </a:solidFill>
                <a:latin typeface="Arial"/>
                <a:ea typeface="Arial"/>
                <a:cs typeface="Arial"/>
              </a:defRPr>
            </a:lvl4pPr>
            <a:lvl5pPr algn="l">
              <a:defRPr sz="1800" b="1" i="0">
                <a:solidFill>
                  <a:srgbClr val="FFFFFF"/>
                </a:solidFill>
                <a:latin typeface="Arial"/>
                <a:ea typeface="Arial"/>
                <a:cs typeface="Arial"/>
              </a:defRPr>
            </a:lvl5pPr>
            <a:lvl6pPr algn="l">
              <a:defRPr sz="1800" b="1" i="0">
                <a:solidFill>
                  <a:srgbClr val="FFFFFF"/>
                </a:solidFill>
                <a:latin typeface="Arial"/>
                <a:ea typeface="Arial"/>
                <a:cs typeface="Arial"/>
              </a:defRPr>
            </a:lvl6pPr>
            <a:lvl7pPr algn="l">
              <a:defRPr sz="1800" b="1" i="0">
                <a:solidFill>
                  <a:srgbClr val="FFFFFF"/>
                </a:solidFill>
                <a:latin typeface="Arial"/>
                <a:ea typeface="Arial"/>
                <a:cs typeface="Arial"/>
              </a:defRPr>
            </a:lvl7pPr>
            <a:lvl8pPr algn="l">
              <a:defRPr sz="1800" b="1" i="0">
                <a:solidFill>
                  <a:srgbClr val="FFFFFF"/>
                </a:solidFill>
                <a:latin typeface="Arial"/>
                <a:ea typeface="Arial"/>
                <a:cs typeface="Arial"/>
              </a:defRPr>
            </a:lvl8pPr>
            <a:lvl9pPr algn="l">
              <a:defRPr sz="1800" b="1" i="0">
                <a:solidFill>
                  <a:srgbClr val="FFFFFF"/>
                </a:solidFill>
                <a:latin typeface="Arial"/>
                <a:ea typeface="Arial"/>
                <a:cs typeface="Arial"/>
              </a:defRPr>
            </a:lvl9pPr>
          </a:lstStyle>
          <a:p>
            <a:pPr algn="l">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a:pPr algn="l">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a:pPr algn="l">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a:ext uri="{FF2B5EF4-FFF2-40B4-BE49-F238E27FC236}">
                <a16:creationId xmlns:a16="http://schemas.microsoft.com/office/drawing/2014/main" id="{395AB0E0-54A1-4CC4-AEB7-EEA67B98F7AB}"/>
              </a:ext>
            </a:extLst>
          </p:cNvPr>
          <p:cNvSpPr>
            <a:spLocks noGrp="1"/>
          </p:cNvSpPr>
          <p:nvPr/>
        </p:nvSpPr>
        <p:spPr>
          <a:xfrm>
            <a:off x="6181725" y="3914775"/>
            <a:ext cx="5172075" cy="590550"/>
          </a:xfrm>
          <a:prstGeom prst="rect">
            <a:avLst/>
          </a:prstGeom>
          <a:noFill/>
          <a:ln w="0">
            <a:noFill/>
            <a:prstDash val="solid"/>
          </a:ln>
        </p:spPr>
        <p:txBody>
          <a:bodyPr anchor="t">
            <a:normAutofit/>
          </a:bodyPr>
          <a:lstStyle>
            <a:defPPr algn="l">
              <a:defRPr sz="1350" b="1" i="0">
                <a:solidFill>
                  <a:srgbClr val="E84AAB"/>
                </a:solidFill>
                <a:latin typeface="Arial"/>
                <a:ea typeface="Arial"/>
                <a:cs typeface="Arial"/>
              </a:defRPr>
            </a:defPPr>
            <a:lvl1pPr algn="l">
              <a:defRPr sz="1350" b="1" i="0">
                <a:solidFill>
                  <a:srgbClr val="E84AAB"/>
                </a:solidFill>
                <a:latin typeface="Arial"/>
                <a:ea typeface="Arial"/>
                <a:cs typeface="Arial"/>
              </a:defRPr>
            </a:lvl1pPr>
            <a:lvl2pPr algn="l">
              <a:defRPr sz="1350" b="1" i="0">
                <a:solidFill>
                  <a:srgbClr val="E84AAB"/>
                </a:solidFill>
                <a:latin typeface="Arial"/>
                <a:ea typeface="Arial"/>
                <a:cs typeface="Arial"/>
              </a:defRPr>
            </a:lvl2pPr>
            <a:lvl3pPr algn="l">
              <a:defRPr sz="1350" b="1" i="0">
                <a:solidFill>
                  <a:srgbClr val="E84AAB"/>
                </a:solidFill>
                <a:latin typeface="Arial"/>
                <a:ea typeface="Arial"/>
                <a:cs typeface="Arial"/>
              </a:defRPr>
            </a:lvl3pPr>
            <a:lvl4pPr algn="l">
              <a:defRPr sz="1350" b="1" i="0">
                <a:solidFill>
                  <a:srgbClr val="E84AAB"/>
                </a:solidFill>
                <a:latin typeface="Arial"/>
                <a:ea typeface="Arial"/>
                <a:cs typeface="Arial"/>
              </a:defRPr>
            </a:lvl4pPr>
            <a:lvl5pPr algn="l">
              <a:defRPr sz="1350" b="1" i="0">
                <a:solidFill>
                  <a:srgbClr val="E84AAB"/>
                </a:solidFill>
                <a:latin typeface="Arial"/>
                <a:ea typeface="Arial"/>
                <a:cs typeface="Arial"/>
              </a:defRPr>
            </a:lvl5pPr>
            <a:lvl6pPr algn="l">
              <a:defRPr sz="1350" b="1" i="0">
                <a:solidFill>
                  <a:srgbClr val="E84AAB"/>
                </a:solidFill>
                <a:latin typeface="Arial"/>
                <a:ea typeface="Arial"/>
                <a:cs typeface="Arial"/>
              </a:defRPr>
            </a:lvl6pPr>
            <a:lvl7pPr algn="l">
              <a:defRPr sz="1350" b="1" i="0">
                <a:solidFill>
                  <a:srgbClr val="E84AAB"/>
                </a:solidFill>
                <a:latin typeface="Arial"/>
                <a:ea typeface="Arial"/>
                <a:cs typeface="Arial"/>
              </a:defRPr>
            </a:lvl7pPr>
            <a:lvl8pPr algn="l">
              <a:defRPr sz="1350" b="1" i="0">
                <a:solidFill>
                  <a:srgbClr val="E84AAB"/>
                </a:solidFill>
                <a:latin typeface="Arial"/>
                <a:ea typeface="Arial"/>
                <a:cs typeface="Arial"/>
              </a:defRPr>
            </a:lvl8pPr>
            <a:lvl9pPr algn="l">
              <a:defRPr sz="1350" b="1" i="0">
                <a:solidFill>
                  <a:srgbClr val="E84AAB"/>
                </a:solidFill>
                <a:latin typeface="Arial"/>
                <a:ea typeface="Arial"/>
                <a:cs typeface="Arial"/>
              </a:defRPr>
            </a:lvl9pPr>
          </a:lstStyle>
          <a:p>
            <a:pPr algn="l">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a:ext uri="{FF2B5EF4-FFF2-40B4-BE49-F238E27FC236}">
                <a16:creationId xmlns:a16="http://schemas.microsoft.com/office/drawing/2014/main" id="{FD405A74-8802-4CF7-91D8-4DD07C6AFFDC}"/>
              </a:ext>
            </a:extLst>
          </p:cNvPr>
          <p:cNvSpPr>
            <a:spLocks noGrp="1"/>
          </p:cNvSpPr>
          <p:nvPr/>
        </p:nvSpPr>
        <p:spPr>
          <a:xfrm>
            <a:off x="6181725" y="4629150"/>
            <a:ext cx="5172075" cy="1333500"/>
          </a:xfrm>
          <a:prstGeom prst="rect">
            <a:avLst/>
          </a:prstGeom>
          <a:noFill/>
          <a:ln w="0">
            <a:noFill/>
            <a:prstDash val="solid"/>
          </a:ln>
        </p:spPr>
        <p:txBody>
          <a:bodyPr>
            <a:normAutofit/>
          </a:bodyPr>
          <a:lstStyle>
            <a:defPPr>
              <a:defRPr sz="1275">
                <a:solidFill>
                  <a:srgbClr val="F4F7F5"/>
                </a:solidFill>
                <a:latin typeface="Arial"/>
                <a:ea typeface="Arial"/>
                <a:cs typeface="Arial"/>
              </a:defRPr>
            </a:defPPr>
            <a:lvl1pPr>
              <a:defRPr sz="1275">
                <a:solidFill>
                  <a:srgbClr val="F4F7F5"/>
                </a:solidFill>
                <a:latin typeface="Arial"/>
                <a:ea typeface="Arial"/>
                <a:cs typeface="Arial"/>
              </a:defRPr>
            </a:lvl1pPr>
            <a:lvl2pPr>
              <a:defRPr sz="1275">
                <a:solidFill>
                  <a:srgbClr val="F4F7F5"/>
                </a:solidFill>
                <a:latin typeface="Arial"/>
                <a:ea typeface="Arial"/>
                <a:cs typeface="Arial"/>
              </a:defRPr>
            </a:lvl2pPr>
            <a:lvl3pPr>
              <a:defRPr sz="1275">
                <a:solidFill>
                  <a:srgbClr val="F4F7F5"/>
                </a:solidFill>
                <a:latin typeface="Arial"/>
                <a:ea typeface="Arial"/>
                <a:cs typeface="Arial"/>
              </a:defRPr>
            </a:lvl3pPr>
            <a:lvl4pPr>
              <a:defRPr sz="1275">
                <a:solidFill>
                  <a:srgbClr val="F4F7F5"/>
                </a:solidFill>
                <a:latin typeface="Arial"/>
                <a:ea typeface="Arial"/>
                <a:cs typeface="Arial"/>
              </a:defRPr>
            </a:lvl4pPr>
            <a:lvl5pPr>
              <a:defRPr sz="1275">
                <a:solidFill>
                  <a:srgbClr val="F4F7F5"/>
                </a:solidFill>
                <a:latin typeface="Arial"/>
                <a:ea typeface="Arial"/>
                <a:cs typeface="Arial"/>
              </a:defRPr>
            </a:lvl5pPr>
            <a:lvl6pPr>
              <a:defRPr sz="1275">
                <a:solidFill>
                  <a:srgbClr val="F4F7F5"/>
                </a:solidFill>
                <a:latin typeface="Arial"/>
                <a:ea typeface="Arial"/>
                <a:cs typeface="Arial"/>
              </a:defRPr>
            </a:lvl6pPr>
            <a:lvl7pPr>
              <a:defRPr sz="1275">
                <a:solidFill>
                  <a:srgbClr val="F4F7F5"/>
                </a:solidFill>
                <a:latin typeface="Arial"/>
                <a:ea typeface="Arial"/>
                <a:cs typeface="Arial"/>
              </a:defRPr>
            </a:lvl7pPr>
            <a:lvl8pPr>
              <a:defRPr sz="1275">
                <a:solidFill>
                  <a:srgbClr val="F4F7F5"/>
                </a:solidFill>
                <a:latin typeface="Arial"/>
                <a:ea typeface="Arial"/>
                <a:cs typeface="Arial"/>
              </a:defRPr>
            </a:lvl8pPr>
            <a:lvl9pPr>
              <a:defRPr sz="1275">
                <a:solidFill>
                  <a:srgbClr val="F4F7F5"/>
                </a:solidFill>
                <a:latin typeface="Arial"/>
                <a:ea typeface="Arial"/>
                <a:cs typeface="Arial"/>
              </a:defRPr>
            </a:lvl9pPr>
          </a:lstStyle>
          <a:p>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CBC6B3D-5249-4048-956A-295936ABBE3F}"/>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F620209C-E88D-493A-A1A6-3153216CA357}"/>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E8B4BC7E-E0F2-4057-B8E0-C995C6B73001}"/>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a:ext uri="{FF2B5EF4-FFF2-40B4-BE49-F238E27FC236}">
                <a16:creationId xmlns:a16="http://schemas.microsoft.com/office/drawing/2014/main" id="{92D63332-3830-4C9B-851F-963CB59810EE}"/>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a:ext uri="{FF2B5EF4-FFF2-40B4-BE49-F238E27FC236}">
                <a16:creationId xmlns:a16="http://schemas.microsoft.com/office/drawing/2014/main" id="{02018B54-67DA-49D1-AE02-23D961C0EA89}"/>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a:ext uri="{FF2B5EF4-FFF2-40B4-BE49-F238E27FC236}">
                <a16:creationId xmlns:a16="http://schemas.microsoft.com/office/drawing/2014/main" id="{48C0106E-373C-46DB-833D-F5128D161B18}"/>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Verified public acceptance run</a:t>
            </a:r>
          </a:p>
        </p:txBody>
      </p:sp>
      <p:sp>
        <p:nvSpPr>
          <p:cNvPr id="7" name="Rectangle 6">
            <a:extLst>
              <a:ext uri="{FF2B5EF4-FFF2-40B4-BE49-F238E27FC236}">
                <a16:creationId xmlns:a16="http://schemas.microsoft.com/office/drawing/2014/main" id="{BA878354-6DDB-4EE6-B2EF-902966EF05ED}"/>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a:ext uri="{FF2B5EF4-FFF2-40B4-BE49-F238E27FC236}">
                <a16:creationId xmlns:a16="http://schemas.microsoft.com/office/drawing/2014/main" id="{78B9D282-DC9B-4DD6-822C-BA925734DECF}"/>
              </a:ext>
            </a:extLst>
          </p:cNvPr>
          <p:cNvPicPr>
            <a:picLocks noChangeAspect="1"/>
          </p:cNvPicPr>
          <p:nvPr/>
        </p:nvPicPr>
        <p:blipFill>
          <a:blip r:embed="rId3"/>
          <a:stretch/>
        </p:blipFill>
        <p:spPr>
          <a:xfrm>
            <a:off x="573405" y="1552575"/>
            <a:ext cx="5320665" cy="3800475"/>
          </a:xfrm>
          <a:prstGeom prst="rect">
            <a:avLst/>
          </a:prstGeom>
        </p:spPr>
      </p:pic>
      <p:graphicFrame>
        <p:nvGraphicFramePr>
          <p:cNvPr id="9" name="Chart">
            <a:extLst>
              <a:ext uri="{FF2B5EF4-FFF2-40B4-BE49-F238E27FC236}">
                <a16:creationId xmlns:a16="http://schemas.microsoft.com/office/drawing/2014/main" id="{5DD672FD-A316-4683-9668-1104C39AEA98}"/>
              </a:ext>
            </a:extLst>
          </p:cNvPr>
          <p:cNvGraphicFramePr/>
          <p:nvPr/>
        </p:nvGraphicFramePr>
        <p:xfrm>
          <a:off x="6353175" y="1638300"/>
          <a:ext cx="5219700"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10" name="Rectangle 9">
            <a:extLst>
              <a:ext uri="{FF2B5EF4-FFF2-40B4-BE49-F238E27FC236}">
                <a16:creationId xmlns:a16="http://schemas.microsoft.com/office/drawing/2014/main" id="{F6FACE21-8320-45AB-8344-42CE780178FD}"/>
              </a:ext>
            </a:extLst>
          </p:cNvPr>
          <p:cNvSpPr>
            <a:spLocks noGrp="1"/>
          </p:cNvSpPr>
          <p:nvPr/>
        </p:nvSpPr>
        <p:spPr>
          <a:xfrm>
            <a:off x="6438900" y="5181600"/>
            <a:ext cx="1143000" cy="476250"/>
          </a:xfrm>
          <a:prstGeom prst="rect">
            <a:avLst/>
          </a:prstGeom>
          <a:noFill/>
          <a:ln w="0">
            <a:noFill/>
            <a:prstDash val="solid"/>
          </a:ln>
        </p:spPr>
        <p:txBody>
          <a:bodyPr anchor="t">
            <a:normAutofit fontScale="99020"/>
          </a:bodyPr>
          <a:lstStyle>
            <a:defPPr algn="l">
              <a:defRPr sz="2550" b="1" i="0">
                <a:solidFill>
                  <a:srgbClr val="E84AAB"/>
                </a:solidFill>
                <a:latin typeface="Arial"/>
                <a:ea typeface="Arial"/>
                <a:cs typeface="Arial"/>
              </a:defRPr>
            </a:defPPr>
            <a:lvl1pPr algn="l">
              <a:defRPr sz="2550" b="1" i="0">
                <a:solidFill>
                  <a:srgbClr val="E84AAB"/>
                </a:solidFill>
                <a:latin typeface="Arial"/>
                <a:ea typeface="Arial"/>
                <a:cs typeface="Arial"/>
              </a:defRPr>
            </a:lvl1pPr>
            <a:lvl2pPr algn="l">
              <a:defRPr sz="2550" b="1" i="0">
                <a:solidFill>
                  <a:srgbClr val="E84AAB"/>
                </a:solidFill>
                <a:latin typeface="Arial"/>
                <a:ea typeface="Arial"/>
                <a:cs typeface="Arial"/>
              </a:defRPr>
            </a:lvl2pPr>
            <a:lvl3pPr algn="l">
              <a:defRPr sz="2550" b="1" i="0">
                <a:solidFill>
                  <a:srgbClr val="E84AAB"/>
                </a:solidFill>
                <a:latin typeface="Arial"/>
                <a:ea typeface="Arial"/>
                <a:cs typeface="Arial"/>
              </a:defRPr>
            </a:lvl3pPr>
            <a:lvl4pPr algn="l">
              <a:defRPr sz="2550" b="1" i="0">
                <a:solidFill>
                  <a:srgbClr val="E84AAB"/>
                </a:solidFill>
                <a:latin typeface="Arial"/>
                <a:ea typeface="Arial"/>
                <a:cs typeface="Arial"/>
              </a:defRPr>
            </a:lvl4pPr>
            <a:lvl5pPr algn="l">
              <a:defRPr sz="2550" b="1" i="0">
                <a:solidFill>
                  <a:srgbClr val="E84AAB"/>
                </a:solidFill>
                <a:latin typeface="Arial"/>
                <a:ea typeface="Arial"/>
                <a:cs typeface="Arial"/>
              </a:defRPr>
            </a:lvl5pPr>
            <a:lvl6pPr algn="l">
              <a:defRPr sz="2550" b="1" i="0">
                <a:solidFill>
                  <a:srgbClr val="E84AAB"/>
                </a:solidFill>
                <a:latin typeface="Arial"/>
                <a:ea typeface="Arial"/>
                <a:cs typeface="Arial"/>
              </a:defRPr>
            </a:lvl6pPr>
            <a:lvl7pPr algn="l">
              <a:defRPr sz="2550" b="1" i="0">
                <a:solidFill>
                  <a:srgbClr val="E84AAB"/>
                </a:solidFill>
                <a:latin typeface="Arial"/>
                <a:ea typeface="Arial"/>
                <a:cs typeface="Arial"/>
              </a:defRPr>
            </a:lvl7pPr>
            <a:lvl8pPr algn="l">
              <a:defRPr sz="2550" b="1" i="0">
                <a:solidFill>
                  <a:srgbClr val="E84AAB"/>
                </a:solidFill>
                <a:latin typeface="Arial"/>
                <a:ea typeface="Arial"/>
                <a:cs typeface="Arial"/>
              </a:defRPr>
            </a:lvl8pPr>
            <a:lvl9pPr algn="l">
              <a:defRPr sz="2550" b="1" i="0">
                <a:solidFill>
                  <a:srgbClr val="E84AAB"/>
                </a:solidFill>
                <a:latin typeface="Arial"/>
                <a:ea typeface="Arial"/>
                <a:cs typeface="Arial"/>
              </a:defRPr>
            </a:lvl9pPr>
          </a:lstStyle>
          <a:p>
            <a:pPr algn="l">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a:ext uri="{FF2B5EF4-FFF2-40B4-BE49-F238E27FC236}">
                <a16:creationId xmlns:a16="http://schemas.microsoft.com/office/drawing/2014/main" id="{685E7958-4A59-4B70-A73A-C7E235C03E56}"/>
              </a:ext>
            </a:extLst>
          </p:cNvPr>
          <p:cNvSpPr>
            <a:spLocks noGrp="1"/>
          </p:cNvSpPr>
          <p:nvPr/>
        </p:nvSpPr>
        <p:spPr>
          <a:xfrm>
            <a:off x="6438900" y="5638800"/>
            <a:ext cx="1143000"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a:ext uri="{FF2B5EF4-FFF2-40B4-BE49-F238E27FC236}">
                <a16:creationId xmlns:a16="http://schemas.microsoft.com/office/drawing/2014/main" id="{0B700BE6-8D17-4BAE-BE7C-7377FBCECFDF}"/>
              </a:ext>
            </a:extLst>
          </p:cNvPr>
          <p:cNvSpPr>
            <a:spLocks noGrp="1"/>
          </p:cNvSpPr>
          <p:nvPr/>
        </p:nvSpPr>
        <p:spPr>
          <a:xfrm>
            <a:off x="7753350" y="5181600"/>
            <a:ext cx="1771650" cy="476250"/>
          </a:xfrm>
          <a:prstGeom prst="rect">
            <a:avLst/>
          </a:prstGeom>
          <a:noFill/>
          <a:ln w="0">
            <a:noFill/>
            <a:prstDash val="solid"/>
          </a:ln>
        </p:spPr>
        <p:txBody>
          <a:bodyPr anchor="t">
            <a:normAutofit fontScale="99020"/>
          </a:bodyPr>
          <a:lstStyle>
            <a:defPPr algn="l">
              <a:defRPr sz="2550" b="1" i="0">
                <a:solidFill>
                  <a:srgbClr val="E46760"/>
                </a:solidFill>
                <a:latin typeface="Arial"/>
                <a:ea typeface="Arial"/>
                <a:cs typeface="Arial"/>
              </a:defRPr>
            </a:defPPr>
            <a:lvl1pPr algn="l">
              <a:defRPr sz="2550" b="1" i="0">
                <a:solidFill>
                  <a:srgbClr val="E46760"/>
                </a:solidFill>
                <a:latin typeface="Arial"/>
                <a:ea typeface="Arial"/>
                <a:cs typeface="Arial"/>
              </a:defRPr>
            </a:lvl1pPr>
            <a:lvl2pPr algn="l">
              <a:defRPr sz="2550" b="1" i="0">
                <a:solidFill>
                  <a:srgbClr val="E46760"/>
                </a:solidFill>
                <a:latin typeface="Arial"/>
                <a:ea typeface="Arial"/>
                <a:cs typeface="Arial"/>
              </a:defRPr>
            </a:lvl2pPr>
            <a:lvl3pPr algn="l">
              <a:defRPr sz="2550" b="1" i="0">
                <a:solidFill>
                  <a:srgbClr val="E46760"/>
                </a:solidFill>
                <a:latin typeface="Arial"/>
                <a:ea typeface="Arial"/>
                <a:cs typeface="Arial"/>
              </a:defRPr>
            </a:lvl3pPr>
            <a:lvl4pPr algn="l">
              <a:defRPr sz="2550" b="1" i="0">
                <a:solidFill>
                  <a:srgbClr val="E46760"/>
                </a:solidFill>
                <a:latin typeface="Arial"/>
                <a:ea typeface="Arial"/>
                <a:cs typeface="Arial"/>
              </a:defRPr>
            </a:lvl4pPr>
            <a:lvl5pPr algn="l">
              <a:defRPr sz="2550" b="1" i="0">
                <a:solidFill>
                  <a:srgbClr val="E46760"/>
                </a:solidFill>
                <a:latin typeface="Arial"/>
                <a:ea typeface="Arial"/>
                <a:cs typeface="Arial"/>
              </a:defRPr>
            </a:lvl5pPr>
            <a:lvl6pPr algn="l">
              <a:defRPr sz="2550" b="1" i="0">
                <a:solidFill>
                  <a:srgbClr val="E46760"/>
                </a:solidFill>
                <a:latin typeface="Arial"/>
                <a:ea typeface="Arial"/>
                <a:cs typeface="Arial"/>
              </a:defRPr>
            </a:lvl6pPr>
            <a:lvl7pPr algn="l">
              <a:defRPr sz="2550" b="1" i="0">
                <a:solidFill>
                  <a:srgbClr val="E46760"/>
                </a:solidFill>
                <a:latin typeface="Arial"/>
                <a:ea typeface="Arial"/>
                <a:cs typeface="Arial"/>
              </a:defRPr>
            </a:lvl7pPr>
            <a:lvl8pPr algn="l">
              <a:defRPr sz="2550" b="1" i="0">
                <a:solidFill>
                  <a:srgbClr val="E46760"/>
                </a:solidFill>
                <a:latin typeface="Arial"/>
                <a:ea typeface="Arial"/>
                <a:cs typeface="Arial"/>
              </a:defRPr>
            </a:lvl8pPr>
            <a:lvl9pPr algn="l">
              <a:defRPr sz="2550" b="1" i="0">
                <a:solidFill>
                  <a:srgbClr val="E46760"/>
                </a:solidFill>
                <a:latin typeface="Arial"/>
                <a:ea typeface="Arial"/>
                <a:cs typeface="Arial"/>
              </a:defRPr>
            </a:lvl9pPr>
          </a:lstStyle>
          <a:p>
            <a:pPr algn="l">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a:ext uri="{FF2B5EF4-FFF2-40B4-BE49-F238E27FC236}">
                <a16:creationId xmlns:a16="http://schemas.microsoft.com/office/drawing/2014/main" id="{D5346A48-2389-4AC8-9168-8F98999391CD}"/>
              </a:ext>
            </a:extLst>
          </p:cNvPr>
          <p:cNvSpPr>
            <a:spLocks noGrp="1"/>
          </p:cNvSpPr>
          <p:nvPr/>
        </p:nvSpPr>
        <p:spPr>
          <a:xfrm>
            <a:off x="7753350" y="5638800"/>
            <a:ext cx="1771650"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a:ext uri="{FF2B5EF4-FFF2-40B4-BE49-F238E27FC236}">
                <a16:creationId xmlns:a16="http://schemas.microsoft.com/office/drawing/2014/main" id="{FD838095-9465-46E6-ABB5-4B6FC6912A53}"/>
              </a:ext>
            </a:extLst>
          </p:cNvPr>
          <p:cNvSpPr>
            <a:spLocks noGrp="1"/>
          </p:cNvSpPr>
          <p:nvPr/>
        </p:nvSpPr>
        <p:spPr>
          <a:xfrm>
            <a:off x="9677400" y="5181600"/>
            <a:ext cx="1809750" cy="476250"/>
          </a:xfrm>
          <a:prstGeom prst="rect">
            <a:avLst/>
          </a:prstGeom>
          <a:noFill/>
          <a:ln w="0">
            <a:noFill/>
            <a:prstDash val="solid"/>
          </a:ln>
        </p:spPr>
        <p:txBody>
          <a:bodyPr anchor="t">
            <a:normAutofit fontScale="99020"/>
          </a:bodyPr>
          <a:lstStyle>
            <a:defPPr algn="l">
              <a:defRPr sz="2550" b="1" i="0">
                <a:solidFill>
                  <a:srgbClr val="2DBD73"/>
                </a:solidFill>
                <a:latin typeface="Arial"/>
                <a:ea typeface="Arial"/>
                <a:cs typeface="Arial"/>
              </a:defRPr>
            </a:defPPr>
            <a:lvl1pPr algn="l">
              <a:defRPr sz="2550" b="1" i="0">
                <a:solidFill>
                  <a:srgbClr val="2DBD73"/>
                </a:solidFill>
                <a:latin typeface="Arial"/>
                <a:ea typeface="Arial"/>
                <a:cs typeface="Arial"/>
              </a:defRPr>
            </a:lvl1pPr>
            <a:lvl2pPr algn="l">
              <a:defRPr sz="2550" b="1" i="0">
                <a:solidFill>
                  <a:srgbClr val="2DBD73"/>
                </a:solidFill>
                <a:latin typeface="Arial"/>
                <a:ea typeface="Arial"/>
                <a:cs typeface="Arial"/>
              </a:defRPr>
            </a:lvl2pPr>
            <a:lvl3pPr algn="l">
              <a:defRPr sz="2550" b="1" i="0">
                <a:solidFill>
                  <a:srgbClr val="2DBD73"/>
                </a:solidFill>
                <a:latin typeface="Arial"/>
                <a:ea typeface="Arial"/>
                <a:cs typeface="Arial"/>
              </a:defRPr>
            </a:lvl3pPr>
            <a:lvl4pPr algn="l">
              <a:defRPr sz="2550" b="1" i="0">
                <a:solidFill>
                  <a:srgbClr val="2DBD73"/>
                </a:solidFill>
                <a:latin typeface="Arial"/>
                <a:ea typeface="Arial"/>
                <a:cs typeface="Arial"/>
              </a:defRPr>
            </a:lvl4pPr>
            <a:lvl5pPr algn="l">
              <a:defRPr sz="2550" b="1" i="0">
                <a:solidFill>
                  <a:srgbClr val="2DBD73"/>
                </a:solidFill>
                <a:latin typeface="Arial"/>
                <a:ea typeface="Arial"/>
                <a:cs typeface="Arial"/>
              </a:defRPr>
            </a:lvl5pPr>
            <a:lvl6pPr algn="l">
              <a:defRPr sz="2550" b="1" i="0">
                <a:solidFill>
                  <a:srgbClr val="2DBD73"/>
                </a:solidFill>
                <a:latin typeface="Arial"/>
                <a:ea typeface="Arial"/>
                <a:cs typeface="Arial"/>
              </a:defRPr>
            </a:lvl6pPr>
            <a:lvl7pPr algn="l">
              <a:defRPr sz="2550" b="1" i="0">
                <a:solidFill>
                  <a:srgbClr val="2DBD73"/>
                </a:solidFill>
                <a:latin typeface="Arial"/>
                <a:ea typeface="Arial"/>
                <a:cs typeface="Arial"/>
              </a:defRPr>
            </a:lvl7pPr>
            <a:lvl8pPr algn="l">
              <a:defRPr sz="2550" b="1" i="0">
                <a:solidFill>
                  <a:srgbClr val="2DBD73"/>
                </a:solidFill>
                <a:latin typeface="Arial"/>
                <a:ea typeface="Arial"/>
                <a:cs typeface="Arial"/>
              </a:defRPr>
            </a:lvl8pPr>
            <a:lvl9pPr algn="l">
              <a:defRPr sz="2550" b="1" i="0">
                <a:solidFill>
                  <a:srgbClr val="2DBD73"/>
                </a:solidFill>
                <a:latin typeface="Arial"/>
                <a:ea typeface="Arial"/>
                <a:cs typeface="Arial"/>
              </a:defRPr>
            </a:lvl9pPr>
          </a:lstStyle>
          <a:p>
            <a:pPr algn="l">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a:ext uri="{FF2B5EF4-FFF2-40B4-BE49-F238E27FC236}">
                <a16:creationId xmlns:a16="http://schemas.microsoft.com/office/drawing/2014/main" id="{467F41DE-6AC7-4CA3-B6B8-D8703296E1B6}"/>
              </a:ext>
            </a:extLst>
          </p:cNvPr>
          <p:cNvSpPr>
            <a:spLocks noGrp="1"/>
          </p:cNvSpPr>
          <p:nvPr/>
        </p:nvSpPr>
        <p:spPr>
          <a:xfrm>
            <a:off x="9677400" y="5638800"/>
            <a:ext cx="1809750" cy="381000"/>
          </a:xfrm>
          <a:prstGeom prst="rect">
            <a:avLst/>
          </a:prstGeom>
          <a:noFill/>
          <a:ln w="0">
            <a:noFill/>
            <a:prstDash val="solid"/>
          </a:ln>
        </p:spPr>
        <p:txBody>
          <a:bodyPr anchor="t">
            <a:normAutofit/>
          </a:bodyPr>
          <a:lstStyle>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a:pPr algn="l">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a:ext uri="{FF2B5EF4-FFF2-40B4-BE49-F238E27FC236}">
                <a16:creationId xmlns:a16="http://schemas.microsoft.com/office/drawing/2014/main" id="{A587F2CC-4373-4808-BDC3-EB59EAE36477}"/>
              </a:ext>
            </a:extLst>
          </p:cNvPr>
          <p:cNvSpPr>
            <a:spLocks noGrp="1"/>
          </p:cNvSpPr>
          <p:nvPr/>
        </p:nvSpPr>
        <p:spPr>
          <a:xfrm>
            <a:off x="666750" y="5648325"/>
            <a:ext cx="5238750" cy="247650"/>
          </a:xfrm>
          <a:prstGeom prst="rect">
            <a:avLst/>
          </a:prstGeom>
          <a:noFill/>
          <a:ln w="0">
            <a:noFill/>
            <a:prstDash val="solid"/>
          </a:ln>
        </p:spPr>
        <p:txBody>
          <a:bodyPr anchor="t">
            <a:normAutofit fontScale="85417"/>
          </a:bodyPr>
          <a:lstStyle>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a:pPr algn="l">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a:ext uri="{FF2B5EF4-FFF2-40B4-BE49-F238E27FC236}">
                <a16:creationId xmlns:a16="http://schemas.microsoft.com/office/drawing/2014/main" id="{03A7660A-ACAD-4BD4-9D5D-64B6367E89E2}"/>
              </a:ext>
            </a:extLst>
          </p:cNvPr>
          <p:cNvSpPr>
            <a:spLocks noGrp="1"/>
          </p:cNvSpPr>
          <p:nvPr/>
        </p:nvSpPr>
        <p:spPr>
          <a:xfrm>
            <a:off x="666750" y="5962650"/>
            <a:ext cx="10715625" cy="304800"/>
          </a:xfrm>
          <a:prstGeom prst="rect">
            <a:avLst/>
          </a:prstGeom>
          <a:noFill/>
          <a:ln w="0">
            <a:noFill/>
            <a:prstDash val="solid"/>
          </a:ln>
        </p:spPr>
        <p:txBody>
          <a:bodyPr anchor="t">
            <a:normAutofit/>
          </a:bodyPr>
          <a:lstStyle>
            <a:defPPr algn="l">
              <a:defRPr sz="1350" b="1" i="0">
                <a:solidFill>
                  <a:srgbClr val="3FC6D6"/>
                </a:solidFill>
                <a:latin typeface="Arial"/>
                <a:ea typeface="Arial"/>
                <a:cs typeface="Arial"/>
              </a:defRPr>
            </a:defPPr>
            <a:lvl1pPr algn="l">
              <a:defRPr sz="1350" b="1" i="0">
                <a:solidFill>
                  <a:srgbClr val="3FC6D6"/>
                </a:solidFill>
                <a:latin typeface="Arial"/>
                <a:ea typeface="Arial"/>
                <a:cs typeface="Arial"/>
              </a:defRPr>
            </a:lvl1pPr>
            <a:lvl2pPr algn="l">
              <a:defRPr sz="1350" b="1" i="0">
                <a:solidFill>
                  <a:srgbClr val="3FC6D6"/>
                </a:solidFill>
                <a:latin typeface="Arial"/>
                <a:ea typeface="Arial"/>
                <a:cs typeface="Arial"/>
              </a:defRPr>
            </a:lvl2pPr>
            <a:lvl3pPr algn="l">
              <a:defRPr sz="1350" b="1" i="0">
                <a:solidFill>
                  <a:srgbClr val="3FC6D6"/>
                </a:solidFill>
                <a:latin typeface="Arial"/>
                <a:ea typeface="Arial"/>
                <a:cs typeface="Arial"/>
              </a:defRPr>
            </a:lvl3pPr>
            <a:lvl4pPr algn="l">
              <a:defRPr sz="1350" b="1" i="0">
                <a:solidFill>
                  <a:srgbClr val="3FC6D6"/>
                </a:solidFill>
                <a:latin typeface="Arial"/>
                <a:ea typeface="Arial"/>
                <a:cs typeface="Arial"/>
              </a:defRPr>
            </a:lvl4pPr>
            <a:lvl5pPr algn="l">
              <a:defRPr sz="1350" b="1" i="0">
                <a:solidFill>
                  <a:srgbClr val="3FC6D6"/>
                </a:solidFill>
                <a:latin typeface="Arial"/>
                <a:ea typeface="Arial"/>
                <a:cs typeface="Arial"/>
              </a:defRPr>
            </a:lvl5pPr>
            <a:lvl6pPr algn="l">
              <a:defRPr sz="1350" b="1" i="0">
                <a:solidFill>
                  <a:srgbClr val="3FC6D6"/>
                </a:solidFill>
                <a:latin typeface="Arial"/>
                <a:ea typeface="Arial"/>
                <a:cs typeface="Arial"/>
              </a:defRPr>
            </a:lvl6pPr>
            <a:lvl7pPr algn="l">
              <a:defRPr sz="1350" b="1" i="0">
                <a:solidFill>
                  <a:srgbClr val="3FC6D6"/>
                </a:solidFill>
                <a:latin typeface="Arial"/>
                <a:ea typeface="Arial"/>
                <a:cs typeface="Arial"/>
              </a:defRPr>
            </a:lvl7pPr>
            <a:lvl8pPr algn="l">
              <a:defRPr sz="1350" b="1" i="0">
                <a:solidFill>
                  <a:srgbClr val="3FC6D6"/>
                </a:solidFill>
                <a:latin typeface="Arial"/>
                <a:ea typeface="Arial"/>
                <a:cs typeface="Arial"/>
              </a:defRPr>
            </a:lvl8pPr>
            <a:lvl9pPr algn="l">
              <a:defRPr sz="1350" b="1" i="0">
                <a:solidFill>
                  <a:srgbClr val="3FC6D6"/>
                </a:solidFill>
                <a:latin typeface="Arial"/>
                <a:ea typeface="Arial"/>
                <a:cs typeface="Arial"/>
              </a:defRPr>
            </a:lvl9pPr>
          </a:lstStyle>
          <a:p>
            <a:pPr algn="l">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spTree>
    <p:extLst>
      <p:ext uri="{BB962C8B-B14F-4D97-AF65-F5344CB8AC3E}">
        <p14:creationId xmlns:p14="http://schemas.microsoft.com/office/powerpoint/2010/main" val="1053874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BB08FBF-4280-4832-B011-D0DB45279C55}"/>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EBBFAEB6-1A1C-499E-A59C-9BD6E9707EF2}"/>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860B7C69-82DC-48D2-B4BE-AB8C1F03EF09}"/>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a:ext uri="{FF2B5EF4-FFF2-40B4-BE49-F238E27FC236}">
                <a16:creationId xmlns:a16="http://schemas.microsoft.com/office/drawing/2014/main" id="{B28A4BE1-4762-4991-9AC5-857A07A3043E}"/>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a:ext uri="{FF2B5EF4-FFF2-40B4-BE49-F238E27FC236}">
                <a16:creationId xmlns:a16="http://schemas.microsoft.com/office/drawing/2014/main" id="{444036D9-09A9-41A6-8C41-62B94676EA0A}"/>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a:ext uri="{FF2B5EF4-FFF2-40B4-BE49-F238E27FC236}">
                <a16:creationId xmlns:a16="http://schemas.microsoft.com/office/drawing/2014/main" id="{CF08EA3E-2561-45E7-9F1B-54C0039DE115}"/>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Matched structural sensitivity panel</a:t>
            </a:r>
          </a:p>
        </p:txBody>
      </p:sp>
      <p:sp>
        <p:nvSpPr>
          <p:cNvPr id="7" name="Rectangle 6">
            <a:extLst>
              <a:ext uri="{FF2B5EF4-FFF2-40B4-BE49-F238E27FC236}">
                <a16:creationId xmlns:a16="http://schemas.microsoft.com/office/drawing/2014/main" id="{6D7E2D04-774D-4D92-84A4-4635E7CC2D5B}"/>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graphicFrame>
        <p:nvGraphicFramePr>
          <p:cNvPr id="8" name="Chart">
            <a:extLst>
              <a:ext uri="{FF2B5EF4-FFF2-40B4-BE49-F238E27FC236}">
                <a16:creationId xmlns:a16="http://schemas.microsoft.com/office/drawing/2014/main" id="{20A651AB-A052-4C1D-ADCA-C543D1947D9B}"/>
              </a:ext>
            </a:extLst>
          </p:cNvPr>
          <p:cNvGraphicFramePr/>
          <p:nvPr/>
        </p:nvGraphicFramePr>
        <p:xfrm>
          <a:off x="542925" y="1571625"/>
          <a:ext cx="110871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DB6C2F33-255E-429F-839C-E7DD037381CF}"/>
              </a:ext>
            </a:extLst>
          </p:cNvPr>
          <p:cNvSpPr>
            <a:spLocks noGrp="1"/>
          </p:cNvSpPr>
          <p:nvPr/>
        </p:nvSpPr>
        <p:spPr>
          <a:xfrm>
            <a:off x="695325" y="5600700"/>
            <a:ext cx="1143000" cy="190500"/>
          </a:xfrm>
          <a:prstGeom prst="rect">
            <a:avLst/>
          </a:prstGeom>
          <a:noFill/>
          <a:ln w="0">
            <a:noFill/>
            <a:prstDash val="solid"/>
          </a:ln>
        </p:spPr>
        <p:txBody>
          <a:bodyPr anchor="t">
            <a:normAutofit fontScale="72222"/>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a:ext uri="{FF2B5EF4-FFF2-40B4-BE49-F238E27FC236}">
                <a16:creationId xmlns:a16="http://schemas.microsoft.com/office/drawing/2014/main" id="{EA51E8CB-A2A6-4D8C-9460-5C3E2933161F}"/>
              </a:ext>
            </a:extLst>
          </p:cNvPr>
          <p:cNvSpPr>
            <a:spLocks noGrp="1"/>
          </p:cNvSpPr>
          <p:nvPr/>
        </p:nvSpPr>
        <p:spPr>
          <a:xfrm>
            <a:off x="695325" y="5819775"/>
            <a:ext cx="1714500" cy="323850"/>
          </a:xfrm>
          <a:prstGeom prst="rect">
            <a:avLst/>
          </a:prstGeom>
          <a:noFill/>
          <a:ln w="0">
            <a:noFill/>
            <a:prstDash val="solid"/>
          </a:ln>
        </p:spPr>
        <p:txBody>
          <a:bodyPr anchor="t">
            <a:normAutofit fontScale="84722"/>
          </a:bodyPr>
          <a:lstStyle>
            <a:defPPr algn="l">
              <a:defRPr sz="1800" b="1" i="0">
                <a:solidFill>
                  <a:srgbClr val="E84AAB"/>
                </a:solidFill>
                <a:latin typeface="Arial"/>
                <a:ea typeface="Arial"/>
                <a:cs typeface="Arial"/>
              </a:defRPr>
            </a:defPPr>
            <a:lvl1pPr algn="l">
              <a:defRPr sz="1800" b="1" i="0">
                <a:solidFill>
                  <a:srgbClr val="E84AAB"/>
                </a:solidFill>
                <a:latin typeface="Arial"/>
                <a:ea typeface="Arial"/>
                <a:cs typeface="Arial"/>
              </a:defRPr>
            </a:lvl1pPr>
            <a:lvl2pPr algn="l">
              <a:defRPr sz="1800" b="1" i="0">
                <a:solidFill>
                  <a:srgbClr val="E84AAB"/>
                </a:solidFill>
                <a:latin typeface="Arial"/>
                <a:ea typeface="Arial"/>
                <a:cs typeface="Arial"/>
              </a:defRPr>
            </a:lvl2pPr>
            <a:lvl3pPr algn="l">
              <a:defRPr sz="1800" b="1" i="0">
                <a:solidFill>
                  <a:srgbClr val="E84AAB"/>
                </a:solidFill>
                <a:latin typeface="Arial"/>
                <a:ea typeface="Arial"/>
                <a:cs typeface="Arial"/>
              </a:defRPr>
            </a:lvl3pPr>
            <a:lvl4pPr algn="l">
              <a:defRPr sz="1800" b="1" i="0">
                <a:solidFill>
                  <a:srgbClr val="E84AAB"/>
                </a:solidFill>
                <a:latin typeface="Arial"/>
                <a:ea typeface="Arial"/>
                <a:cs typeface="Arial"/>
              </a:defRPr>
            </a:lvl4pPr>
            <a:lvl5pPr algn="l">
              <a:defRPr sz="1800" b="1" i="0">
                <a:solidFill>
                  <a:srgbClr val="E84AAB"/>
                </a:solidFill>
                <a:latin typeface="Arial"/>
                <a:ea typeface="Arial"/>
                <a:cs typeface="Arial"/>
              </a:defRPr>
            </a:lvl5pPr>
            <a:lvl6pPr algn="l">
              <a:defRPr sz="1800" b="1" i="0">
                <a:solidFill>
                  <a:srgbClr val="E84AAB"/>
                </a:solidFill>
                <a:latin typeface="Arial"/>
                <a:ea typeface="Arial"/>
                <a:cs typeface="Arial"/>
              </a:defRPr>
            </a:lvl6pPr>
            <a:lvl7pPr algn="l">
              <a:defRPr sz="1800" b="1" i="0">
                <a:solidFill>
                  <a:srgbClr val="E84AAB"/>
                </a:solidFill>
                <a:latin typeface="Arial"/>
                <a:ea typeface="Arial"/>
                <a:cs typeface="Arial"/>
              </a:defRPr>
            </a:lvl7pPr>
            <a:lvl8pPr algn="l">
              <a:defRPr sz="1800" b="1" i="0">
                <a:solidFill>
                  <a:srgbClr val="E84AAB"/>
                </a:solidFill>
                <a:latin typeface="Arial"/>
                <a:ea typeface="Arial"/>
                <a:cs typeface="Arial"/>
              </a:defRPr>
            </a:lvl8pPr>
            <a:lvl9pPr algn="l">
              <a:defRPr sz="1800" b="1" i="0">
                <a:solidFill>
                  <a:srgbClr val="E84AAB"/>
                </a:solidFill>
                <a:latin typeface="Arial"/>
                <a:ea typeface="Arial"/>
                <a:cs typeface="Arial"/>
              </a:defRPr>
            </a:lvl9pPr>
          </a:lstStyle>
          <a:p>
            <a:pPr algn="l">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a:ext uri="{FF2B5EF4-FFF2-40B4-BE49-F238E27FC236}">
                <a16:creationId xmlns:a16="http://schemas.microsoft.com/office/drawing/2014/main" id="{2D2896BA-EC1B-4C42-9A67-9C3758B54753}"/>
              </a:ext>
            </a:extLst>
          </p:cNvPr>
          <p:cNvSpPr>
            <a:spLocks noGrp="1"/>
          </p:cNvSpPr>
          <p:nvPr/>
        </p:nvSpPr>
        <p:spPr>
          <a:xfrm>
            <a:off x="3143250" y="5600700"/>
            <a:ext cx="2000250" cy="190500"/>
          </a:xfrm>
          <a:prstGeom prst="rect">
            <a:avLst/>
          </a:prstGeom>
          <a:noFill/>
          <a:ln w="0">
            <a:noFill/>
            <a:prstDash val="solid"/>
          </a:ln>
        </p:spPr>
        <p:txBody>
          <a:bodyPr anchor="t">
            <a:normAutofit fontScale="72222"/>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a:ext uri="{FF2B5EF4-FFF2-40B4-BE49-F238E27FC236}">
                <a16:creationId xmlns:a16="http://schemas.microsoft.com/office/drawing/2014/main" id="{B4F9C17D-40F4-414A-9041-970EB8266F63}"/>
              </a:ext>
            </a:extLst>
          </p:cNvPr>
          <p:cNvSpPr>
            <a:spLocks noGrp="1"/>
          </p:cNvSpPr>
          <p:nvPr/>
        </p:nvSpPr>
        <p:spPr>
          <a:xfrm>
            <a:off x="3143250" y="5819775"/>
            <a:ext cx="2190750" cy="323850"/>
          </a:xfrm>
          <a:prstGeom prst="rect">
            <a:avLst/>
          </a:prstGeom>
          <a:noFill/>
          <a:ln w="0">
            <a:noFill/>
            <a:prstDash val="solid"/>
          </a:ln>
        </p:spPr>
        <p:txBody>
          <a:bodyPr anchor="t">
            <a:normAutofit fontScale="84722"/>
          </a:bodyPr>
          <a:lstStyle>
            <a:defPPr algn="l">
              <a:defRPr sz="1800" b="1" i="0">
                <a:solidFill>
                  <a:srgbClr val="E46760"/>
                </a:solidFill>
                <a:latin typeface="Arial"/>
                <a:ea typeface="Arial"/>
                <a:cs typeface="Arial"/>
              </a:defRPr>
            </a:defPPr>
            <a:lvl1pPr algn="l">
              <a:defRPr sz="1800" b="1" i="0">
                <a:solidFill>
                  <a:srgbClr val="E46760"/>
                </a:solidFill>
                <a:latin typeface="Arial"/>
                <a:ea typeface="Arial"/>
                <a:cs typeface="Arial"/>
              </a:defRPr>
            </a:lvl1pPr>
            <a:lvl2pPr algn="l">
              <a:defRPr sz="1800" b="1" i="0">
                <a:solidFill>
                  <a:srgbClr val="E46760"/>
                </a:solidFill>
                <a:latin typeface="Arial"/>
                <a:ea typeface="Arial"/>
                <a:cs typeface="Arial"/>
              </a:defRPr>
            </a:lvl2pPr>
            <a:lvl3pPr algn="l">
              <a:defRPr sz="1800" b="1" i="0">
                <a:solidFill>
                  <a:srgbClr val="E46760"/>
                </a:solidFill>
                <a:latin typeface="Arial"/>
                <a:ea typeface="Arial"/>
                <a:cs typeface="Arial"/>
              </a:defRPr>
            </a:lvl3pPr>
            <a:lvl4pPr algn="l">
              <a:defRPr sz="1800" b="1" i="0">
                <a:solidFill>
                  <a:srgbClr val="E46760"/>
                </a:solidFill>
                <a:latin typeface="Arial"/>
                <a:ea typeface="Arial"/>
                <a:cs typeface="Arial"/>
              </a:defRPr>
            </a:lvl4pPr>
            <a:lvl5pPr algn="l">
              <a:defRPr sz="1800" b="1" i="0">
                <a:solidFill>
                  <a:srgbClr val="E46760"/>
                </a:solidFill>
                <a:latin typeface="Arial"/>
                <a:ea typeface="Arial"/>
                <a:cs typeface="Arial"/>
              </a:defRPr>
            </a:lvl5pPr>
            <a:lvl6pPr algn="l">
              <a:defRPr sz="1800" b="1" i="0">
                <a:solidFill>
                  <a:srgbClr val="E46760"/>
                </a:solidFill>
                <a:latin typeface="Arial"/>
                <a:ea typeface="Arial"/>
                <a:cs typeface="Arial"/>
              </a:defRPr>
            </a:lvl6pPr>
            <a:lvl7pPr algn="l">
              <a:defRPr sz="1800" b="1" i="0">
                <a:solidFill>
                  <a:srgbClr val="E46760"/>
                </a:solidFill>
                <a:latin typeface="Arial"/>
                <a:ea typeface="Arial"/>
                <a:cs typeface="Arial"/>
              </a:defRPr>
            </a:lvl7pPr>
            <a:lvl8pPr algn="l">
              <a:defRPr sz="1800" b="1" i="0">
                <a:solidFill>
                  <a:srgbClr val="E46760"/>
                </a:solidFill>
                <a:latin typeface="Arial"/>
                <a:ea typeface="Arial"/>
                <a:cs typeface="Arial"/>
              </a:defRPr>
            </a:lvl8pPr>
            <a:lvl9pPr algn="l">
              <a:defRPr sz="1800" b="1" i="0">
                <a:solidFill>
                  <a:srgbClr val="E46760"/>
                </a:solidFill>
                <a:latin typeface="Arial"/>
                <a:ea typeface="Arial"/>
                <a:cs typeface="Arial"/>
              </a:defRPr>
            </a:lvl9pPr>
          </a:lstStyle>
          <a:p>
            <a:pPr algn="l">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a:ext uri="{FF2B5EF4-FFF2-40B4-BE49-F238E27FC236}">
                <a16:creationId xmlns:a16="http://schemas.microsoft.com/office/drawing/2014/main" id="{65D6A56A-F976-403C-B11E-BDD2531C8C39}"/>
              </a:ext>
            </a:extLst>
          </p:cNvPr>
          <p:cNvSpPr>
            <a:spLocks noGrp="1"/>
          </p:cNvSpPr>
          <p:nvPr/>
        </p:nvSpPr>
        <p:spPr>
          <a:xfrm>
            <a:off x="6086475" y="5695950"/>
            <a:ext cx="5143500" cy="495300"/>
          </a:xfrm>
          <a:prstGeom prst="rect">
            <a:avLst/>
          </a:prstGeom>
          <a:noFill/>
          <a:ln w="0">
            <a:noFill/>
            <a:prstDash val="solid"/>
          </a:ln>
        </p:spPr>
        <p:txBody>
          <a:bodyPr anchor="t">
            <a:normAutofit/>
          </a:bodyPr>
          <a:lstStyle>
            <a:defPPr algn="r">
              <a:defRPr sz="1275" b="1" i="0">
                <a:solidFill>
                  <a:srgbClr val="F4F7F5"/>
                </a:solidFill>
                <a:latin typeface="Arial"/>
                <a:ea typeface="Arial"/>
                <a:cs typeface="Arial"/>
              </a:defRPr>
            </a:defPPr>
            <a:lvl1pPr algn="r">
              <a:defRPr sz="1275" b="1" i="0">
                <a:solidFill>
                  <a:srgbClr val="F4F7F5"/>
                </a:solidFill>
                <a:latin typeface="Arial"/>
                <a:ea typeface="Arial"/>
                <a:cs typeface="Arial"/>
              </a:defRPr>
            </a:lvl1pPr>
            <a:lvl2pPr algn="r">
              <a:defRPr sz="1275" b="1" i="0">
                <a:solidFill>
                  <a:srgbClr val="F4F7F5"/>
                </a:solidFill>
                <a:latin typeface="Arial"/>
                <a:ea typeface="Arial"/>
                <a:cs typeface="Arial"/>
              </a:defRPr>
            </a:lvl2pPr>
            <a:lvl3pPr algn="r">
              <a:defRPr sz="1275" b="1" i="0">
                <a:solidFill>
                  <a:srgbClr val="F4F7F5"/>
                </a:solidFill>
                <a:latin typeface="Arial"/>
                <a:ea typeface="Arial"/>
                <a:cs typeface="Arial"/>
              </a:defRPr>
            </a:lvl3pPr>
            <a:lvl4pPr algn="r">
              <a:defRPr sz="1275" b="1" i="0">
                <a:solidFill>
                  <a:srgbClr val="F4F7F5"/>
                </a:solidFill>
                <a:latin typeface="Arial"/>
                <a:ea typeface="Arial"/>
                <a:cs typeface="Arial"/>
              </a:defRPr>
            </a:lvl4pPr>
            <a:lvl5pPr algn="r">
              <a:defRPr sz="1275" b="1" i="0">
                <a:solidFill>
                  <a:srgbClr val="F4F7F5"/>
                </a:solidFill>
                <a:latin typeface="Arial"/>
                <a:ea typeface="Arial"/>
                <a:cs typeface="Arial"/>
              </a:defRPr>
            </a:lvl5pPr>
            <a:lvl6pPr algn="r">
              <a:defRPr sz="1275" b="1" i="0">
                <a:solidFill>
                  <a:srgbClr val="F4F7F5"/>
                </a:solidFill>
                <a:latin typeface="Arial"/>
                <a:ea typeface="Arial"/>
                <a:cs typeface="Arial"/>
              </a:defRPr>
            </a:lvl6pPr>
            <a:lvl7pPr algn="r">
              <a:defRPr sz="1275" b="1" i="0">
                <a:solidFill>
                  <a:srgbClr val="F4F7F5"/>
                </a:solidFill>
                <a:latin typeface="Arial"/>
                <a:ea typeface="Arial"/>
                <a:cs typeface="Arial"/>
              </a:defRPr>
            </a:lvl7pPr>
            <a:lvl8pPr algn="r">
              <a:defRPr sz="1275" b="1" i="0">
                <a:solidFill>
                  <a:srgbClr val="F4F7F5"/>
                </a:solidFill>
                <a:latin typeface="Arial"/>
                <a:ea typeface="Arial"/>
                <a:cs typeface="Arial"/>
              </a:defRPr>
            </a:lvl8pPr>
            <a:lvl9pPr algn="r">
              <a:defRPr sz="1275" b="1" i="0">
                <a:solidFill>
                  <a:srgbClr val="F4F7F5"/>
                </a:solidFill>
                <a:latin typeface="Arial"/>
                <a:ea typeface="Arial"/>
                <a:cs typeface="Arial"/>
              </a:defRPr>
            </a:lvl9pPr>
          </a:lstStyle>
          <a:p>
            <a:pPr algn="r">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spTree>
    <p:extLst>
      <p:ext uri="{BB962C8B-B14F-4D97-AF65-F5344CB8AC3E}">
        <p14:creationId xmlns:p14="http://schemas.microsoft.com/office/powerpoint/2010/main" val="1363104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67D01EE-5B86-4D7A-BF1C-62BD584DAA15}"/>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B3C1702F-F43E-4197-80E2-E8A29A2ACFF8}"/>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D868D6B5-4101-4BB7-BF94-D7505965512E}"/>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a:ext uri="{FF2B5EF4-FFF2-40B4-BE49-F238E27FC236}">
                <a16:creationId xmlns:a16="http://schemas.microsoft.com/office/drawing/2014/main" id="{CF185C58-8D7D-4F71-B4AB-B60249EE2B08}"/>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a:ext uri="{FF2B5EF4-FFF2-40B4-BE49-F238E27FC236}">
                <a16:creationId xmlns:a16="http://schemas.microsoft.com/office/drawing/2014/main" id="{85D3ECDA-F961-41FE-B5F5-10A880FBD369}"/>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a:ext uri="{FF2B5EF4-FFF2-40B4-BE49-F238E27FC236}">
                <a16:creationId xmlns:a16="http://schemas.microsoft.com/office/drawing/2014/main" id="{6A450260-CBCD-4F68-956E-9CEDBB1DBD88}"/>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a:ext uri="{FF2B5EF4-FFF2-40B4-BE49-F238E27FC236}">
                <a16:creationId xmlns:a16="http://schemas.microsoft.com/office/drawing/2014/main" id="{B59418AE-6256-4F02-B4CE-5572E0E29AE0}"/>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a:ext uri="{FF2B5EF4-FFF2-40B4-BE49-F238E27FC236}">
                <a16:creationId xmlns:a16="http://schemas.microsoft.com/office/drawing/2014/main" id="{99B082E3-3FA5-4533-A6AC-69652650F9B4}"/>
              </a:ext>
            </a:extLst>
          </p:cNvPr>
          <p:cNvSpPr>
            <a:spLocks noGrp="1"/>
          </p:cNvSpPr>
          <p:nvPr/>
        </p:nvSpPr>
        <p:spPr>
          <a:xfrm>
            <a:off x="619125" y="1790700"/>
            <a:ext cx="2095500" cy="323850"/>
          </a:xfrm>
          <a:prstGeom prst="rect">
            <a:avLst/>
          </a:prstGeom>
          <a:noFill/>
          <a:ln w="0">
            <a:noFill/>
            <a:prstDash val="solid"/>
          </a:ln>
        </p:spPr>
        <p:txBody>
          <a:bodyPr anchor="t">
            <a:normAutofit fontScale="88406"/>
          </a:bodyPr>
          <a:lstStyle>
            <a:defPPr algn="l">
              <a:defRPr sz="1725" b="1" i="0">
                <a:solidFill>
                  <a:srgbClr val="E84AAB"/>
                </a:solidFill>
                <a:latin typeface="Arial"/>
                <a:ea typeface="Arial"/>
                <a:cs typeface="Arial"/>
              </a:defRPr>
            </a:defPPr>
            <a:lvl1pPr algn="l">
              <a:defRPr sz="1725" b="1" i="0">
                <a:solidFill>
                  <a:srgbClr val="E84AAB"/>
                </a:solidFill>
                <a:latin typeface="Arial"/>
                <a:ea typeface="Arial"/>
                <a:cs typeface="Arial"/>
              </a:defRPr>
            </a:lvl1pPr>
            <a:lvl2pPr algn="l">
              <a:defRPr sz="1725" b="1" i="0">
                <a:solidFill>
                  <a:srgbClr val="E84AAB"/>
                </a:solidFill>
                <a:latin typeface="Arial"/>
                <a:ea typeface="Arial"/>
                <a:cs typeface="Arial"/>
              </a:defRPr>
            </a:lvl2pPr>
            <a:lvl3pPr algn="l">
              <a:defRPr sz="1725" b="1" i="0">
                <a:solidFill>
                  <a:srgbClr val="E84AAB"/>
                </a:solidFill>
                <a:latin typeface="Arial"/>
                <a:ea typeface="Arial"/>
                <a:cs typeface="Arial"/>
              </a:defRPr>
            </a:lvl3pPr>
            <a:lvl4pPr algn="l">
              <a:defRPr sz="1725" b="1" i="0">
                <a:solidFill>
                  <a:srgbClr val="E84AAB"/>
                </a:solidFill>
                <a:latin typeface="Arial"/>
                <a:ea typeface="Arial"/>
                <a:cs typeface="Arial"/>
              </a:defRPr>
            </a:lvl4pPr>
            <a:lvl5pPr algn="l">
              <a:defRPr sz="1725" b="1" i="0">
                <a:solidFill>
                  <a:srgbClr val="E84AAB"/>
                </a:solidFill>
                <a:latin typeface="Arial"/>
                <a:ea typeface="Arial"/>
                <a:cs typeface="Arial"/>
              </a:defRPr>
            </a:lvl5pPr>
            <a:lvl6pPr algn="l">
              <a:defRPr sz="1725" b="1" i="0">
                <a:solidFill>
                  <a:srgbClr val="E84AAB"/>
                </a:solidFill>
                <a:latin typeface="Arial"/>
                <a:ea typeface="Arial"/>
                <a:cs typeface="Arial"/>
              </a:defRPr>
            </a:lvl6pPr>
            <a:lvl7pPr algn="l">
              <a:defRPr sz="1725" b="1" i="0">
                <a:solidFill>
                  <a:srgbClr val="E84AAB"/>
                </a:solidFill>
                <a:latin typeface="Arial"/>
                <a:ea typeface="Arial"/>
                <a:cs typeface="Arial"/>
              </a:defRPr>
            </a:lvl7pPr>
            <a:lvl8pPr algn="l">
              <a:defRPr sz="1725" b="1" i="0">
                <a:solidFill>
                  <a:srgbClr val="E84AAB"/>
                </a:solidFill>
                <a:latin typeface="Arial"/>
                <a:ea typeface="Arial"/>
                <a:cs typeface="Arial"/>
              </a:defRPr>
            </a:lvl8pPr>
            <a:lvl9pPr algn="l">
              <a:defRPr sz="1725" b="1" i="0">
                <a:solidFill>
                  <a:srgbClr val="E84AAB"/>
                </a:solidFill>
                <a:latin typeface="Arial"/>
                <a:ea typeface="Arial"/>
                <a:cs typeface="Arial"/>
              </a:defRPr>
            </a:lvl9pPr>
          </a:lstStyle>
          <a:p>
            <a:pPr algn="l">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a:ext uri="{FF2B5EF4-FFF2-40B4-BE49-F238E27FC236}">
                <a16:creationId xmlns:a16="http://schemas.microsoft.com/office/drawing/2014/main" id="{F4C425DD-7FCA-44A1-8B13-98EE86E3F0C8}"/>
              </a:ext>
            </a:extLst>
          </p:cNvPr>
          <p:cNvSpPr>
            <a:spLocks noGrp="1"/>
          </p:cNvSpPr>
          <p:nvPr/>
        </p:nvSpPr>
        <p:spPr>
          <a:xfrm>
            <a:off x="2857500" y="1781175"/>
            <a:ext cx="3667125" cy="323850"/>
          </a:xfrm>
          <a:prstGeom prst="rect">
            <a:avLst/>
          </a:prstGeom>
          <a:noFill/>
          <a:ln w="0">
            <a:noFill/>
            <a:prstDash val="solid"/>
          </a:ln>
        </p:spPr>
        <p:txBody>
          <a:bodyPr anchor="t">
            <a:normAutofit fontScale="89118"/>
          </a:bodyPr>
          <a:lstStyle>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a:pPr algn="l">
              <a:defRPr sz="1425" b="1" i="0">
                <a:solidFill>
                  <a:srgbClr val="F4F7F5"/>
                </a:solidFill>
                <a:latin typeface="Arial"/>
                <a:ea typeface="Arial"/>
                <a:cs typeface="Arial"/>
              </a:defRPr>
            </a:pPr>
            <a:r>
              <a:rPr sz="1425" b="1" i="0">
                <a:solidFill>
                  <a:srgbClr val="F4F7F5"/>
                </a:solidFill>
                <a:latin typeface="Arial"/>
                <a:ea typeface="Arial"/>
                <a:cs typeface="Arial"/>
              </a:rPr>
              <a:t>142-aa public acceptance + 7-construct panel</a:t>
            </a:r>
          </a:p>
        </p:txBody>
      </p:sp>
      <p:sp>
        <p:nvSpPr>
          <p:cNvPr id="10" name="Rectangle 9">
            <a:extLst>
              <a:ext uri="{FF2B5EF4-FFF2-40B4-BE49-F238E27FC236}">
                <a16:creationId xmlns:a16="http://schemas.microsoft.com/office/drawing/2014/main" id="{08F2FE3D-8033-458B-A8F0-51C59554CBF9}"/>
              </a:ext>
            </a:extLst>
          </p:cNvPr>
          <p:cNvSpPr>
            <a:spLocks noGrp="1"/>
          </p:cNvSpPr>
          <p:nvPr/>
        </p:nvSpPr>
        <p:spPr>
          <a:xfrm>
            <a:off x="6667500" y="1781175"/>
            <a:ext cx="2714625" cy="3238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35 rankable models</a:t>
            </a:r>
          </a:p>
        </p:txBody>
      </p:sp>
      <p:sp>
        <p:nvSpPr>
          <p:cNvPr id="11" name="Rectangle: Rounded Corners 10">
            <a:extLst>
              <a:ext uri="{FF2B5EF4-FFF2-40B4-BE49-F238E27FC236}">
                <a16:creationId xmlns:a16="http://schemas.microsoft.com/office/drawing/2014/main" id="{39F69E51-68B7-4FA2-9999-9C11B1F9BA14}"/>
              </a:ext>
            </a:extLst>
          </p:cNvPr>
          <p:cNvSpPr>
            <a:spLocks noGrp="1"/>
          </p:cNvSpPr>
          <p:nvPr/>
        </p:nvSpPr>
        <p:spPr>
          <a:xfrm>
            <a:off x="9525000" y="1752600"/>
            <a:ext cx="2000250" cy="285750"/>
          </a:xfrm>
          <a:prstGeom prst="roundRect">
            <a:avLst>
              <a:gd name="adj" fmla="val 26667"/>
            </a:avLst>
          </a:prstGeom>
          <a:solidFill>
            <a:srgbClr val="102720"/>
          </a:solidFill>
          <a:ln w="9525">
            <a:solidFill>
              <a:srgbClr val="AFC0B8"/>
            </a:solidFill>
            <a:prstDash val="solid"/>
          </a:ln>
        </p:spPr>
        <p:txBody>
          <a:bodyPr anchor="ctr">
            <a:normAutofit/>
          </a:bodyPr>
          <a:lstStyle>
            <a:defPPr algn="ctr">
              <a:defRPr sz="900" b="1">
                <a:solidFill>
                  <a:srgbClr val="AFC0B8"/>
                </a:solidFill>
                <a:latin typeface="Arial"/>
                <a:ea typeface="Arial"/>
                <a:cs typeface="Arial"/>
              </a:defRPr>
            </a:defPPr>
            <a:lvl1pPr algn="ctr">
              <a:defRPr sz="900" b="1">
                <a:solidFill>
                  <a:srgbClr val="AFC0B8"/>
                </a:solidFill>
                <a:latin typeface="Arial"/>
                <a:ea typeface="Arial"/>
                <a:cs typeface="Arial"/>
              </a:defRPr>
            </a:lvl1pPr>
            <a:lvl2pPr algn="ctr">
              <a:defRPr sz="900" b="1">
                <a:solidFill>
                  <a:srgbClr val="AFC0B8"/>
                </a:solidFill>
                <a:latin typeface="Arial"/>
                <a:ea typeface="Arial"/>
                <a:cs typeface="Arial"/>
              </a:defRPr>
            </a:lvl2pPr>
            <a:lvl3pPr algn="ctr">
              <a:defRPr sz="900" b="1">
                <a:solidFill>
                  <a:srgbClr val="AFC0B8"/>
                </a:solidFill>
                <a:latin typeface="Arial"/>
                <a:ea typeface="Arial"/>
                <a:cs typeface="Arial"/>
              </a:defRPr>
            </a:lvl3pPr>
            <a:lvl4pPr algn="ctr">
              <a:defRPr sz="900" b="1">
                <a:solidFill>
                  <a:srgbClr val="AFC0B8"/>
                </a:solidFill>
                <a:latin typeface="Arial"/>
                <a:ea typeface="Arial"/>
                <a:cs typeface="Arial"/>
              </a:defRPr>
            </a:lvl4pPr>
            <a:lvl5pPr algn="ctr">
              <a:defRPr sz="900" b="1">
                <a:solidFill>
                  <a:srgbClr val="AFC0B8"/>
                </a:solidFill>
                <a:latin typeface="Arial"/>
                <a:ea typeface="Arial"/>
                <a:cs typeface="Arial"/>
              </a:defRPr>
            </a:lvl5pPr>
            <a:lvl6pPr algn="ctr">
              <a:defRPr sz="900" b="1">
                <a:solidFill>
                  <a:srgbClr val="AFC0B8"/>
                </a:solidFill>
                <a:latin typeface="Arial"/>
                <a:ea typeface="Arial"/>
                <a:cs typeface="Arial"/>
              </a:defRPr>
            </a:lvl6pPr>
            <a:lvl7pPr algn="ctr">
              <a:defRPr sz="900" b="1">
                <a:solidFill>
                  <a:srgbClr val="AFC0B8"/>
                </a:solidFill>
                <a:latin typeface="Arial"/>
                <a:ea typeface="Arial"/>
                <a:cs typeface="Arial"/>
              </a:defRPr>
            </a:lvl7pPr>
            <a:lvl8pPr algn="ctr">
              <a:defRPr sz="900" b="1">
                <a:solidFill>
                  <a:srgbClr val="AFC0B8"/>
                </a:solidFill>
                <a:latin typeface="Arial"/>
                <a:ea typeface="Arial"/>
                <a:cs typeface="Arial"/>
              </a:defRPr>
            </a:lvl8pPr>
            <a:lvl9pPr algn="ctr">
              <a:defRPr sz="900" b="1">
                <a:solidFill>
                  <a:srgbClr val="AFC0B8"/>
                </a:solidFill>
                <a:latin typeface="Arial"/>
                <a:ea typeface="Arial"/>
                <a:cs typeface="Arial"/>
              </a:defRPr>
            </a:lvl9pPr>
          </a:lstStyle>
          <a:p>
            <a:pPr algn="ctr">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a:ext uri="{FF2B5EF4-FFF2-40B4-BE49-F238E27FC236}">
                <a16:creationId xmlns:a16="http://schemas.microsoft.com/office/drawing/2014/main" id="{DFF01F92-063F-4EC7-8180-C600AC12FA43}"/>
              </a:ext>
            </a:extLst>
          </p:cNvPr>
          <p:cNvSpPr>
            <a:spLocks noGrp="1"/>
          </p:cNvSpPr>
          <p:nvPr/>
        </p:nvSpPr>
        <p:spPr>
          <a:xfrm>
            <a:off x="619125" y="2400300"/>
            <a:ext cx="10906125" cy="0"/>
          </a:xfrm>
          <a:prstGeom prst="line">
            <a:avLst/>
          </a:prstGeom>
          <a:noFill/>
          <a:ln w="9525">
            <a:solidFill>
              <a:srgbClr val="29433A"/>
            </a:solidFill>
            <a:prstDash val="solid"/>
          </a:ln>
        </p:spPr>
      </p:sp>
      <p:sp>
        <p:nvSpPr>
          <p:cNvPr id="13" name="Rectangle 12">
            <a:extLst>
              <a:ext uri="{FF2B5EF4-FFF2-40B4-BE49-F238E27FC236}">
                <a16:creationId xmlns:a16="http://schemas.microsoft.com/office/drawing/2014/main" id="{99DA4518-C191-4E5D-9F57-7B0ACA42AE4D}"/>
              </a:ext>
            </a:extLst>
          </p:cNvPr>
          <p:cNvSpPr>
            <a:spLocks noGrp="1"/>
          </p:cNvSpPr>
          <p:nvPr/>
        </p:nvSpPr>
        <p:spPr>
          <a:xfrm>
            <a:off x="619125" y="2743200"/>
            <a:ext cx="2095500" cy="323850"/>
          </a:xfrm>
          <a:prstGeom prst="rect">
            <a:avLst/>
          </a:prstGeom>
          <a:noFill/>
          <a:ln w="0">
            <a:noFill/>
            <a:prstDash val="solid"/>
          </a:ln>
        </p:spPr>
        <p:txBody>
          <a:bodyPr anchor="t">
            <a:normAutofit fontScale="88406"/>
          </a:bodyPr>
          <a:lstStyle>
            <a:defPPr algn="l">
              <a:defRPr sz="1725" b="1" i="0">
                <a:solidFill>
                  <a:srgbClr val="3FC6D6"/>
                </a:solidFill>
                <a:latin typeface="Arial"/>
                <a:ea typeface="Arial"/>
                <a:cs typeface="Arial"/>
              </a:defRPr>
            </a:defPPr>
            <a:lvl1pPr algn="l">
              <a:defRPr sz="1725" b="1" i="0">
                <a:solidFill>
                  <a:srgbClr val="3FC6D6"/>
                </a:solidFill>
                <a:latin typeface="Arial"/>
                <a:ea typeface="Arial"/>
                <a:cs typeface="Arial"/>
              </a:defRPr>
            </a:lvl1pPr>
            <a:lvl2pPr algn="l">
              <a:defRPr sz="1725" b="1" i="0">
                <a:solidFill>
                  <a:srgbClr val="3FC6D6"/>
                </a:solidFill>
                <a:latin typeface="Arial"/>
                <a:ea typeface="Arial"/>
                <a:cs typeface="Arial"/>
              </a:defRPr>
            </a:lvl2pPr>
            <a:lvl3pPr algn="l">
              <a:defRPr sz="1725" b="1" i="0">
                <a:solidFill>
                  <a:srgbClr val="3FC6D6"/>
                </a:solidFill>
                <a:latin typeface="Arial"/>
                <a:ea typeface="Arial"/>
                <a:cs typeface="Arial"/>
              </a:defRPr>
            </a:lvl3pPr>
            <a:lvl4pPr algn="l">
              <a:defRPr sz="1725" b="1" i="0">
                <a:solidFill>
                  <a:srgbClr val="3FC6D6"/>
                </a:solidFill>
                <a:latin typeface="Arial"/>
                <a:ea typeface="Arial"/>
                <a:cs typeface="Arial"/>
              </a:defRPr>
            </a:lvl4pPr>
            <a:lvl5pPr algn="l">
              <a:defRPr sz="1725" b="1" i="0">
                <a:solidFill>
                  <a:srgbClr val="3FC6D6"/>
                </a:solidFill>
                <a:latin typeface="Arial"/>
                <a:ea typeface="Arial"/>
                <a:cs typeface="Arial"/>
              </a:defRPr>
            </a:lvl5pPr>
            <a:lvl6pPr algn="l">
              <a:defRPr sz="1725" b="1" i="0">
                <a:solidFill>
                  <a:srgbClr val="3FC6D6"/>
                </a:solidFill>
                <a:latin typeface="Arial"/>
                <a:ea typeface="Arial"/>
                <a:cs typeface="Arial"/>
              </a:defRPr>
            </a:lvl6pPr>
            <a:lvl7pPr algn="l">
              <a:defRPr sz="1725" b="1" i="0">
                <a:solidFill>
                  <a:srgbClr val="3FC6D6"/>
                </a:solidFill>
                <a:latin typeface="Arial"/>
                <a:ea typeface="Arial"/>
                <a:cs typeface="Arial"/>
              </a:defRPr>
            </a:lvl7pPr>
            <a:lvl8pPr algn="l">
              <a:defRPr sz="1725" b="1" i="0">
                <a:solidFill>
                  <a:srgbClr val="3FC6D6"/>
                </a:solidFill>
                <a:latin typeface="Arial"/>
                <a:ea typeface="Arial"/>
                <a:cs typeface="Arial"/>
              </a:defRPr>
            </a:lvl8pPr>
            <a:lvl9pPr algn="l">
              <a:defRPr sz="1725" b="1" i="0">
                <a:solidFill>
                  <a:srgbClr val="3FC6D6"/>
                </a:solidFill>
                <a:latin typeface="Arial"/>
                <a:ea typeface="Arial"/>
                <a:cs typeface="Arial"/>
              </a:defRPr>
            </a:lvl9pPr>
          </a:lstStyle>
          <a:p>
            <a:pPr algn="l">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a:ext uri="{FF2B5EF4-FFF2-40B4-BE49-F238E27FC236}">
                <a16:creationId xmlns:a16="http://schemas.microsoft.com/office/drawing/2014/main" id="{BA80C184-864A-498E-9DE5-47EA56D0900D}"/>
              </a:ext>
            </a:extLst>
          </p:cNvPr>
          <p:cNvSpPr>
            <a:spLocks noGrp="1"/>
          </p:cNvSpPr>
          <p:nvPr/>
        </p:nvSpPr>
        <p:spPr>
          <a:xfrm>
            <a:off x="2857500" y="2733675"/>
            <a:ext cx="3667125" cy="323850"/>
          </a:xfrm>
          <a:prstGeom prst="rect">
            <a:avLst/>
          </a:prstGeom>
          <a:noFill/>
          <a:ln w="0">
            <a:noFill/>
            <a:prstDash val="solid"/>
          </a:ln>
        </p:spPr>
        <p:txBody>
          <a:bodyPr anchor="t">
            <a:normAutofit/>
          </a:bodyPr>
          <a:lstStyle>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a:pPr algn="l">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a:ext uri="{FF2B5EF4-FFF2-40B4-BE49-F238E27FC236}">
                <a16:creationId xmlns:a16="http://schemas.microsoft.com/office/drawing/2014/main" id="{90FBE210-BB99-4529-978C-00E5C8E6F61C}"/>
              </a:ext>
            </a:extLst>
          </p:cNvPr>
          <p:cNvSpPr>
            <a:spLocks noGrp="1"/>
          </p:cNvSpPr>
          <p:nvPr/>
        </p:nvSpPr>
        <p:spPr>
          <a:xfrm>
            <a:off x="6667500" y="2733675"/>
            <a:ext cx="2714625" cy="3238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a:ext uri="{FF2B5EF4-FFF2-40B4-BE49-F238E27FC236}">
                <a16:creationId xmlns:a16="http://schemas.microsoft.com/office/drawing/2014/main" id="{67F63000-8BA7-4A86-947A-33E4A688BF46}"/>
              </a:ext>
            </a:extLst>
          </p:cNvPr>
          <p:cNvSpPr>
            <a:spLocks noGrp="1"/>
          </p:cNvSpPr>
          <p:nvPr/>
        </p:nvSpPr>
        <p:spPr>
          <a:xfrm>
            <a:off x="9525000" y="2705100"/>
            <a:ext cx="2000250" cy="285750"/>
          </a:xfrm>
          <a:prstGeom prst="roundRect">
            <a:avLst>
              <a:gd name="adj" fmla="val 26667"/>
            </a:avLst>
          </a:prstGeom>
          <a:solidFill>
            <a:srgbClr val="102720"/>
          </a:solidFill>
          <a:ln w="9525">
            <a:solidFill>
              <a:srgbClr val="AFC0B8"/>
            </a:solidFill>
            <a:prstDash val="solid"/>
          </a:ln>
        </p:spPr>
        <p:txBody>
          <a:bodyPr anchor="ctr">
            <a:normAutofit/>
          </a:bodyPr>
          <a:lstStyle>
            <a:defPPr algn="ctr">
              <a:defRPr sz="900" b="1">
                <a:solidFill>
                  <a:srgbClr val="AFC0B8"/>
                </a:solidFill>
                <a:latin typeface="Arial"/>
                <a:ea typeface="Arial"/>
                <a:cs typeface="Arial"/>
              </a:defRPr>
            </a:defPPr>
            <a:lvl1pPr algn="ctr">
              <a:defRPr sz="900" b="1">
                <a:solidFill>
                  <a:srgbClr val="AFC0B8"/>
                </a:solidFill>
                <a:latin typeface="Arial"/>
                <a:ea typeface="Arial"/>
                <a:cs typeface="Arial"/>
              </a:defRPr>
            </a:lvl1pPr>
            <a:lvl2pPr algn="ctr">
              <a:defRPr sz="900" b="1">
                <a:solidFill>
                  <a:srgbClr val="AFC0B8"/>
                </a:solidFill>
                <a:latin typeface="Arial"/>
                <a:ea typeface="Arial"/>
                <a:cs typeface="Arial"/>
              </a:defRPr>
            </a:lvl2pPr>
            <a:lvl3pPr algn="ctr">
              <a:defRPr sz="900" b="1">
                <a:solidFill>
                  <a:srgbClr val="AFC0B8"/>
                </a:solidFill>
                <a:latin typeface="Arial"/>
                <a:ea typeface="Arial"/>
                <a:cs typeface="Arial"/>
              </a:defRPr>
            </a:lvl3pPr>
            <a:lvl4pPr algn="ctr">
              <a:defRPr sz="900" b="1">
                <a:solidFill>
                  <a:srgbClr val="AFC0B8"/>
                </a:solidFill>
                <a:latin typeface="Arial"/>
                <a:ea typeface="Arial"/>
                <a:cs typeface="Arial"/>
              </a:defRPr>
            </a:lvl4pPr>
            <a:lvl5pPr algn="ctr">
              <a:defRPr sz="900" b="1">
                <a:solidFill>
                  <a:srgbClr val="AFC0B8"/>
                </a:solidFill>
                <a:latin typeface="Arial"/>
                <a:ea typeface="Arial"/>
                <a:cs typeface="Arial"/>
              </a:defRPr>
            </a:lvl5pPr>
            <a:lvl6pPr algn="ctr">
              <a:defRPr sz="900" b="1">
                <a:solidFill>
                  <a:srgbClr val="AFC0B8"/>
                </a:solidFill>
                <a:latin typeface="Arial"/>
                <a:ea typeface="Arial"/>
                <a:cs typeface="Arial"/>
              </a:defRPr>
            </a:lvl6pPr>
            <a:lvl7pPr algn="ctr">
              <a:defRPr sz="900" b="1">
                <a:solidFill>
                  <a:srgbClr val="AFC0B8"/>
                </a:solidFill>
                <a:latin typeface="Arial"/>
                <a:ea typeface="Arial"/>
                <a:cs typeface="Arial"/>
              </a:defRPr>
            </a:lvl7pPr>
            <a:lvl8pPr algn="ctr">
              <a:defRPr sz="900" b="1">
                <a:solidFill>
                  <a:srgbClr val="AFC0B8"/>
                </a:solidFill>
                <a:latin typeface="Arial"/>
                <a:ea typeface="Arial"/>
                <a:cs typeface="Arial"/>
              </a:defRPr>
            </a:lvl8pPr>
            <a:lvl9pPr algn="ctr">
              <a:defRPr sz="900" b="1">
                <a:solidFill>
                  <a:srgbClr val="AFC0B8"/>
                </a:solidFill>
                <a:latin typeface="Arial"/>
                <a:ea typeface="Arial"/>
                <a:cs typeface="Arial"/>
              </a:defRPr>
            </a:lvl9pPr>
          </a:lstStyle>
          <a:p>
            <a:pPr algn="ctr">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a:ext uri="{FF2B5EF4-FFF2-40B4-BE49-F238E27FC236}">
                <a16:creationId xmlns:a16="http://schemas.microsoft.com/office/drawing/2014/main" id="{40736425-0F3B-4844-B56A-C9F706F3A77F}"/>
              </a:ext>
            </a:extLst>
          </p:cNvPr>
          <p:cNvSpPr>
            <a:spLocks noGrp="1"/>
          </p:cNvSpPr>
          <p:nvPr/>
        </p:nvSpPr>
        <p:spPr>
          <a:xfrm>
            <a:off x="619125" y="3352800"/>
            <a:ext cx="10906125" cy="0"/>
          </a:xfrm>
          <a:prstGeom prst="line">
            <a:avLst/>
          </a:prstGeom>
          <a:noFill/>
          <a:ln w="9525">
            <a:solidFill>
              <a:srgbClr val="29433A"/>
            </a:solidFill>
            <a:prstDash val="solid"/>
          </a:ln>
        </p:spPr>
      </p:sp>
      <p:sp>
        <p:nvSpPr>
          <p:cNvPr id="18" name="Rectangle 17">
            <a:extLst>
              <a:ext uri="{FF2B5EF4-FFF2-40B4-BE49-F238E27FC236}">
                <a16:creationId xmlns:a16="http://schemas.microsoft.com/office/drawing/2014/main" id="{2C257C2A-CCC9-414F-A41A-B99B70A613CC}"/>
              </a:ext>
            </a:extLst>
          </p:cNvPr>
          <p:cNvSpPr>
            <a:spLocks noGrp="1"/>
          </p:cNvSpPr>
          <p:nvPr/>
        </p:nvSpPr>
        <p:spPr>
          <a:xfrm>
            <a:off x="619125" y="3695700"/>
            <a:ext cx="2095500" cy="323850"/>
          </a:xfrm>
          <a:prstGeom prst="rect">
            <a:avLst/>
          </a:prstGeom>
          <a:noFill/>
          <a:ln w="0">
            <a:noFill/>
            <a:prstDash val="solid"/>
          </a:ln>
        </p:spPr>
        <p:txBody>
          <a:bodyPr anchor="t">
            <a:normAutofit fontScale="88406"/>
          </a:bodyPr>
          <a:lstStyle>
            <a:defPPr algn="l">
              <a:defRPr sz="1725" b="1" i="0">
                <a:solidFill>
                  <a:srgbClr val="2DBD73"/>
                </a:solidFill>
                <a:latin typeface="Arial"/>
                <a:ea typeface="Arial"/>
                <a:cs typeface="Arial"/>
              </a:defRPr>
            </a:defPPr>
            <a:lvl1pPr algn="l">
              <a:defRPr sz="1725" b="1" i="0">
                <a:solidFill>
                  <a:srgbClr val="2DBD73"/>
                </a:solidFill>
                <a:latin typeface="Arial"/>
                <a:ea typeface="Arial"/>
                <a:cs typeface="Arial"/>
              </a:defRPr>
            </a:lvl1pPr>
            <a:lvl2pPr algn="l">
              <a:defRPr sz="1725" b="1" i="0">
                <a:solidFill>
                  <a:srgbClr val="2DBD73"/>
                </a:solidFill>
                <a:latin typeface="Arial"/>
                <a:ea typeface="Arial"/>
                <a:cs typeface="Arial"/>
              </a:defRPr>
            </a:lvl2pPr>
            <a:lvl3pPr algn="l">
              <a:defRPr sz="1725" b="1" i="0">
                <a:solidFill>
                  <a:srgbClr val="2DBD73"/>
                </a:solidFill>
                <a:latin typeface="Arial"/>
                <a:ea typeface="Arial"/>
                <a:cs typeface="Arial"/>
              </a:defRPr>
            </a:lvl3pPr>
            <a:lvl4pPr algn="l">
              <a:defRPr sz="1725" b="1" i="0">
                <a:solidFill>
                  <a:srgbClr val="2DBD73"/>
                </a:solidFill>
                <a:latin typeface="Arial"/>
                <a:ea typeface="Arial"/>
                <a:cs typeface="Arial"/>
              </a:defRPr>
            </a:lvl4pPr>
            <a:lvl5pPr algn="l">
              <a:defRPr sz="1725" b="1" i="0">
                <a:solidFill>
                  <a:srgbClr val="2DBD73"/>
                </a:solidFill>
                <a:latin typeface="Arial"/>
                <a:ea typeface="Arial"/>
                <a:cs typeface="Arial"/>
              </a:defRPr>
            </a:lvl5pPr>
            <a:lvl6pPr algn="l">
              <a:defRPr sz="1725" b="1" i="0">
                <a:solidFill>
                  <a:srgbClr val="2DBD73"/>
                </a:solidFill>
                <a:latin typeface="Arial"/>
                <a:ea typeface="Arial"/>
                <a:cs typeface="Arial"/>
              </a:defRPr>
            </a:lvl6pPr>
            <a:lvl7pPr algn="l">
              <a:defRPr sz="1725" b="1" i="0">
                <a:solidFill>
                  <a:srgbClr val="2DBD73"/>
                </a:solidFill>
                <a:latin typeface="Arial"/>
                <a:ea typeface="Arial"/>
                <a:cs typeface="Arial"/>
              </a:defRPr>
            </a:lvl7pPr>
            <a:lvl8pPr algn="l">
              <a:defRPr sz="1725" b="1" i="0">
                <a:solidFill>
                  <a:srgbClr val="2DBD73"/>
                </a:solidFill>
                <a:latin typeface="Arial"/>
                <a:ea typeface="Arial"/>
                <a:cs typeface="Arial"/>
              </a:defRPr>
            </a:lvl8pPr>
            <a:lvl9pPr algn="l">
              <a:defRPr sz="1725" b="1" i="0">
                <a:solidFill>
                  <a:srgbClr val="2DBD73"/>
                </a:solidFill>
                <a:latin typeface="Arial"/>
                <a:ea typeface="Arial"/>
                <a:cs typeface="Arial"/>
              </a:defRPr>
            </a:lvl9pPr>
          </a:lstStyle>
          <a:p>
            <a:pPr algn="l">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a:ext uri="{FF2B5EF4-FFF2-40B4-BE49-F238E27FC236}">
                <a16:creationId xmlns:a16="http://schemas.microsoft.com/office/drawing/2014/main" id="{F85BE668-3600-4BAB-A1D0-3A4F09D252C2}"/>
              </a:ext>
            </a:extLst>
          </p:cNvPr>
          <p:cNvSpPr>
            <a:spLocks noGrp="1"/>
          </p:cNvSpPr>
          <p:nvPr/>
        </p:nvSpPr>
        <p:spPr>
          <a:xfrm>
            <a:off x="2857500" y="3686175"/>
            <a:ext cx="3667125" cy="323850"/>
          </a:xfrm>
          <a:prstGeom prst="rect">
            <a:avLst/>
          </a:prstGeom>
          <a:noFill/>
          <a:ln w="0">
            <a:noFill/>
            <a:prstDash val="solid"/>
          </a:ln>
        </p:spPr>
        <p:txBody>
          <a:bodyPr anchor="t">
            <a:normAutofit/>
          </a:bodyPr>
          <a:lstStyle>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a:pPr algn="l">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a:ext uri="{FF2B5EF4-FFF2-40B4-BE49-F238E27FC236}">
                <a16:creationId xmlns:a16="http://schemas.microsoft.com/office/drawing/2014/main" id="{C10214B7-1EE6-40E8-9BCB-FD21455C5D05}"/>
              </a:ext>
            </a:extLst>
          </p:cNvPr>
          <p:cNvSpPr>
            <a:spLocks noGrp="1"/>
          </p:cNvSpPr>
          <p:nvPr/>
        </p:nvSpPr>
        <p:spPr>
          <a:xfrm>
            <a:off x="6667500" y="3686175"/>
            <a:ext cx="2714625" cy="3238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a:ext uri="{FF2B5EF4-FFF2-40B4-BE49-F238E27FC236}">
                <a16:creationId xmlns:a16="http://schemas.microsoft.com/office/drawing/2014/main" id="{3CCE2FF2-2616-4677-9ED4-879DA230DD53}"/>
              </a:ext>
            </a:extLst>
          </p:cNvPr>
          <p:cNvSpPr>
            <a:spLocks noGrp="1"/>
          </p:cNvSpPr>
          <p:nvPr/>
        </p:nvSpPr>
        <p:spPr>
          <a:xfrm>
            <a:off x="9525000" y="3657600"/>
            <a:ext cx="2000250" cy="285750"/>
          </a:xfrm>
          <a:prstGeom prst="roundRect">
            <a:avLst>
              <a:gd name="adj" fmla="val 26667"/>
            </a:avLst>
          </a:prstGeom>
          <a:solidFill>
            <a:srgbClr val="102720"/>
          </a:solidFill>
          <a:ln w="9525">
            <a:solidFill>
              <a:srgbClr val="AFC0B8"/>
            </a:solidFill>
            <a:prstDash val="solid"/>
          </a:ln>
        </p:spPr>
        <p:txBody>
          <a:bodyPr anchor="ctr">
            <a:normAutofit/>
          </a:bodyPr>
          <a:lstStyle>
            <a:defPPr algn="ctr">
              <a:defRPr sz="900" b="1">
                <a:solidFill>
                  <a:srgbClr val="AFC0B8"/>
                </a:solidFill>
                <a:latin typeface="Arial"/>
                <a:ea typeface="Arial"/>
                <a:cs typeface="Arial"/>
              </a:defRPr>
            </a:defPPr>
            <a:lvl1pPr algn="ctr">
              <a:defRPr sz="900" b="1">
                <a:solidFill>
                  <a:srgbClr val="AFC0B8"/>
                </a:solidFill>
                <a:latin typeface="Arial"/>
                <a:ea typeface="Arial"/>
                <a:cs typeface="Arial"/>
              </a:defRPr>
            </a:lvl1pPr>
            <a:lvl2pPr algn="ctr">
              <a:defRPr sz="900" b="1">
                <a:solidFill>
                  <a:srgbClr val="AFC0B8"/>
                </a:solidFill>
                <a:latin typeface="Arial"/>
                <a:ea typeface="Arial"/>
                <a:cs typeface="Arial"/>
              </a:defRPr>
            </a:lvl2pPr>
            <a:lvl3pPr algn="ctr">
              <a:defRPr sz="900" b="1">
                <a:solidFill>
                  <a:srgbClr val="AFC0B8"/>
                </a:solidFill>
                <a:latin typeface="Arial"/>
                <a:ea typeface="Arial"/>
                <a:cs typeface="Arial"/>
              </a:defRPr>
            </a:lvl3pPr>
            <a:lvl4pPr algn="ctr">
              <a:defRPr sz="900" b="1">
                <a:solidFill>
                  <a:srgbClr val="AFC0B8"/>
                </a:solidFill>
                <a:latin typeface="Arial"/>
                <a:ea typeface="Arial"/>
                <a:cs typeface="Arial"/>
              </a:defRPr>
            </a:lvl4pPr>
            <a:lvl5pPr algn="ctr">
              <a:defRPr sz="900" b="1">
                <a:solidFill>
                  <a:srgbClr val="AFC0B8"/>
                </a:solidFill>
                <a:latin typeface="Arial"/>
                <a:ea typeface="Arial"/>
                <a:cs typeface="Arial"/>
              </a:defRPr>
            </a:lvl5pPr>
            <a:lvl6pPr algn="ctr">
              <a:defRPr sz="900" b="1">
                <a:solidFill>
                  <a:srgbClr val="AFC0B8"/>
                </a:solidFill>
                <a:latin typeface="Arial"/>
                <a:ea typeface="Arial"/>
                <a:cs typeface="Arial"/>
              </a:defRPr>
            </a:lvl6pPr>
            <a:lvl7pPr algn="ctr">
              <a:defRPr sz="900" b="1">
                <a:solidFill>
                  <a:srgbClr val="AFC0B8"/>
                </a:solidFill>
                <a:latin typeface="Arial"/>
                <a:ea typeface="Arial"/>
                <a:cs typeface="Arial"/>
              </a:defRPr>
            </a:lvl7pPr>
            <a:lvl8pPr algn="ctr">
              <a:defRPr sz="900" b="1">
                <a:solidFill>
                  <a:srgbClr val="AFC0B8"/>
                </a:solidFill>
                <a:latin typeface="Arial"/>
                <a:ea typeface="Arial"/>
                <a:cs typeface="Arial"/>
              </a:defRPr>
            </a:lvl8pPr>
            <a:lvl9pPr algn="ctr">
              <a:defRPr sz="900" b="1">
                <a:solidFill>
                  <a:srgbClr val="AFC0B8"/>
                </a:solidFill>
                <a:latin typeface="Arial"/>
                <a:ea typeface="Arial"/>
                <a:cs typeface="Arial"/>
              </a:defRPr>
            </a:lvl9pPr>
          </a:lstStyle>
          <a:p>
            <a:pPr algn="ctr">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a:ext uri="{FF2B5EF4-FFF2-40B4-BE49-F238E27FC236}">
                <a16:creationId xmlns:a16="http://schemas.microsoft.com/office/drawing/2014/main" id="{D8793115-1D30-436D-9AA1-C4A2510A2F1B}"/>
              </a:ext>
            </a:extLst>
          </p:cNvPr>
          <p:cNvSpPr>
            <a:spLocks noGrp="1"/>
          </p:cNvSpPr>
          <p:nvPr/>
        </p:nvSpPr>
        <p:spPr>
          <a:xfrm>
            <a:off x="619125" y="4305300"/>
            <a:ext cx="10906125" cy="0"/>
          </a:xfrm>
          <a:prstGeom prst="line">
            <a:avLst/>
          </a:prstGeom>
          <a:noFill/>
          <a:ln w="9525">
            <a:solidFill>
              <a:srgbClr val="29433A"/>
            </a:solidFill>
            <a:prstDash val="solid"/>
          </a:ln>
        </p:spPr>
      </p:sp>
      <p:sp>
        <p:nvSpPr>
          <p:cNvPr id="23" name="Rectangle 22">
            <a:extLst>
              <a:ext uri="{FF2B5EF4-FFF2-40B4-BE49-F238E27FC236}">
                <a16:creationId xmlns:a16="http://schemas.microsoft.com/office/drawing/2014/main" id="{4A473945-D547-4AD7-A6D1-E93DAB764961}"/>
              </a:ext>
            </a:extLst>
          </p:cNvPr>
          <p:cNvSpPr>
            <a:spLocks noGrp="1"/>
          </p:cNvSpPr>
          <p:nvPr/>
        </p:nvSpPr>
        <p:spPr>
          <a:xfrm>
            <a:off x="619125" y="4648200"/>
            <a:ext cx="2095500" cy="323850"/>
          </a:xfrm>
          <a:prstGeom prst="rect">
            <a:avLst/>
          </a:prstGeom>
          <a:noFill/>
          <a:ln w="0">
            <a:noFill/>
            <a:prstDash val="solid"/>
          </a:ln>
        </p:spPr>
        <p:txBody>
          <a:bodyPr anchor="t">
            <a:normAutofit fontScale="88406"/>
          </a:bodyPr>
          <a:lstStyle>
            <a:defPPr algn="l">
              <a:defRPr sz="1725" b="1" i="0">
                <a:solidFill>
                  <a:srgbClr val="4E9BEC"/>
                </a:solidFill>
                <a:latin typeface="Arial"/>
                <a:ea typeface="Arial"/>
                <a:cs typeface="Arial"/>
              </a:defRPr>
            </a:defPPr>
            <a:lvl1pPr algn="l">
              <a:defRPr sz="1725" b="1" i="0">
                <a:solidFill>
                  <a:srgbClr val="4E9BEC"/>
                </a:solidFill>
                <a:latin typeface="Arial"/>
                <a:ea typeface="Arial"/>
                <a:cs typeface="Arial"/>
              </a:defRPr>
            </a:lvl1pPr>
            <a:lvl2pPr algn="l">
              <a:defRPr sz="1725" b="1" i="0">
                <a:solidFill>
                  <a:srgbClr val="4E9BEC"/>
                </a:solidFill>
                <a:latin typeface="Arial"/>
                <a:ea typeface="Arial"/>
                <a:cs typeface="Arial"/>
              </a:defRPr>
            </a:lvl2pPr>
            <a:lvl3pPr algn="l">
              <a:defRPr sz="1725" b="1" i="0">
                <a:solidFill>
                  <a:srgbClr val="4E9BEC"/>
                </a:solidFill>
                <a:latin typeface="Arial"/>
                <a:ea typeface="Arial"/>
                <a:cs typeface="Arial"/>
              </a:defRPr>
            </a:lvl3pPr>
            <a:lvl4pPr algn="l">
              <a:defRPr sz="1725" b="1" i="0">
                <a:solidFill>
                  <a:srgbClr val="4E9BEC"/>
                </a:solidFill>
                <a:latin typeface="Arial"/>
                <a:ea typeface="Arial"/>
                <a:cs typeface="Arial"/>
              </a:defRPr>
            </a:lvl4pPr>
            <a:lvl5pPr algn="l">
              <a:defRPr sz="1725" b="1" i="0">
                <a:solidFill>
                  <a:srgbClr val="4E9BEC"/>
                </a:solidFill>
                <a:latin typeface="Arial"/>
                <a:ea typeface="Arial"/>
                <a:cs typeface="Arial"/>
              </a:defRPr>
            </a:lvl5pPr>
            <a:lvl6pPr algn="l">
              <a:defRPr sz="1725" b="1" i="0">
                <a:solidFill>
                  <a:srgbClr val="4E9BEC"/>
                </a:solidFill>
                <a:latin typeface="Arial"/>
                <a:ea typeface="Arial"/>
                <a:cs typeface="Arial"/>
              </a:defRPr>
            </a:lvl6pPr>
            <a:lvl7pPr algn="l">
              <a:defRPr sz="1725" b="1" i="0">
                <a:solidFill>
                  <a:srgbClr val="4E9BEC"/>
                </a:solidFill>
                <a:latin typeface="Arial"/>
                <a:ea typeface="Arial"/>
                <a:cs typeface="Arial"/>
              </a:defRPr>
            </a:lvl7pPr>
            <a:lvl8pPr algn="l">
              <a:defRPr sz="1725" b="1" i="0">
                <a:solidFill>
                  <a:srgbClr val="4E9BEC"/>
                </a:solidFill>
                <a:latin typeface="Arial"/>
                <a:ea typeface="Arial"/>
                <a:cs typeface="Arial"/>
              </a:defRPr>
            </a:lvl8pPr>
            <a:lvl9pPr algn="l">
              <a:defRPr sz="1725" b="1" i="0">
                <a:solidFill>
                  <a:srgbClr val="4E9BEC"/>
                </a:solidFill>
                <a:latin typeface="Arial"/>
                <a:ea typeface="Arial"/>
                <a:cs typeface="Arial"/>
              </a:defRPr>
            </a:lvl9pPr>
          </a:lstStyle>
          <a:p>
            <a:pPr algn="l">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a:ext uri="{FF2B5EF4-FFF2-40B4-BE49-F238E27FC236}">
                <a16:creationId xmlns:a16="http://schemas.microsoft.com/office/drawing/2014/main" id="{CC0F3B5C-A7F0-4FF9-B155-6CDFEEFA7F8E}"/>
              </a:ext>
            </a:extLst>
          </p:cNvPr>
          <p:cNvSpPr>
            <a:spLocks noGrp="1"/>
          </p:cNvSpPr>
          <p:nvPr/>
        </p:nvSpPr>
        <p:spPr>
          <a:xfrm>
            <a:off x="2857500" y="4638675"/>
            <a:ext cx="3667125" cy="323850"/>
          </a:xfrm>
          <a:prstGeom prst="rect">
            <a:avLst/>
          </a:prstGeom>
          <a:noFill/>
          <a:ln w="0">
            <a:noFill/>
            <a:prstDash val="solid"/>
          </a:ln>
        </p:spPr>
        <p:txBody>
          <a:bodyPr anchor="t">
            <a:normAutofit/>
          </a:bodyPr>
          <a:lstStyle>
            <a:defPPr algn="l">
              <a:defRPr sz="1425" b="1" i="0">
                <a:solidFill>
                  <a:srgbClr val="F4F7F5"/>
                </a:solidFill>
                <a:latin typeface="Arial"/>
                <a:ea typeface="Arial"/>
                <a:cs typeface="Arial"/>
              </a:defRPr>
            </a:defPPr>
            <a:lvl1pPr algn="l">
              <a:defRPr sz="1425" b="1" i="0">
                <a:solidFill>
                  <a:srgbClr val="F4F7F5"/>
                </a:solidFill>
                <a:latin typeface="Arial"/>
                <a:ea typeface="Arial"/>
                <a:cs typeface="Arial"/>
              </a:defRPr>
            </a:lvl1pPr>
            <a:lvl2pPr algn="l">
              <a:defRPr sz="1425" b="1" i="0">
                <a:solidFill>
                  <a:srgbClr val="F4F7F5"/>
                </a:solidFill>
                <a:latin typeface="Arial"/>
                <a:ea typeface="Arial"/>
                <a:cs typeface="Arial"/>
              </a:defRPr>
            </a:lvl2pPr>
            <a:lvl3pPr algn="l">
              <a:defRPr sz="1425" b="1" i="0">
                <a:solidFill>
                  <a:srgbClr val="F4F7F5"/>
                </a:solidFill>
                <a:latin typeface="Arial"/>
                <a:ea typeface="Arial"/>
                <a:cs typeface="Arial"/>
              </a:defRPr>
            </a:lvl3pPr>
            <a:lvl4pPr algn="l">
              <a:defRPr sz="1425" b="1" i="0">
                <a:solidFill>
                  <a:srgbClr val="F4F7F5"/>
                </a:solidFill>
                <a:latin typeface="Arial"/>
                <a:ea typeface="Arial"/>
                <a:cs typeface="Arial"/>
              </a:defRPr>
            </a:lvl4pPr>
            <a:lvl5pPr algn="l">
              <a:defRPr sz="1425" b="1" i="0">
                <a:solidFill>
                  <a:srgbClr val="F4F7F5"/>
                </a:solidFill>
                <a:latin typeface="Arial"/>
                <a:ea typeface="Arial"/>
                <a:cs typeface="Arial"/>
              </a:defRPr>
            </a:lvl5pPr>
            <a:lvl6pPr algn="l">
              <a:defRPr sz="1425" b="1" i="0">
                <a:solidFill>
                  <a:srgbClr val="F4F7F5"/>
                </a:solidFill>
                <a:latin typeface="Arial"/>
                <a:ea typeface="Arial"/>
                <a:cs typeface="Arial"/>
              </a:defRPr>
            </a:lvl6pPr>
            <a:lvl7pPr algn="l">
              <a:defRPr sz="1425" b="1" i="0">
                <a:solidFill>
                  <a:srgbClr val="F4F7F5"/>
                </a:solidFill>
                <a:latin typeface="Arial"/>
                <a:ea typeface="Arial"/>
                <a:cs typeface="Arial"/>
              </a:defRPr>
            </a:lvl7pPr>
            <a:lvl8pPr algn="l">
              <a:defRPr sz="1425" b="1" i="0">
                <a:solidFill>
                  <a:srgbClr val="F4F7F5"/>
                </a:solidFill>
                <a:latin typeface="Arial"/>
                <a:ea typeface="Arial"/>
                <a:cs typeface="Arial"/>
              </a:defRPr>
            </a:lvl8pPr>
            <a:lvl9pPr algn="l">
              <a:defRPr sz="1425" b="1" i="0">
                <a:solidFill>
                  <a:srgbClr val="F4F7F5"/>
                </a:solidFill>
                <a:latin typeface="Arial"/>
                <a:ea typeface="Arial"/>
                <a:cs typeface="Arial"/>
              </a:defRPr>
            </a:lvl9pPr>
          </a:lstStyle>
          <a:p>
            <a:pPr algn="l">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a:ext uri="{FF2B5EF4-FFF2-40B4-BE49-F238E27FC236}">
                <a16:creationId xmlns:a16="http://schemas.microsoft.com/office/drawing/2014/main" id="{2E67947F-F13E-4E51-9BBC-97FA2D65322C}"/>
              </a:ext>
            </a:extLst>
          </p:cNvPr>
          <p:cNvSpPr>
            <a:spLocks noGrp="1"/>
          </p:cNvSpPr>
          <p:nvPr/>
        </p:nvSpPr>
        <p:spPr>
          <a:xfrm>
            <a:off x="6667500" y="4638675"/>
            <a:ext cx="2714625" cy="3238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a:ext uri="{FF2B5EF4-FFF2-40B4-BE49-F238E27FC236}">
                <a16:creationId xmlns:a16="http://schemas.microsoft.com/office/drawing/2014/main" id="{553C81EE-D423-4E6B-BCA9-9F090823248C}"/>
              </a:ext>
            </a:extLst>
          </p:cNvPr>
          <p:cNvSpPr>
            <a:spLocks noGrp="1"/>
          </p:cNvSpPr>
          <p:nvPr/>
        </p:nvSpPr>
        <p:spPr>
          <a:xfrm>
            <a:off x="9525000" y="4610100"/>
            <a:ext cx="2000250" cy="285750"/>
          </a:xfrm>
          <a:prstGeom prst="roundRect">
            <a:avLst>
              <a:gd name="adj" fmla="val 26667"/>
            </a:avLst>
          </a:prstGeom>
          <a:solidFill>
            <a:srgbClr val="102720"/>
          </a:solidFill>
          <a:ln w="9525">
            <a:solidFill>
              <a:srgbClr val="AFC0B8"/>
            </a:solidFill>
            <a:prstDash val="solid"/>
          </a:ln>
        </p:spPr>
        <p:txBody>
          <a:bodyPr anchor="ctr">
            <a:normAutofit/>
          </a:bodyPr>
          <a:lstStyle>
            <a:defPPr algn="ctr">
              <a:defRPr sz="900" b="1">
                <a:solidFill>
                  <a:srgbClr val="AFC0B8"/>
                </a:solidFill>
                <a:latin typeface="Arial"/>
                <a:ea typeface="Arial"/>
                <a:cs typeface="Arial"/>
              </a:defRPr>
            </a:defPPr>
            <a:lvl1pPr algn="ctr">
              <a:defRPr sz="900" b="1">
                <a:solidFill>
                  <a:srgbClr val="AFC0B8"/>
                </a:solidFill>
                <a:latin typeface="Arial"/>
                <a:ea typeface="Arial"/>
                <a:cs typeface="Arial"/>
              </a:defRPr>
            </a:lvl1pPr>
            <a:lvl2pPr algn="ctr">
              <a:defRPr sz="900" b="1">
                <a:solidFill>
                  <a:srgbClr val="AFC0B8"/>
                </a:solidFill>
                <a:latin typeface="Arial"/>
                <a:ea typeface="Arial"/>
                <a:cs typeface="Arial"/>
              </a:defRPr>
            </a:lvl2pPr>
            <a:lvl3pPr algn="ctr">
              <a:defRPr sz="900" b="1">
                <a:solidFill>
                  <a:srgbClr val="AFC0B8"/>
                </a:solidFill>
                <a:latin typeface="Arial"/>
                <a:ea typeface="Arial"/>
                <a:cs typeface="Arial"/>
              </a:defRPr>
            </a:lvl3pPr>
            <a:lvl4pPr algn="ctr">
              <a:defRPr sz="900" b="1">
                <a:solidFill>
                  <a:srgbClr val="AFC0B8"/>
                </a:solidFill>
                <a:latin typeface="Arial"/>
                <a:ea typeface="Arial"/>
                <a:cs typeface="Arial"/>
              </a:defRPr>
            </a:lvl4pPr>
            <a:lvl5pPr algn="ctr">
              <a:defRPr sz="900" b="1">
                <a:solidFill>
                  <a:srgbClr val="AFC0B8"/>
                </a:solidFill>
                <a:latin typeface="Arial"/>
                <a:ea typeface="Arial"/>
                <a:cs typeface="Arial"/>
              </a:defRPr>
            </a:lvl5pPr>
            <a:lvl6pPr algn="ctr">
              <a:defRPr sz="900" b="1">
                <a:solidFill>
                  <a:srgbClr val="AFC0B8"/>
                </a:solidFill>
                <a:latin typeface="Arial"/>
                <a:ea typeface="Arial"/>
                <a:cs typeface="Arial"/>
              </a:defRPr>
            </a:lvl6pPr>
            <a:lvl7pPr algn="ctr">
              <a:defRPr sz="900" b="1">
                <a:solidFill>
                  <a:srgbClr val="AFC0B8"/>
                </a:solidFill>
                <a:latin typeface="Arial"/>
                <a:ea typeface="Arial"/>
                <a:cs typeface="Arial"/>
              </a:defRPr>
            </a:lvl7pPr>
            <a:lvl8pPr algn="ctr">
              <a:defRPr sz="900" b="1">
                <a:solidFill>
                  <a:srgbClr val="AFC0B8"/>
                </a:solidFill>
                <a:latin typeface="Arial"/>
                <a:ea typeface="Arial"/>
                <a:cs typeface="Arial"/>
              </a:defRPr>
            </a:lvl8pPr>
            <a:lvl9pPr algn="ctr">
              <a:defRPr sz="900" b="1">
                <a:solidFill>
                  <a:srgbClr val="AFC0B8"/>
                </a:solidFill>
                <a:latin typeface="Arial"/>
                <a:ea typeface="Arial"/>
                <a:cs typeface="Arial"/>
              </a:defRPr>
            </a:lvl9pPr>
          </a:lstStyle>
          <a:p>
            <a:pPr algn="ctr">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a:ext uri="{FF2B5EF4-FFF2-40B4-BE49-F238E27FC236}">
                <a16:creationId xmlns:a16="http://schemas.microsoft.com/office/drawing/2014/main" id="{BBAB7161-A25A-49E3-AD40-904A743CEE85}"/>
              </a:ext>
            </a:extLst>
          </p:cNvPr>
          <p:cNvSpPr>
            <a:spLocks noGrp="1"/>
          </p:cNvSpPr>
          <p:nvPr/>
        </p:nvSpPr>
        <p:spPr>
          <a:xfrm>
            <a:off x="619125" y="5638800"/>
            <a:ext cx="10906125" cy="552450"/>
          </a:xfrm>
          <a:prstGeom prst="roundRect">
            <a:avLst>
              <a:gd name="adj" fmla="val 13793"/>
            </a:avLst>
          </a:prstGeom>
          <a:solidFill>
            <a:srgbClr val="FBECEB"/>
          </a:solidFill>
          <a:ln w="9525">
            <a:solidFill>
              <a:srgbClr val="E46760"/>
            </a:solidFill>
            <a:prstDash val="solid"/>
          </a:ln>
        </p:spPr>
      </p:sp>
      <p:sp>
        <p:nvSpPr>
          <p:cNvPr id="28" name="Rectangle 27">
            <a:extLst>
              <a:ext uri="{FF2B5EF4-FFF2-40B4-BE49-F238E27FC236}">
                <a16:creationId xmlns:a16="http://schemas.microsoft.com/office/drawing/2014/main" id="{0DD5C94E-0C1B-434A-AEB4-4FD2E10F6232}"/>
              </a:ext>
            </a:extLst>
          </p:cNvPr>
          <p:cNvSpPr>
            <a:spLocks noGrp="1"/>
          </p:cNvSpPr>
          <p:nvPr/>
        </p:nvSpPr>
        <p:spPr>
          <a:xfrm>
            <a:off x="866775" y="5772150"/>
            <a:ext cx="10382250" cy="295275"/>
          </a:xfrm>
          <a:prstGeom prst="rect">
            <a:avLst/>
          </a:prstGeom>
          <a:noFill/>
          <a:ln w="0">
            <a:noFill/>
            <a:prstDash val="solid"/>
          </a:ln>
        </p:spPr>
        <p:txBody>
          <a:bodyPr anchor="t">
            <a:normAutofit/>
          </a:bodyPr>
          <a:lstStyle>
            <a:defPPr algn="ctr">
              <a:defRPr sz="1275" b="1" i="0">
                <a:solidFill>
                  <a:srgbClr val="80302B"/>
                </a:solidFill>
                <a:latin typeface="Arial"/>
                <a:ea typeface="Arial"/>
                <a:cs typeface="Arial"/>
              </a:defRPr>
            </a:defPPr>
            <a:lvl1pPr algn="ctr">
              <a:defRPr sz="1275" b="1" i="0">
                <a:solidFill>
                  <a:srgbClr val="80302B"/>
                </a:solidFill>
                <a:latin typeface="Arial"/>
                <a:ea typeface="Arial"/>
                <a:cs typeface="Arial"/>
              </a:defRPr>
            </a:lvl1pPr>
            <a:lvl2pPr algn="ctr">
              <a:defRPr sz="1275" b="1" i="0">
                <a:solidFill>
                  <a:srgbClr val="80302B"/>
                </a:solidFill>
                <a:latin typeface="Arial"/>
                <a:ea typeface="Arial"/>
                <a:cs typeface="Arial"/>
              </a:defRPr>
            </a:lvl2pPr>
            <a:lvl3pPr algn="ctr">
              <a:defRPr sz="1275" b="1" i="0">
                <a:solidFill>
                  <a:srgbClr val="80302B"/>
                </a:solidFill>
                <a:latin typeface="Arial"/>
                <a:ea typeface="Arial"/>
                <a:cs typeface="Arial"/>
              </a:defRPr>
            </a:lvl3pPr>
            <a:lvl4pPr algn="ctr">
              <a:defRPr sz="1275" b="1" i="0">
                <a:solidFill>
                  <a:srgbClr val="80302B"/>
                </a:solidFill>
                <a:latin typeface="Arial"/>
                <a:ea typeface="Arial"/>
                <a:cs typeface="Arial"/>
              </a:defRPr>
            </a:lvl4pPr>
            <a:lvl5pPr algn="ctr">
              <a:defRPr sz="1275" b="1" i="0">
                <a:solidFill>
                  <a:srgbClr val="80302B"/>
                </a:solidFill>
                <a:latin typeface="Arial"/>
                <a:ea typeface="Arial"/>
                <a:cs typeface="Arial"/>
              </a:defRPr>
            </a:lvl5pPr>
            <a:lvl6pPr algn="ctr">
              <a:defRPr sz="1275" b="1" i="0">
                <a:solidFill>
                  <a:srgbClr val="80302B"/>
                </a:solidFill>
                <a:latin typeface="Arial"/>
                <a:ea typeface="Arial"/>
                <a:cs typeface="Arial"/>
              </a:defRPr>
            </a:lvl6pPr>
            <a:lvl7pPr algn="ctr">
              <a:defRPr sz="1275" b="1" i="0">
                <a:solidFill>
                  <a:srgbClr val="80302B"/>
                </a:solidFill>
                <a:latin typeface="Arial"/>
                <a:ea typeface="Arial"/>
                <a:cs typeface="Arial"/>
              </a:defRPr>
            </a:lvl7pPr>
            <a:lvl8pPr algn="ctr">
              <a:defRPr sz="1275" b="1" i="0">
                <a:solidFill>
                  <a:srgbClr val="80302B"/>
                </a:solidFill>
                <a:latin typeface="Arial"/>
                <a:ea typeface="Arial"/>
                <a:cs typeface="Arial"/>
              </a:defRPr>
            </a:lvl8pPr>
            <a:lvl9pPr algn="ctr">
              <a:defRPr sz="1275" b="1" i="0">
                <a:solidFill>
                  <a:srgbClr val="80302B"/>
                </a:solidFill>
                <a:latin typeface="Arial"/>
                <a:ea typeface="Arial"/>
                <a:cs typeface="Arial"/>
              </a:defRPr>
            </a:lvl9pPr>
          </a:lstStyle>
          <a:p>
            <a:pPr algn="ctr">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1F857F7-91B5-4D59-A5E0-BA3EC8017193}"/>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EE638D82-946E-4488-9340-FE5B0B22F438}"/>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83C957B4-3568-4BE3-8A97-7EDAAEDB4F83}"/>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a:ext uri="{FF2B5EF4-FFF2-40B4-BE49-F238E27FC236}">
                <a16:creationId xmlns:a16="http://schemas.microsoft.com/office/drawing/2014/main" id="{0D8CA513-A531-46AB-B8D0-0033BB717F40}"/>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a:ext uri="{FF2B5EF4-FFF2-40B4-BE49-F238E27FC236}">
                <a16:creationId xmlns:a16="http://schemas.microsoft.com/office/drawing/2014/main" id="{FDEF26D6-BAA3-46BF-B45E-B4C1B98E7202}"/>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a:ext uri="{FF2B5EF4-FFF2-40B4-BE49-F238E27FC236}">
                <a16:creationId xmlns:a16="http://schemas.microsoft.com/office/drawing/2014/main" id="{5F4517DB-FA1B-4E9F-8F8F-C6395488C401}"/>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a:ext uri="{FF2B5EF4-FFF2-40B4-BE49-F238E27FC236}">
                <a16:creationId xmlns:a16="http://schemas.microsoft.com/office/drawing/2014/main" id="{4A97C0B0-90E9-4CCC-A570-70BB5865A106}"/>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a:ext uri="{FF2B5EF4-FFF2-40B4-BE49-F238E27FC236}">
                <a16:creationId xmlns:a16="http://schemas.microsoft.com/office/drawing/2014/main" id="{A727AE42-9297-45F5-80EE-C7D44729C4E8}"/>
              </a:ext>
            </a:extLst>
          </p:cNvPr>
          <p:cNvPicPr>
            <a:picLocks noChangeAspect="1"/>
          </p:cNvPicPr>
          <p:nvPr/>
        </p:nvPicPr>
        <p:blipFill>
          <a:blip r:embed="rId3"/>
          <a:stretch/>
        </p:blipFill>
        <p:spPr>
          <a:xfrm>
            <a:off x="2476500" y="1504950"/>
            <a:ext cx="7239000" cy="4524375"/>
          </a:xfrm>
          <a:prstGeom prst="rect">
            <a:avLst/>
          </a:prstGeom>
        </p:spPr>
      </p:pic>
      <p:sp>
        <p:nvSpPr>
          <p:cNvPr id="9" name="Oval 8">
            <a:extLst>
              <a:ext uri="{FF2B5EF4-FFF2-40B4-BE49-F238E27FC236}">
                <a16:creationId xmlns:a16="http://schemas.microsoft.com/office/drawing/2014/main" id="{C93C6C6A-FF7A-49D8-A1CE-FDB3C197C3F1}"/>
              </a:ext>
            </a:extLst>
          </p:cNvPr>
          <p:cNvSpPr>
            <a:spLocks noGrp="1"/>
          </p:cNvSpPr>
          <p:nvPr/>
        </p:nvSpPr>
        <p:spPr>
          <a:xfrm>
            <a:off x="2676525" y="1771650"/>
            <a:ext cx="285750" cy="285750"/>
          </a:xfrm>
          <a:prstGeom prst="ellipse">
            <a:avLst/>
          </a:prstGeom>
          <a:solidFill>
            <a:srgbClr val="3FC6D6"/>
          </a:solidFill>
          <a:ln w="9525">
            <a:solidFill>
              <a:srgbClr val="FFFFFF"/>
            </a:solidFill>
            <a:prstDash val="solid"/>
          </a:ln>
        </p:spPr>
      </p:sp>
      <p:sp>
        <p:nvSpPr>
          <p:cNvPr id="10" name="Rectangle 9">
            <a:extLst>
              <a:ext uri="{FF2B5EF4-FFF2-40B4-BE49-F238E27FC236}">
                <a16:creationId xmlns:a16="http://schemas.microsoft.com/office/drawing/2014/main" id="{86672D2A-E61F-4BFA-93AC-0FBDBB52C26A}"/>
              </a:ext>
            </a:extLst>
          </p:cNvPr>
          <p:cNvSpPr>
            <a:spLocks noGrp="1"/>
          </p:cNvSpPr>
          <p:nvPr/>
        </p:nvSpPr>
        <p:spPr>
          <a:xfrm>
            <a:off x="2676525" y="1800225"/>
            <a:ext cx="285750" cy="209550"/>
          </a:xfrm>
          <a:prstGeom prst="rect">
            <a:avLst/>
          </a:prstGeom>
          <a:noFill/>
          <a:ln w="0">
            <a:noFill/>
            <a:prstDash val="solid"/>
          </a:ln>
        </p:spPr>
        <p:txBody>
          <a:bodyPr anchor="ctr">
            <a:normAutofit fontScale="79487"/>
          </a:bodyPr>
          <a:lstStyle>
            <a:defPPr algn="ctr">
              <a:defRPr sz="975" b="1" i="0">
                <a:solidFill>
                  <a:srgbClr val="FFFFFF"/>
                </a:solidFill>
                <a:latin typeface="Arial"/>
                <a:ea typeface="Arial"/>
                <a:cs typeface="Arial"/>
              </a:defRPr>
            </a:defPPr>
            <a:lvl1pPr algn="ctr">
              <a:defRPr sz="975" b="1" i="0">
                <a:solidFill>
                  <a:srgbClr val="FFFFFF"/>
                </a:solidFill>
                <a:latin typeface="Arial"/>
                <a:ea typeface="Arial"/>
                <a:cs typeface="Arial"/>
              </a:defRPr>
            </a:lvl1pPr>
            <a:lvl2pPr algn="ctr">
              <a:defRPr sz="975" b="1" i="0">
                <a:solidFill>
                  <a:srgbClr val="FFFFFF"/>
                </a:solidFill>
                <a:latin typeface="Arial"/>
                <a:ea typeface="Arial"/>
                <a:cs typeface="Arial"/>
              </a:defRPr>
            </a:lvl2pPr>
            <a:lvl3pPr algn="ctr">
              <a:defRPr sz="975" b="1" i="0">
                <a:solidFill>
                  <a:srgbClr val="FFFFFF"/>
                </a:solidFill>
                <a:latin typeface="Arial"/>
                <a:ea typeface="Arial"/>
                <a:cs typeface="Arial"/>
              </a:defRPr>
            </a:lvl3pPr>
            <a:lvl4pPr algn="ctr">
              <a:defRPr sz="975" b="1" i="0">
                <a:solidFill>
                  <a:srgbClr val="FFFFFF"/>
                </a:solidFill>
                <a:latin typeface="Arial"/>
                <a:ea typeface="Arial"/>
                <a:cs typeface="Arial"/>
              </a:defRPr>
            </a:lvl4pPr>
            <a:lvl5pPr algn="ctr">
              <a:defRPr sz="975" b="1" i="0">
                <a:solidFill>
                  <a:srgbClr val="FFFFFF"/>
                </a:solidFill>
                <a:latin typeface="Arial"/>
                <a:ea typeface="Arial"/>
                <a:cs typeface="Arial"/>
              </a:defRPr>
            </a:lvl5pPr>
            <a:lvl6pPr algn="ctr">
              <a:defRPr sz="975" b="1" i="0">
                <a:solidFill>
                  <a:srgbClr val="FFFFFF"/>
                </a:solidFill>
                <a:latin typeface="Arial"/>
                <a:ea typeface="Arial"/>
                <a:cs typeface="Arial"/>
              </a:defRPr>
            </a:lvl6pPr>
            <a:lvl7pPr algn="ctr">
              <a:defRPr sz="975" b="1" i="0">
                <a:solidFill>
                  <a:srgbClr val="FFFFFF"/>
                </a:solidFill>
                <a:latin typeface="Arial"/>
                <a:ea typeface="Arial"/>
                <a:cs typeface="Arial"/>
              </a:defRPr>
            </a:lvl7pPr>
            <a:lvl8pPr algn="ctr">
              <a:defRPr sz="975" b="1" i="0">
                <a:solidFill>
                  <a:srgbClr val="FFFFFF"/>
                </a:solidFill>
                <a:latin typeface="Arial"/>
                <a:ea typeface="Arial"/>
                <a:cs typeface="Arial"/>
              </a:defRPr>
            </a:lvl8pPr>
            <a:lvl9pPr algn="ctr">
              <a:defRPr sz="975" b="1" i="0">
                <a:solidFill>
                  <a:srgbClr val="FFFFFF"/>
                </a:solidFill>
                <a:latin typeface="Arial"/>
                <a:ea typeface="Arial"/>
                <a:cs typeface="Arial"/>
              </a:defRPr>
            </a:lvl9pPr>
          </a:lstStyle>
          <a:p>
            <a:pPr algn="ctr">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a:ext uri="{FF2B5EF4-FFF2-40B4-BE49-F238E27FC236}">
                <a16:creationId xmlns:a16="http://schemas.microsoft.com/office/drawing/2014/main" id="{CE22FC6A-70B6-47C2-A783-8D0156C14725}"/>
              </a:ext>
            </a:extLst>
          </p:cNvPr>
          <p:cNvSpPr>
            <a:spLocks noGrp="1"/>
          </p:cNvSpPr>
          <p:nvPr/>
        </p:nvSpPr>
        <p:spPr>
          <a:xfrm>
            <a:off x="5953125" y="2009775"/>
            <a:ext cx="285750" cy="285750"/>
          </a:xfrm>
          <a:prstGeom prst="ellipse">
            <a:avLst/>
          </a:prstGeom>
          <a:solidFill>
            <a:srgbClr val="E84AAB"/>
          </a:solidFill>
          <a:ln w="9525">
            <a:solidFill>
              <a:srgbClr val="FFFFFF"/>
            </a:solidFill>
            <a:prstDash val="solid"/>
          </a:ln>
        </p:spPr>
      </p:sp>
      <p:sp>
        <p:nvSpPr>
          <p:cNvPr id="12" name="Rectangle 11">
            <a:extLst>
              <a:ext uri="{FF2B5EF4-FFF2-40B4-BE49-F238E27FC236}">
                <a16:creationId xmlns:a16="http://schemas.microsoft.com/office/drawing/2014/main" id="{B978D5E0-04D1-4614-ACAB-9AA756550696}"/>
              </a:ext>
            </a:extLst>
          </p:cNvPr>
          <p:cNvSpPr>
            <a:spLocks noGrp="1"/>
          </p:cNvSpPr>
          <p:nvPr/>
        </p:nvSpPr>
        <p:spPr>
          <a:xfrm>
            <a:off x="5953125" y="2038350"/>
            <a:ext cx="285750" cy="209550"/>
          </a:xfrm>
          <a:prstGeom prst="rect">
            <a:avLst/>
          </a:prstGeom>
          <a:noFill/>
          <a:ln w="0">
            <a:noFill/>
            <a:prstDash val="solid"/>
          </a:ln>
        </p:spPr>
        <p:txBody>
          <a:bodyPr anchor="ctr">
            <a:normAutofit fontScale="79487"/>
          </a:bodyPr>
          <a:lstStyle>
            <a:defPPr algn="ctr">
              <a:defRPr sz="975" b="1" i="0">
                <a:solidFill>
                  <a:srgbClr val="FFFFFF"/>
                </a:solidFill>
                <a:latin typeface="Arial"/>
                <a:ea typeface="Arial"/>
                <a:cs typeface="Arial"/>
              </a:defRPr>
            </a:defPPr>
            <a:lvl1pPr algn="ctr">
              <a:defRPr sz="975" b="1" i="0">
                <a:solidFill>
                  <a:srgbClr val="FFFFFF"/>
                </a:solidFill>
                <a:latin typeface="Arial"/>
                <a:ea typeface="Arial"/>
                <a:cs typeface="Arial"/>
              </a:defRPr>
            </a:lvl1pPr>
            <a:lvl2pPr algn="ctr">
              <a:defRPr sz="975" b="1" i="0">
                <a:solidFill>
                  <a:srgbClr val="FFFFFF"/>
                </a:solidFill>
                <a:latin typeface="Arial"/>
                <a:ea typeface="Arial"/>
                <a:cs typeface="Arial"/>
              </a:defRPr>
            </a:lvl2pPr>
            <a:lvl3pPr algn="ctr">
              <a:defRPr sz="975" b="1" i="0">
                <a:solidFill>
                  <a:srgbClr val="FFFFFF"/>
                </a:solidFill>
                <a:latin typeface="Arial"/>
                <a:ea typeface="Arial"/>
                <a:cs typeface="Arial"/>
              </a:defRPr>
            </a:lvl3pPr>
            <a:lvl4pPr algn="ctr">
              <a:defRPr sz="975" b="1" i="0">
                <a:solidFill>
                  <a:srgbClr val="FFFFFF"/>
                </a:solidFill>
                <a:latin typeface="Arial"/>
                <a:ea typeface="Arial"/>
                <a:cs typeface="Arial"/>
              </a:defRPr>
            </a:lvl4pPr>
            <a:lvl5pPr algn="ctr">
              <a:defRPr sz="975" b="1" i="0">
                <a:solidFill>
                  <a:srgbClr val="FFFFFF"/>
                </a:solidFill>
                <a:latin typeface="Arial"/>
                <a:ea typeface="Arial"/>
                <a:cs typeface="Arial"/>
              </a:defRPr>
            </a:lvl5pPr>
            <a:lvl6pPr algn="ctr">
              <a:defRPr sz="975" b="1" i="0">
                <a:solidFill>
                  <a:srgbClr val="FFFFFF"/>
                </a:solidFill>
                <a:latin typeface="Arial"/>
                <a:ea typeface="Arial"/>
                <a:cs typeface="Arial"/>
              </a:defRPr>
            </a:lvl6pPr>
            <a:lvl7pPr algn="ctr">
              <a:defRPr sz="975" b="1" i="0">
                <a:solidFill>
                  <a:srgbClr val="FFFFFF"/>
                </a:solidFill>
                <a:latin typeface="Arial"/>
                <a:ea typeface="Arial"/>
                <a:cs typeface="Arial"/>
              </a:defRPr>
            </a:lvl7pPr>
            <a:lvl8pPr algn="ctr">
              <a:defRPr sz="975" b="1" i="0">
                <a:solidFill>
                  <a:srgbClr val="FFFFFF"/>
                </a:solidFill>
                <a:latin typeface="Arial"/>
                <a:ea typeface="Arial"/>
                <a:cs typeface="Arial"/>
              </a:defRPr>
            </a:lvl8pPr>
            <a:lvl9pPr algn="ctr">
              <a:defRPr sz="975" b="1" i="0">
                <a:solidFill>
                  <a:srgbClr val="FFFFFF"/>
                </a:solidFill>
                <a:latin typeface="Arial"/>
                <a:ea typeface="Arial"/>
                <a:cs typeface="Arial"/>
              </a:defRPr>
            </a:lvl9pPr>
          </a:lstStyle>
          <a:p>
            <a:pPr algn="ctr">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a:ext uri="{FF2B5EF4-FFF2-40B4-BE49-F238E27FC236}">
                <a16:creationId xmlns:a16="http://schemas.microsoft.com/office/drawing/2014/main" id="{910142A8-9579-41CB-9ABD-23973A0321A3}"/>
              </a:ext>
            </a:extLst>
          </p:cNvPr>
          <p:cNvSpPr>
            <a:spLocks noGrp="1"/>
          </p:cNvSpPr>
          <p:nvPr/>
        </p:nvSpPr>
        <p:spPr>
          <a:xfrm>
            <a:off x="9467850" y="2600325"/>
            <a:ext cx="285750" cy="285750"/>
          </a:xfrm>
          <a:prstGeom prst="ellipse">
            <a:avLst/>
          </a:prstGeom>
          <a:solidFill>
            <a:srgbClr val="4E9BEC"/>
          </a:solidFill>
          <a:ln w="9525">
            <a:solidFill>
              <a:srgbClr val="FFFFFF"/>
            </a:solidFill>
            <a:prstDash val="solid"/>
          </a:ln>
        </p:spPr>
      </p:sp>
      <p:sp>
        <p:nvSpPr>
          <p:cNvPr id="14" name="Rectangle 13">
            <a:extLst>
              <a:ext uri="{FF2B5EF4-FFF2-40B4-BE49-F238E27FC236}">
                <a16:creationId xmlns:a16="http://schemas.microsoft.com/office/drawing/2014/main" id="{E0E2B5D4-4B3E-4567-8F27-7987DE5E910E}"/>
              </a:ext>
            </a:extLst>
          </p:cNvPr>
          <p:cNvSpPr>
            <a:spLocks noGrp="1"/>
          </p:cNvSpPr>
          <p:nvPr/>
        </p:nvSpPr>
        <p:spPr>
          <a:xfrm>
            <a:off x="9467850" y="2628900"/>
            <a:ext cx="285750" cy="209550"/>
          </a:xfrm>
          <a:prstGeom prst="rect">
            <a:avLst/>
          </a:prstGeom>
          <a:noFill/>
          <a:ln w="0">
            <a:noFill/>
            <a:prstDash val="solid"/>
          </a:ln>
        </p:spPr>
        <p:txBody>
          <a:bodyPr anchor="ctr">
            <a:normAutofit fontScale="79487"/>
          </a:bodyPr>
          <a:lstStyle>
            <a:defPPr algn="ctr">
              <a:defRPr sz="975" b="1" i="0">
                <a:solidFill>
                  <a:srgbClr val="FFFFFF"/>
                </a:solidFill>
                <a:latin typeface="Arial"/>
                <a:ea typeface="Arial"/>
                <a:cs typeface="Arial"/>
              </a:defRPr>
            </a:defPPr>
            <a:lvl1pPr algn="ctr">
              <a:defRPr sz="975" b="1" i="0">
                <a:solidFill>
                  <a:srgbClr val="FFFFFF"/>
                </a:solidFill>
                <a:latin typeface="Arial"/>
                <a:ea typeface="Arial"/>
                <a:cs typeface="Arial"/>
              </a:defRPr>
            </a:lvl1pPr>
            <a:lvl2pPr algn="ctr">
              <a:defRPr sz="975" b="1" i="0">
                <a:solidFill>
                  <a:srgbClr val="FFFFFF"/>
                </a:solidFill>
                <a:latin typeface="Arial"/>
                <a:ea typeface="Arial"/>
                <a:cs typeface="Arial"/>
              </a:defRPr>
            </a:lvl2pPr>
            <a:lvl3pPr algn="ctr">
              <a:defRPr sz="975" b="1" i="0">
                <a:solidFill>
                  <a:srgbClr val="FFFFFF"/>
                </a:solidFill>
                <a:latin typeface="Arial"/>
                <a:ea typeface="Arial"/>
                <a:cs typeface="Arial"/>
              </a:defRPr>
            </a:lvl3pPr>
            <a:lvl4pPr algn="ctr">
              <a:defRPr sz="975" b="1" i="0">
                <a:solidFill>
                  <a:srgbClr val="FFFFFF"/>
                </a:solidFill>
                <a:latin typeface="Arial"/>
                <a:ea typeface="Arial"/>
                <a:cs typeface="Arial"/>
              </a:defRPr>
            </a:lvl4pPr>
            <a:lvl5pPr algn="ctr">
              <a:defRPr sz="975" b="1" i="0">
                <a:solidFill>
                  <a:srgbClr val="FFFFFF"/>
                </a:solidFill>
                <a:latin typeface="Arial"/>
                <a:ea typeface="Arial"/>
                <a:cs typeface="Arial"/>
              </a:defRPr>
            </a:lvl5pPr>
            <a:lvl6pPr algn="ctr">
              <a:defRPr sz="975" b="1" i="0">
                <a:solidFill>
                  <a:srgbClr val="FFFFFF"/>
                </a:solidFill>
                <a:latin typeface="Arial"/>
                <a:ea typeface="Arial"/>
                <a:cs typeface="Arial"/>
              </a:defRPr>
            </a:lvl6pPr>
            <a:lvl7pPr algn="ctr">
              <a:defRPr sz="975" b="1" i="0">
                <a:solidFill>
                  <a:srgbClr val="FFFFFF"/>
                </a:solidFill>
                <a:latin typeface="Arial"/>
                <a:ea typeface="Arial"/>
                <a:cs typeface="Arial"/>
              </a:defRPr>
            </a:lvl7pPr>
            <a:lvl8pPr algn="ctr">
              <a:defRPr sz="975" b="1" i="0">
                <a:solidFill>
                  <a:srgbClr val="FFFFFF"/>
                </a:solidFill>
                <a:latin typeface="Arial"/>
                <a:ea typeface="Arial"/>
                <a:cs typeface="Arial"/>
              </a:defRPr>
            </a:lvl8pPr>
            <a:lvl9pPr algn="ctr">
              <a:defRPr sz="975" b="1" i="0">
                <a:solidFill>
                  <a:srgbClr val="FFFFFF"/>
                </a:solidFill>
                <a:latin typeface="Arial"/>
                <a:ea typeface="Arial"/>
                <a:cs typeface="Arial"/>
              </a:defRPr>
            </a:lvl9pPr>
          </a:lstStyle>
          <a:p>
            <a:pPr algn="ctr">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a:ext uri="{FF2B5EF4-FFF2-40B4-BE49-F238E27FC236}">
                <a16:creationId xmlns:a16="http://schemas.microsoft.com/office/drawing/2014/main" id="{111EE5F1-C1AF-4089-93A2-87C496545E8F}"/>
              </a:ext>
            </a:extLst>
          </p:cNvPr>
          <p:cNvSpPr>
            <a:spLocks noGrp="1"/>
          </p:cNvSpPr>
          <p:nvPr/>
        </p:nvSpPr>
        <p:spPr>
          <a:xfrm>
            <a:off x="2495550" y="6134100"/>
            <a:ext cx="2095500" cy="238125"/>
          </a:xfrm>
          <a:prstGeom prst="rect">
            <a:avLst/>
          </a:prstGeom>
          <a:noFill/>
          <a:ln w="0">
            <a:noFill/>
            <a:prstDash val="solid"/>
          </a:ln>
        </p:spPr>
        <p:txBody>
          <a:bodyPr anchor="t">
            <a:normAutofit fontScale="85556"/>
          </a:bodyPr>
          <a:lstStyle>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a:pPr algn="l">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a:ext uri="{FF2B5EF4-FFF2-40B4-BE49-F238E27FC236}">
                <a16:creationId xmlns:a16="http://schemas.microsoft.com/office/drawing/2014/main" id="{0D697370-4698-4BFB-B855-C7266905C028}"/>
              </a:ext>
            </a:extLst>
          </p:cNvPr>
          <p:cNvSpPr>
            <a:spLocks noGrp="1"/>
          </p:cNvSpPr>
          <p:nvPr/>
        </p:nvSpPr>
        <p:spPr>
          <a:xfrm>
            <a:off x="5095875" y="6134100"/>
            <a:ext cx="2381250" cy="238125"/>
          </a:xfrm>
          <a:prstGeom prst="rect">
            <a:avLst/>
          </a:prstGeom>
          <a:noFill/>
          <a:ln w="0">
            <a:noFill/>
            <a:prstDash val="solid"/>
          </a:ln>
        </p:spPr>
        <p:txBody>
          <a:bodyPr anchor="t">
            <a:normAutofit fontScale="85556"/>
          </a:bodyPr>
          <a:lstStyle>
            <a:defPPr algn="ctr">
              <a:defRPr sz="1125" b="1" i="0">
                <a:solidFill>
                  <a:srgbClr val="E84AAB"/>
                </a:solidFill>
                <a:latin typeface="Arial"/>
                <a:ea typeface="Arial"/>
                <a:cs typeface="Arial"/>
              </a:defRPr>
            </a:defPPr>
            <a:lvl1pPr algn="ctr">
              <a:defRPr sz="1125" b="1" i="0">
                <a:solidFill>
                  <a:srgbClr val="E84AAB"/>
                </a:solidFill>
                <a:latin typeface="Arial"/>
                <a:ea typeface="Arial"/>
                <a:cs typeface="Arial"/>
              </a:defRPr>
            </a:lvl1pPr>
            <a:lvl2pPr algn="ctr">
              <a:defRPr sz="1125" b="1" i="0">
                <a:solidFill>
                  <a:srgbClr val="E84AAB"/>
                </a:solidFill>
                <a:latin typeface="Arial"/>
                <a:ea typeface="Arial"/>
                <a:cs typeface="Arial"/>
              </a:defRPr>
            </a:lvl2pPr>
            <a:lvl3pPr algn="ctr">
              <a:defRPr sz="1125" b="1" i="0">
                <a:solidFill>
                  <a:srgbClr val="E84AAB"/>
                </a:solidFill>
                <a:latin typeface="Arial"/>
                <a:ea typeface="Arial"/>
                <a:cs typeface="Arial"/>
              </a:defRPr>
            </a:lvl3pPr>
            <a:lvl4pPr algn="ctr">
              <a:defRPr sz="1125" b="1" i="0">
                <a:solidFill>
                  <a:srgbClr val="E84AAB"/>
                </a:solidFill>
                <a:latin typeface="Arial"/>
                <a:ea typeface="Arial"/>
                <a:cs typeface="Arial"/>
              </a:defRPr>
            </a:lvl4pPr>
            <a:lvl5pPr algn="ctr">
              <a:defRPr sz="1125" b="1" i="0">
                <a:solidFill>
                  <a:srgbClr val="E84AAB"/>
                </a:solidFill>
                <a:latin typeface="Arial"/>
                <a:ea typeface="Arial"/>
                <a:cs typeface="Arial"/>
              </a:defRPr>
            </a:lvl5pPr>
            <a:lvl6pPr algn="ctr">
              <a:defRPr sz="1125" b="1" i="0">
                <a:solidFill>
                  <a:srgbClr val="E84AAB"/>
                </a:solidFill>
                <a:latin typeface="Arial"/>
                <a:ea typeface="Arial"/>
                <a:cs typeface="Arial"/>
              </a:defRPr>
            </a:lvl6pPr>
            <a:lvl7pPr algn="ctr">
              <a:defRPr sz="1125" b="1" i="0">
                <a:solidFill>
                  <a:srgbClr val="E84AAB"/>
                </a:solidFill>
                <a:latin typeface="Arial"/>
                <a:ea typeface="Arial"/>
                <a:cs typeface="Arial"/>
              </a:defRPr>
            </a:lvl7pPr>
            <a:lvl8pPr algn="ctr">
              <a:defRPr sz="1125" b="1" i="0">
                <a:solidFill>
                  <a:srgbClr val="E84AAB"/>
                </a:solidFill>
                <a:latin typeface="Arial"/>
                <a:ea typeface="Arial"/>
                <a:cs typeface="Arial"/>
              </a:defRPr>
            </a:lvl8pPr>
            <a:lvl9pPr algn="ctr">
              <a:defRPr sz="1125" b="1" i="0">
                <a:solidFill>
                  <a:srgbClr val="E84AAB"/>
                </a:solidFill>
                <a:latin typeface="Arial"/>
                <a:ea typeface="Arial"/>
                <a:cs typeface="Arial"/>
              </a:defRPr>
            </a:lvl9pPr>
          </a:lstStyle>
          <a:p>
            <a:pPr algn="ctr">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a:ext uri="{FF2B5EF4-FFF2-40B4-BE49-F238E27FC236}">
                <a16:creationId xmlns:a16="http://schemas.microsoft.com/office/drawing/2014/main" id="{BF8DC555-BBA8-4380-8BA8-5F9F078C0A56}"/>
              </a:ext>
            </a:extLst>
          </p:cNvPr>
          <p:cNvSpPr>
            <a:spLocks noGrp="1"/>
          </p:cNvSpPr>
          <p:nvPr/>
        </p:nvSpPr>
        <p:spPr>
          <a:xfrm>
            <a:off x="7810500" y="6134100"/>
            <a:ext cx="2857500" cy="238125"/>
          </a:xfrm>
          <a:prstGeom prst="rect">
            <a:avLst/>
          </a:prstGeom>
          <a:noFill/>
          <a:ln w="0">
            <a:noFill/>
            <a:prstDash val="solid"/>
          </a:ln>
        </p:spPr>
        <p:txBody>
          <a:bodyPr anchor="t">
            <a:normAutofit fontScale="85556"/>
          </a:bodyPr>
          <a:lstStyle>
            <a:defPPr algn="r">
              <a:defRPr sz="1125" b="1" i="0">
                <a:solidFill>
                  <a:srgbClr val="4E9BEC"/>
                </a:solidFill>
                <a:latin typeface="Arial"/>
                <a:ea typeface="Arial"/>
                <a:cs typeface="Arial"/>
              </a:defRPr>
            </a:defPPr>
            <a:lvl1pPr algn="r">
              <a:defRPr sz="1125" b="1" i="0">
                <a:solidFill>
                  <a:srgbClr val="4E9BEC"/>
                </a:solidFill>
                <a:latin typeface="Arial"/>
                <a:ea typeface="Arial"/>
                <a:cs typeface="Arial"/>
              </a:defRPr>
            </a:lvl1pPr>
            <a:lvl2pPr algn="r">
              <a:defRPr sz="1125" b="1" i="0">
                <a:solidFill>
                  <a:srgbClr val="4E9BEC"/>
                </a:solidFill>
                <a:latin typeface="Arial"/>
                <a:ea typeface="Arial"/>
                <a:cs typeface="Arial"/>
              </a:defRPr>
            </a:lvl2pPr>
            <a:lvl3pPr algn="r">
              <a:defRPr sz="1125" b="1" i="0">
                <a:solidFill>
                  <a:srgbClr val="4E9BEC"/>
                </a:solidFill>
                <a:latin typeface="Arial"/>
                <a:ea typeface="Arial"/>
                <a:cs typeface="Arial"/>
              </a:defRPr>
            </a:lvl3pPr>
            <a:lvl4pPr algn="r">
              <a:defRPr sz="1125" b="1" i="0">
                <a:solidFill>
                  <a:srgbClr val="4E9BEC"/>
                </a:solidFill>
                <a:latin typeface="Arial"/>
                <a:ea typeface="Arial"/>
                <a:cs typeface="Arial"/>
              </a:defRPr>
            </a:lvl4pPr>
            <a:lvl5pPr algn="r">
              <a:defRPr sz="1125" b="1" i="0">
                <a:solidFill>
                  <a:srgbClr val="4E9BEC"/>
                </a:solidFill>
                <a:latin typeface="Arial"/>
                <a:ea typeface="Arial"/>
                <a:cs typeface="Arial"/>
              </a:defRPr>
            </a:lvl5pPr>
            <a:lvl6pPr algn="r">
              <a:defRPr sz="1125" b="1" i="0">
                <a:solidFill>
                  <a:srgbClr val="4E9BEC"/>
                </a:solidFill>
                <a:latin typeface="Arial"/>
                <a:ea typeface="Arial"/>
                <a:cs typeface="Arial"/>
              </a:defRPr>
            </a:lvl6pPr>
            <a:lvl7pPr algn="r">
              <a:defRPr sz="1125" b="1" i="0">
                <a:solidFill>
                  <a:srgbClr val="4E9BEC"/>
                </a:solidFill>
                <a:latin typeface="Arial"/>
                <a:ea typeface="Arial"/>
                <a:cs typeface="Arial"/>
              </a:defRPr>
            </a:lvl7pPr>
            <a:lvl8pPr algn="r">
              <a:defRPr sz="1125" b="1" i="0">
                <a:solidFill>
                  <a:srgbClr val="4E9BEC"/>
                </a:solidFill>
                <a:latin typeface="Arial"/>
                <a:ea typeface="Arial"/>
                <a:cs typeface="Arial"/>
              </a:defRPr>
            </a:lvl8pPr>
            <a:lvl9pPr algn="r">
              <a:defRPr sz="1125" b="1" i="0">
                <a:solidFill>
                  <a:srgbClr val="4E9BEC"/>
                </a:solidFill>
                <a:latin typeface="Arial"/>
                <a:ea typeface="Arial"/>
                <a:cs typeface="Arial"/>
              </a:defRPr>
            </a:lvl9pPr>
          </a:lstStyle>
          <a:p>
            <a:pPr algn="r">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F1F165-EE92-4EE8-A313-BAD4313D19A6}"/>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95718170-33DD-4B47-9143-969D91F8745B}"/>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087A733D-01D0-41CE-BC12-9F4240C17098}"/>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a:ext uri="{FF2B5EF4-FFF2-40B4-BE49-F238E27FC236}">
                <a16:creationId xmlns:a16="http://schemas.microsoft.com/office/drawing/2014/main" id="{9D7CF9A3-1754-4063-B6DA-989690B0174B}"/>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a:ext uri="{FF2B5EF4-FFF2-40B4-BE49-F238E27FC236}">
                <a16:creationId xmlns:a16="http://schemas.microsoft.com/office/drawing/2014/main" id="{1614411C-76B1-4D1C-ACD0-611EF6EFCE66}"/>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a:ext uri="{FF2B5EF4-FFF2-40B4-BE49-F238E27FC236}">
                <a16:creationId xmlns:a16="http://schemas.microsoft.com/office/drawing/2014/main" id="{5E502A6A-22AA-4589-A12F-878145782350}"/>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a:ext uri="{FF2B5EF4-FFF2-40B4-BE49-F238E27FC236}">
                <a16:creationId xmlns:a16="http://schemas.microsoft.com/office/drawing/2014/main" id="{B0D2676C-ED4A-4541-AE7D-C7955DDA3871}"/>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a:ext uri="{FF2B5EF4-FFF2-40B4-BE49-F238E27FC236}">
                <a16:creationId xmlns:a16="http://schemas.microsoft.com/office/drawing/2014/main" id="{07F45A0F-7BE1-4591-9B36-86C7A07D7BD5}"/>
              </a:ext>
            </a:extLst>
          </p:cNvPr>
          <p:cNvGraphicFramePr/>
          <p:nvPr/>
        </p:nvGraphicFramePr>
        <p:xfrm>
          <a:off x="552450" y="1619250"/>
          <a:ext cx="11087100" cy="3848100"/>
        </p:xfrm>
        <a:graphic>
          <a:graphicData uri="http://schemas.openxmlformats.org/drawingml/2006/table">
            <a:tbl>
              <a:tblPr/>
              <a:tblGrid>
                <a:gridCol w="5257800">
                  <a:extLst>
                    <a:ext uri="{9D8B030D-6E8A-4147-A177-3AD203B41FA5}">
                      <a16:colId xmlns:a16="http://schemas.microsoft.com/office/drawing/2014/main" val="20000"/>
                    </a:ext>
                  </a:extLst>
                </a:gridCol>
                <a:gridCol w="5829300">
                  <a:extLst>
                    <a:ext uri="{9D8B030D-6E8A-4147-A177-3AD203B41FA5}">
                      <a16:colId xmlns:a16="http://schemas.microsoft.com/office/drawing/2014/main" val="20001"/>
                    </a:ext>
                  </a:extLst>
                </a:gridCol>
              </a:tblGrid>
              <a:tr h="549729">
                <a:tc>
                  <a:txBody>
                    <a:bodyPr/>
                    <a:lstStyle/>
                    <a:p>
                      <a:r>
                        <a:rPr sz="1125" b="1">
                          <a:solidFill>
                            <a:srgbClr val="FFFFFF"/>
                          </a:solidFill>
                          <a:latin typeface="Arial"/>
                          <a:ea typeface="Arial"/>
                          <a:cs typeface="Arial"/>
                        </a:rPr>
                        <a:t>Implemented / verified</a:t>
                      </a:r>
                    </a:p>
                  </a:txBody>
                  <a:tcPr>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a:lnL w="9525" cap="flat" cmpd="sng" algn="ctr">
                      <a:solidFill>
                        <a:srgbClr val="29433A"/>
                      </a:solidFill>
                      <a:prstDash val="solid"/>
                      <a:round/>
                      <a:headEnd type="none" w="med" len="med"/>
                      <a:tailEnd type="none" w="med" len="me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extLst>
                  <a:ext uri="{0D108BD9-81ED-4DB2-BD59-A6C34878D82A}">
                    <a16:rowId xmlns:a16="http://schemas.microsoft.com/office/drawing/2014/main" val="10000"/>
                  </a:ext>
                </a:extLst>
              </a:tr>
              <a:tr h="549729">
                <a:tc>
                  <a:txBody>
                    <a:bodyPr/>
                    <a:lstStyle/>
                    <a:p>
                      <a:r>
                        <a:rPr sz="975">
                          <a:solidFill>
                            <a:srgbClr val="F4F7F5"/>
                          </a:solidFill>
                          <a:latin typeface="Arial"/>
                          <a:ea typeface="Arial"/>
                          <a:cs typeface="Arial"/>
                        </a:rPr>
                        <a:t>Exact-sequence full-chain prediction</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1"/>
                  </a:ext>
                </a:extLst>
              </a:tr>
              <a:tr h="549729">
                <a:tc>
                  <a:txBody>
                    <a:bodyPr/>
                    <a:lstStyle/>
                    <a:p>
                      <a:r>
                        <a:rPr sz="975">
                          <a:solidFill>
                            <a:srgbClr val="F4F7F5"/>
                          </a:solidFill>
                          <a:latin typeface="Arial"/>
                          <a:ea typeface="Arial"/>
                          <a:cs typeface="Arial"/>
                        </a:rPr>
                        <a:t>pLDDT, PAE, pTM ingestion</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2"/>
                  </a:ext>
                </a:extLst>
              </a:tr>
              <a:tr h="549729">
                <a:tc>
                  <a:txBody>
                    <a:bodyPr/>
                    <a:lstStyle/>
                    <a:p>
                      <a:r>
                        <a:rPr sz="975">
                          <a:solidFill>
                            <a:srgbClr val="F4F7F5"/>
                          </a:solidFill>
                          <a:latin typeface="Arial"/>
                          <a:ea typeface="Arial"/>
                          <a:cs typeface="Arial"/>
                        </a:rPr>
                        <a:t>Domain RMSD and protected-site screen</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3"/>
                  </a:ext>
                </a:extLst>
              </a:tr>
              <a:tr h="549729">
                <a:tc>
                  <a:txBody>
                    <a:bodyPr/>
                    <a:lstStyle/>
                    <a:p>
                      <a:r>
                        <a:rPr sz="975">
                          <a:solidFill>
                            <a:srgbClr val="F4F7F5"/>
                          </a:solidFill>
                          <a:latin typeface="Arial"/>
                          <a:ea typeface="Arial"/>
                          <a:cs typeface="Arial"/>
                        </a:rPr>
                        <a:t>Versioned schemas and checksummed bundle</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4"/>
                  </a:ext>
                </a:extLst>
              </a:tr>
              <a:tr h="549729">
                <a:tc>
                  <a:txBody>
                    <a:bodyPr/>
                    <a:lstStyle/>
                    <a:p>
                      <a:r>
                        <a:rPr sz="975">
                          <a:solidFill>
                            <a:srgbClr val="F4F7F5"/>
                          </a:solidFill>
                          <a:latin typeface="Arial"/>
                          <a:ea typeface="Arial"/>
                          <a:cs typeface="Arial"/>
                        </a:rPr>
                        <a:t>Durable detached pipelines</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5"/>
                  </a:ext>
                </a:extLst>
              </a:tr>
              <a:tr h="549729">
                <a:tc>
                  <a:txBody>
                    <a:bodyPr/>
                    <a:lstStyle/>
                    <a:p>
                      <a:r>
                        <a:rPr sz="975">
                          <a:solidFill>
                            <a:srgbClr val="F4F7F5"/>
                          </a:solidFill>
                          <a:latin typeface="Arial"/>
                          <a:ea typeface="Arial"/>
                          <a:cs typeface="Arial"/>
                        </a:rPr>
                        <a:t>Tauri / Windows research interface</a:t>
                      </a:r>
                    </a:p>
                  </a:txBody>
                  <a:tcPr>
                    <a:lnL w="9525">
                      <a:solidFill>
                        <a:srgbClr val="29433A"/>
                      </a:solidFill>
                      <a:prstDash val="soli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a:lnL w="9525" cap="flat" cmpd="sng" algn="ctr">
                      <a:solidFill>
                        <a:srgbClr val="29433A"/>
                      </a:solidFill>
                      <a:prstDash val="solid"/>
                      <a:round/>
                      <a:headEnd type="none" w="med" len="med"/>
                      <a:tailEnd type="none" w="med" len="med"/>
                    </a:lnL>
                    <a:lnR w="9525">
                      <a:solidFill>
                        <a:srgbClr val="29433A"/>
                      </a:solidFill>
                      <a:prstDash val="solid"/>
                    </a:lnR>
                    <a:lnT w="9525" cap="flat" cmpd="sng" algn="ctr">
                      <a:solidFill>
                        <a:srgbClr val="29433A"/>
                      </a:solidFill>
                      <a:prstDash val="solid"/>
                      <a:round/>
                      <a:headEnd type="none" w="med" len="med"/>
                      <a:tailEnd type="none" w="med" len="med"/>
                    </a:lnT>
                    <a:lnB w="9525">
                      <a:solidFill>
                        <a:srgbClr val="29433A"/>
                      </a:solidFill>
                      <a:prstDash val="solid"/>
                    </a:lnB>
                    <a:solidFill>
                      <a:srgbClr val="102720"/>
                    </a:solidFill>
                  </a:tcPr>
                </a:tc>
                <a:extLst>
                  <a:ext uri="{0D108BD9-81ED-4DB2-BD59-A6C34878D82A}">
                    <a16:rowId xmlns:a16="http://schemas.microsoft.com/office/drawing/2014/main" val="10006"/>
                  </a:ext>
                </a:extLst>
              </a:tr>
            </a:tbl>
          </a:graphicData>
        </a:graphic>
      </p:graphicFrame>
      <p:sp>
        <p:nvSpPr>
          <p:cNvPr id="9" name="Rectangle: Rounded Corners 8">
            <a:extLst>
              <a:ext uri="{FF2B5EF4-FFF2-40B4-BE49-F238E27FC236}">
                <a16:creationId xmlns:a16="http://schemas.microsoft.com/office/drawing/2014/main" id="{5FAC8D33-8BB3-4D68-8D14-34729A0813E4}"/>
              </a:ext>
            </a:extLst>
          </p:cNvPr>
          <p:cNvSpPr>
            <a:spLocks noGrp="1"/>
          </p:cNvSpPr>
          <p:nvPr/>
        </p:nvSpPr>
        <p:spPr>
          <a:xfrm>
            <a:off x="552450" y="5667375"/>
            <a:ext cx="11087100" cy="561975"/>
          </a:xfrm>
          <a:prstGeom prst="roundRect">
            <a:avLst>
              <a:gd name="adj" fmla="val 13559"/>
            </a:avLst>
          </a:prstGeom>
          <a:solidFill>
            <a:srgbClr val="102720"/>
          </a:solidFill>
          <a:ln w="0">
            <a:solidFill>
              <a:srgbClr val="102720"/>
            </a:solidFill>
            <a:prstDash val="solid"/>
          </a:ln>
        </p:spPr>
      </p:sp>
      <p:sp>
        <p:nvSpPr>
          <p:cNvPr id="10" name="Rectangle 9">
            <a:extLst>
              <a:ext uri="{FF2B5EF4-FFF2-40B4-BE49-F238E27FC236}">
                <a16:creationId xmlns:a16="http://schemas.microsoft.com/office/drawing/2014/main" id="{0943107B-E430-4F8B-9FDD-92D601EE94DB}"/>
              </a:ext>
            </a:extLst>
          </p:cNvPr>
          <p:cNvSpPr>
            <a:spLocks noGrp="1"/>
          </p:cNvSpPr>
          <p:nvPr/>
        </p:nvSpPr>
        <p:spPr>
          <a:xfrm>
            <a:off x="790575" y="5791200"/>
            <a:ext cx="10591800" cy="323850"/>
          </a:xfrm>
          <a:prstGeom prst="rect">
            <a:avLst/>
          </a:prstGeom>
          <a:noFill/>
          <a:ln w="0">
            <a:noFill/>
            <a:prstDash val="solid"/>
          </a:ln>
        </p:spPr>
        <p:txBody>
          <a:bodyPr anchor="t">
            <a:normAutofit/>
          </a:bodyPr>
          <a:lstStyle>
            <a:defPPr algn="ctr">
              <a:defRPr sz="1275" b="1" i="0">
                <a:solidFill>
                  <a:srgbClr val="FFFFFF"/>
                </a:solidFill>
                <a:latin typeface="Arial"/>
                <a:ea typeface="Arial"/>
                <a:cs typeface="Arial"/>
              </a:defRPr>
            </a:defPPr>
            <a:lvl1pPr algn="ctr">
              <a:defRPr sz="1275" b="1" i="0">
                <a:solidFill>
                  <a:srgbClr val="FFFFFF"/>
                </a:solidFill>
                <a:latin typeface="Arial"/>
                <a:ea typeface="Arial"/>
                <a:cs typeface="Arial"/>
              </a:defRPr>
            </a:lvl1pPr>
            <a:lvl2pPr algn="ctr">
              <a:defRPr sz="1275" b="1" i="0">
                <a:solidFill>
                  <a:srgbClr val="FFFFFF"/>
                </a:solidFill>
                <a:latin typeface="Arial"/>
                <a:ea typeface="Arial"/>
                <a:cs typeface="Arial"/>
              </a:defRPr>
            </a:lvl2pPr>
            <a:lvl3pPr algn="ctr">
              <a:defRPr sz="1275" b="1" i="0">
                <a:solidFill>
                  <a:srgbClr val="FFFFFF"/>
                </a:solidFill>
                <a:latin typeface="Arial"/>
                <a:ea typeface="Arial"/>
                <a:cs typeface="Arial"/>
              </a:defRPr>
            </a:lvl3pPr>
            <a:lvl4pPr algn="ctr">
              <a:defRPr sz="1275" b="1" i="0">
                <a:solidFill>
                  <a:srgbClr val="FFFFFF"/>
                </a:solidFill>
                <a:latin typeface="Arial"/>
                <a:ea typeface="Arial"/>
                <a:cs typeface="Arial"/>
              </a:defRPr>
            </a:lvl4pPr>
            <a:lvl5pPr algn="ctr">
              <a:defRPr sz="1275" b="1" i="0">
                <a:solidFill>
                  <a:srgbClr val="FFFFFF"/>
                </a:solidFill>
                <a:latin typeface="Arial"/>
                <a:ea typeface="Arial"/>
                <a:cs typeface="Arial"/>
              </a:defRPr>
            </a:lvl5pPr>
            <a:lvl6pPr algn="ctr">
              <a:defRPr sz="1275" b="1" i="0">
                <a:solidFill>
                  <a:srgbClr val="FFFFFF"/>
                </a:solidFill>
                <a:latin typeface="Arial"/>
                <a:ea typeface="Arial"/>
                <a:cs typeface="Arial"/>
              </a:defRPr>
            </a:lvl6pPr>
            <a:lvl7pPr algn="ctr">
              <a:defRPr sz="1275" b="1" i="0">
                <a:solidFill>
                  <a:srgbClr val="FFFFFF"/>
                </a:solidFill>
                <a:latin typeface="Arial"/>
                <a:ea typeface="Arial"/>
                <a:cs typeface="Arial"/>
              </a:defRPr>
            </a:lvl7pPr>
            <a:lvl8pPr algn="ctr">
              <a:defRPr sz="1275" b="1" i="0">
                <a:solidFill>
                  <a:srgbClr val="FFFFFF"/>
                </a:solidFill>
                <a:latin typeface="Arial"/>
                <a:ea typeface="Arial"/>
                <a:cs typeface="Arial"/>
              </a:defRPr>
            </a:lvl8pPr>
            <a:lvl9pPr algn="ctr">
              <a:defRPr sz="1275" b="1" i="0">
                <a:solidFill>
                  <a:srgbClr val="FFFFFF"/>
                </a:solidFill>
                <a:latin typeface="Arial"/>
                <a:ea typeface="Arial"/>
                <a:cs typeface="Arial"/>
              </a:defRPr>
            </a:lvl9pPr>
          </a:lstStyle>
          <a:p>
            <a:pPr algn="ctr">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B807104-9631-4CBD-A716-C9CED8C03CC5}"/>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1409EC30-499C-45E0-B5C1-13FD8BEDDD7A}"/>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497D7F82-32BA-41AA-A8D9-441BBF02C15E}"/>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a:ext uri="{FF2B5EF4-FFF2-40B4-BE49-F238E27FC236}">
                <a16:creationId xmlns:a16="http://schemas.microsoft.com/office/drawing/2014/main" id="{0DAC9E4F-6673-42B1-B99B-C2BAD2C0B1F8}"/>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a:ext uri="{FF2B5EF4-FFF2-40B4-BE49-F238E27FC236}">
                <a16:creationId xmlns:a16="http://schemas.microsoft.com/office/drawing/2014/main" id="{543A78BB-7290-4873-A6E2-BD4B2BCFC78E}"/>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23</a:t>
            </a:r>
          </a:p>
        </p:txBody>
      </p:sp>
      <p:sp>
        <p:nvSpPr>
          <p:cNvPr id="6" name="Rectangle 5">
            <a:extLst>
              <a:ext uri="{FF2B5EF4-FFF2-40B4-BE49-F238E27FC236}">
                <a16:creationId xmlns:a16="http://schemas.microsoft.com/office/drawing/2014/main" id="{AED5E1F8-86B9-46C8-A5EE-36EB4E9B07B1}"/>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a:ext uri="{FF2B5EF4-FFF2-40B4-BE49-F238E27FC236}">
                <a16:creationId xmlns:a16="http://schemas.microsoft.com/office/drawing/2014/main" id="{873A09CB-3694-4769-ADCC-0804B9B04BE6}"/>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a:ext uri="{FF2B5EF4-FFF2-40B4-BE49-F238E27FC236}">
                <a16:creationId xmlns:a16="http://schemas.microsoft.com/office/drawing/2014/main" id="{21543A66-F6C8-466B-B9A6-131F53360479}"/>
              </a:ext>
            </a:extLst>
          </p:cNvPr>
          <p:cNvSpPr>
            <a:spLocks noGrp="1"/>
          </p:cNvSpPr>
          <p:nvPr/>
        </p:nvSpPr>
        <p:spPr>
          <a:xfrm>
            <a:off x="552450" y="157162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a:ext uri="{FF2B5EF4-FFF2-40B4-BE49-F238E27FC236}">
                <a16:creationId xmlns:a16="http://schemas.microsoft.com/office/drawing/2014/main" id="{8BDFA0C4-9B86-41D3-8095-151EE5A87F19}"/>
              </a:ext>
            </a:extLst>
          </p:cNvPr>
          <p:cNvSpPr>
            <a:spLocks noGrp="1"/>
          </p:cNvSpPr>
          <p:nvPr/>
        </p:nvSpPr>
        <p:spPr>
          <a:xfrm>
            <a:off x="552450" y="231457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a:ext uri="{FF2B5EF4-FFF2-40B4-BE49-F238E27FC236}">
                <a16:creationId xmlns:a16="http://schemas.microsoft.com/office/drawing/2014/main" id="{9B84E9CD-BC3D-42F7-92FA-72156EE1D751}"/>
              </a:ext>
            </a:extLst>
          </p:cNvPr>
          <p:cNvSpPr>
            <a:spLocks noGrp="1"/>
          </p:cNvSpPr>
          <p:nvPr/>
        </p:nvSpPr>
        <p:spPr>
          <a:xfrm>
            <a:off x="552450" y="305752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a:ext uri="{FF2B5EF4-FFF2-40B4-BE49-F238E27FC236}">
                <a16:creationId xmlns:a16="http://schemas.microsoft.com/office/drawing/2014/main" id="{FA605BA5-5F14-4559-BD1F-BA9F892B6D08}"/>
              </a:ext>
            </a:extLst>
          </p:cNvPr>
          <p:cNvSpPr>
            <a:spLocks noGrp="1"/>
          </p:cNvSpPr>
          <p:nvPr/>
        </p:nvSpPr>
        <p:spPr>
          <a:xfrm>
            <a:off x="552450" y="380047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a:ext uri="{FF2B5EF4-FFF2-40B4-BE49-F238E27FC236}">
                <a16:creationId xmlns:a16="http://schemas.microsoft.com/office/drawing/2014/main" id="{DC005883-43C7-4D90-9535-1E119A220B6D}"/>
              </a:ext>
            </a:extLst>
          </p:cNvPr>
          <p:cNvSpPr>
            <a:spLocks noGrp="1"/>
          </p:cNvSpPr>
          <p:nvPr/>
        </p:nvSpPr>
        <p:spPr>
          <a:xfrm>
            <a:off x="552450" y="454342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a:ext uri="{FF2B5EF4-FFF2-40B4-BE49-F238E27FC236}">
                <a16:creationId xmlns:a16="http://schemas.microsoft.com/office/drawing/2014/main" id="{84037CEA-DFFC-4DA6-88AC-4CC8FF9E94E9}"/>
              </a:ext>
            </a:extLst>
          </p:cNvPr>
          <p:cNvSpPr>
            <a:spLocks noGrp="1"/>
          </p:cNvSpPr>
          <p:nvPr/>
        </p:nvSpPr>
        <p:spPr>
          <a:xfrm>
            <a:off x="552450" y="528637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a:ext uri="{FF2B5EF4-FFF2-40B4-BE49-F238E27FC236}">
                <a16:creationId xmlns:a16="http://schemas.microsoft.com/office/drawing/2014/main" id="{B5F5631E-ED31-4A6A-B0BA-3887852D6CAA}"/>
              </a:ext>
            </a:extLst>
          </p:cNvPr>
          <p:cNvSpPr>
            <a:spLocks noGrp="1"/>
          </p:cNvSpPr>
          <p:nvPr/>
        </p:nvSpPr>
        <p:spPr>
          <a:xfrm>
            <a:off x="6267450" y="157162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a:ext uri="{FF2B5EF4-FFF2-40B4-BE49-F238E27FC236}">
                <a16:creationId xmlns:a16="http://schemas.microsoft.com/office/drawing/2014/main" id="{59C1ED7F-BEF5-4A47-9635-E2493668959D}"/>
              </a:ext>
            </a:extLst>
          </p:cNvPr>
          <p:cNvSpPr>
            <a:spLocks noGrp="1"/>
          </p:cNvSpPr>
          <p:nvPr/>
        </p:nvSpPr>
        <p:spPr>
          <a:xfrm>
            <a:off x="6267450" y="231457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a:ext uri="{FF2B5EF4-FFF2-40B4-BE49-F238E27FC236}">
                <a16:creationId xmlns:a16="http://schemas.microsoft.com/office/drawing/2014/main" id="{843D5D9F-0BC0-4D55-B70A-B2650F2B40DB}"/>
              </a:ext>
            </a:extLst>
          </p:cNvPr>
          <p:cNvSpPr>
            <a:spLocks noGrp="1"/>
          </p:cNvSpPr>
          <p:nvPr/>
        </p:nvSpPr>
        <p:spPr>
          <a:xfrm>
            <a:off x="6267450" y="305752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a:ext uri="{FF2B5EF4-FFF2-40B4-BE49-F238E27FC236}">
                <a16:creationId xmlns:a16="http://schemas.microsoft.com/office/drawing/2014/main" id="{1BF2160F-E74D-4FA6-897F-DE88139C26FC}"/>
              </a:ext>
            </a:extLst>
          </p:cNvPr>
          <p:cNvSpPr>
            <a:spLocks noGrp="1"/>
          </p:cNvSpPr>
          <p:nvPr/>
        </p:nvSpPr>
        <p:spPr>
          <a:xfrm>
            <a:off x="6267450" y="380047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a:ext uri="{FF2B5EF4-FFF2-40B4-BE49-F238E27FC236}">
                <a16:creationId xmlns:a16="http://schemas.microsoft.com/office/drawing/2014/main" id="{D480A1CB-840E-421D-A86F-864382236CC1}"/>
              </a:ext>
            </a:extLst>
          </p:cNvPr>
          <p:cNvSpPr>
            <a:spLocks noGrp="1"/>
          </p:cNvSpPr>
          <p:nvPr/>
        </p:nvSpPr>
        <p:spPr>
          <a:xfrm>
            <a:off x="6267450" y="454342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a:ext uri="{FF2B5EF4-FFF2-40B4-BE49-F238E27FC236}">
                <a16:creationId xmlns:a16="http://schemas.microsoft.com/office/drawing/2014/main" id="{2DBFA75B-80C3-4463-9D3B-010124DC24A0}"/>
              </a:ext>
            </a:extLst>
          </p:cNvPr>
          <p:cNvSpPr>
            <a:spLocks noGrp="1"/>
          </p:cNvSpPr>
          <p:nvPr/>
        </p:nvSpPr>
        <p:spPr>
          <a:xfrm>
            <a:off x="6267450" y="528637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a:ext uri="{FF2B5EF4-FFF2-40B4-BE49-F238E27FC236}">
                <a16:creationId xmlns:a16="http://schemas.microsoft.com/office/drawing/2014/main" id="{B9548699-7D12-4BF3-B5BF-9C587733B643}"/>
              </a:ext>
            </a:extLst>
          </p:cNvPr>
          <p:cNvSpPr>
            <a:spLocks noGrp="1"/>
          </p:cNvSpPr>
          <p:nvPr/>
        </p:nvSpPr>
        <p:spPr>
          <a:xfrm>
            <a:off x="6019800" y="1562100"/>
            <a:ext cx="0" cy="4514850"/>
          </a:xfrm>
          <a:prstGeom prst="line">
            <a:avLst/>
          </a:prstGeom>
          <a:noFill/>
          <a:ln w="9525">
            <a:solidFill>
              <a:srgbClr val="29433A"/>
            </a:solidFill>
            <a:prstDash val="solid"/>
          </a:ln>
        </p:spPr>
      </p:sp>
    </p:spTree>
    <p:extLst>
      <p:ext uri="{BB962C8B-B14F-4D97-AF65-F5344CB8AC3E}">
        <p14:creationId xmlns:p14="http://schemas.microsoft.com/office/powerpoint/2010/main" val="1093070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9395FEB-A3FF-434B-AEFA-C1FF6A75306E}"/>
              </a:ext>
            </a:extLst>
          </p:cNvPr>
          <p:cNvSpPr>
            <a:spLocks noGrp="1"/>
          </p:cNvSpPr>
          <p:nvPr/>
        </p:nvSpPr>
        <p:spPr>
          <a:xfrm>
            <a:off x="0" y="0"/>
            <a:ext cx="12192000" cy="7620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51AF58A2-54AC-4E82-8650-5ACC0BA35A82}"/>
              </a:ext>
            </a:extLst>
          </p:cNvPr>
          <p:cNvSpPr>
            <a:spLocks noGrp="1"/>
          </p:cNvSpPr>
          <p:nvPr/>
        </p:nvSpPr>
        <p:spPr>
          <a:xfrm>
            <a:off x="514350" y="228600"/>
            <a:ext cx="1714500" cy="171450"/>
          </a:xfrm>
          <a:prstGeom prst="rect">
            <a:avLst/>
          </a:prstGeom>
          <a:noFill/>
          <a:ln w="0">
            <a:noFill/>
            <a:prstDash val="solid"/>
          </a:ln>
        </p:spPr>
        <p:txBody>
          <a:bodyPr anchor="t">
            <a:normAutofit fontScale="58333"/>
          </a:bodyPr>
          <a:lstStyle>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a:ext uri="{FF2B5EF4-FFF2-40B4-BE49-F238E27FC236}">
                <a16:creationId xmlns:a16="http://schemas.microsoft.com/office/drawing/2014/main" id="{BE424CD9-7892-47FD-B542-F0A5873AC92E}"/>
              </a:ext>
            </a:extLst>
          </p:cNvPr>
          <p:cNvSpPr>
            <a:spLocks noGrp="1"/>
          </p:cNvSpPr>
          <p:nvPr/>
        </p:nvSpPr>
        <p:spPr>
          <a:xfrm>
            <a:off x="2228850" y="228600"/>
            <a:ext cx="5715000" cy="171450"/>
          </a:xfrm>
          <a:prstGeom prst="rect">
            <a:avLst/>
          </a:prstGeom>
          <a:noFill/>
          <a:ln w="0">
            <a:noFill/>
            <a:prstDash val="solid"/>
          </a:ln>
        </p:spPr>
        <p:txBody>
          <a:bodyPr anchor="t">
            <a:normAutofit fontScale="58333"/>
          </a:bodyPr>
          <a:lstStyle>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a:pPr algn="l">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a:ext uri="{FF2B5EF4-FFF2-40B4-BE49-F238E27FC236}">
                <a16:creationId xmlns:a16="http://schemas.microsoft.com/office/drawing/2014/main" id="{823A14F4-D77B-4A52-B347-1124D501461D}"/>
              </a:ext>
            </a:extLst>
          </p:cNvPr>
          <p:cNvSpPr>
            <a:spLocks noGrp="1"/>
          </p:cNvSpPr>
          <p:nvPr/>
        </p:nvSpPr>
        <p:spPr>
          <a:xfrm>
            <a:off x="514350" y="6515100"/>
            <a:ext cx="9525000" cy="152400"/>
          </a:xfrm>
          <a:prstGeom prst="rect">
            <a:avLst/>
          </a:prstGeom>
          <a:noFill/>
          <a:ln w="0">
            <a:noFill/>
            <a:prstDash val="solid"/>
          </a:ln>
        </p:spPr>
        <p:txBody>
          <a:bodyPr anchor="t">
            <a:normAutofit fontScale="59259"/>
          </a:bodyPr>
          <a:lstStyle>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a:pPr algn="l">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a:ext uri="{FF2B5EF4-FFF2-40B4-BE49-F238E27FC236}">
                <a16:creationId xmlns:a16="http://schemas.microsoft.com/office/drawing/2014/main" id="{87C8FF70-4888-44B0-BEB8-B0D660DADA5F}"/>
              </a:ext>
            </a:extLst>
          </p:cNvPr>
          <p:cNvSpPr>
            <a:spLocks noGrp="1"/>
          </p:cNvSpPr>
          <p:nvPr/>
        </p:nvSpPr>
        <p:spPr>
          <a:xfrm>
            <a:off x="10287000" y="6486525"/>
            <a:ext cx="1428750" cy="171450"/>
          </a:xfrm>
          <a:prstGeom prst="rect">
            <a:avLst/>
          </a:prstGeom>
          <a:noFill/>
          <a:ln w="0">
            <a:noFill/>
            <a:prstDash val="solid"/>
          </a:ln>
        </p:spPr>
        <p:txBody>
          <a:bodyPr anchor="t">
            <a:normAutofit fontScale="70000"/>
          </a:bodyPr>
          <a:lstStyle>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24</a:t>
            </a:r>
          </a:p>
        </p:txBody>
      </p:sp>
      <p:sp>
        <p:nvSpPr>
          <p:cNvPr id="6" name="Rectangle 5">
            <a:extLst>
              <a:ext uri="{FF2B5EF4-FFF2-40B4-BE49-F238E27FC236}">
                <a16:creationId xmlns:a16="http://schemas.microsoft.com/office/drawing/2014/main" id="{89B5B173-AD4F-4488-99D7-D26EC2884B27}"/>
              </a:ext>
            </a:extLst>
          </p:cNvPr>
          <p:cNvSpPr>
            <a:spLocks noGrp="1"/>
          </p:cNvSpPr>
          <p:nvPr/>
        </p:nvSpPr>
        <p:spPr>
          <a:xfrm>
            <a:off x="514350" y="571500"/>
            <a:ext cx="11163300" cy="552450"/>
          </a:xfrm>
          <a:prstGeom prst="rect">
            <a:avLst/>
          </a:prstGeom>
          <a:noFill/>
          <a:ln w="0">
            <a:noFill/>
            <a:prstDash val="solid"/>
          </a:ln>
        </p:spPr>
        <p:txBody>
          <a:bodyPr anchor="t">
            <a:normAutofit/>
          </a:bodyPr>
          <a:lstStyle>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a:pPr algn="l">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a:ext uri="{FF2B5EF4-FFF2-40B4-BE49-F238E27FC236}">
                <a16:creationId xmlns:a16="http://schemas.microsoft.com/office/drawing/2014/main" id="{D0A13E9B-0FDB-4A24-96BF-6F7B65A15439}"/>
              </a:ext>
            </a:extLst>
          </p:cNvPr>
          <p:cNvSpPr>
            <a:spLocks noGrp="1"/>
          </p:cNvSpPr>
          <p:nvPr/>
        </p:nvSpPr>
        <p:spPr>
          <a:xfrm>
            <a:off x="533400" y="1143000"/>
            <a:ext cx="11049000" cy="400050"/>
          </a:xfrm>
          <a:prstGeom prst="rect">
            <a:avLst/>
          </a:prstGeom>
          <a:noFill/>
          <a:ln w="0">
            <a:noFill/>
            <a:prstDash val="solid"/>
          </a:ln>
        </p:spPr>
        <p:txBody>
          <a:bodyPr anchor="t">
            <a:normAutofit/>
          </a:bodyPr>
          <a:lstStyle>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a:pPr algn="l">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a:ext uri="{FF2B5EF4-FFF2-40B4-BE49-F238E27FC236}">
                <a16:creationId xmlns:a16="http://schemas.microsoft.com/office/drawing/2014/main" id="{4F17B5AE-B2C0-451B-883D-F79B47D94097}"/>
              </a:ext>
            </a:extLst>
          </p:cNvPr>
          <p:cNvSpPr>
            <a:spLocks noGrp="1"/>
          </p:cNvSpPr>
          <p:nvPr/>
        </p:nvSpPr>
        <p:spPr>
          <a:xfrm>
            <a:off x="552450" y="157162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a:ext uri="{FF2B5EF4-FFF2-40B4-BE49-F238E27FC236}">
                <a16:creationId xmlns:a16="http://schemas.microsoft.com/office/drawing/2014/main" id="{FE8271D3-D8A2-4F6B-8DE0-BF772DE46B5D}"/>
              </a:ext>
            </a:extLst>
          </p:cNvPr>
          <p:cNvSpPr>
            <a:spLocks noGrp="1"/>
          </p:cNvSpPr>
          <p:nvPr/>
        </p:nvSpPr>
        <p:spPr>
          <a:xfrm>
            <a:off x="552450" y="231457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a:ext uri="{FF2B5EF4-FFF2-40B4-BE49-F238E27FC236}">
                <a16:creationId xmlns:a16="http://schemas.microsoft.com/office/drawing/2014/main" id="{6278BBBD-CC72-4B01-ACF9-C7F36DB8FCCA}"/>
              </a:ext>
            </a:extLst>
          </p:cNvPr>
          <p:cNvSpPr>
            <a:spLocks noGrp="1"/>
          </p:cNvSpPr>
          <p:nvPr/>
        </p:nvSpPr>
        <p:spPr>
          <a:xfrm>
            <a:off x="552450" y="305752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a:ext uri="{FF2B5EF4-FFF2-40B4-BE49-F238E27FC236}">
                <a16:creationId xmlns:a16="http://schemas.microsoft.com/office/drawing/2014/main" id="{F8B75AAD-AA34-4318-8C23-18F6A89AD154}"/>
              </a:ext>
            </a:extLst>
          </p:cNvPr>
          <p:cNvSpPr>
            <a:spLocks noGrp="1"/>
          </p:cNvSpPr>
          <p:nvPr/>
        </p:nvSpPr>
        <p:spPr>
          <a:xfrm>
            <a:off x="552450" y="380047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a:ext uri="{FF2B5EF4-FFF2-40B4-BE49-F238E27FC236}">
                <a16:creationId xmlns:a16="http://schemas.microsoft.com/office/drawing/2014/main" id="{D267FD50-8A31-459F-831A-1EFE0F7B630C}"/>
              </a:ext>
            </a:extLst>
          </p:cNvPr>
          <p:cNvSpPr>
            <a:spLocks noGrp="1"/>
          </p:cNvSpPr>
          <p:nvPr/>
        </p:nvSpPr>
        <p:spPr>
          <a:xfrm>
            <a:off x="552450" y="454342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a:ext uri="{FF2B5EF4-FFF2-40B4-BE49-F238E27FC236}">
                <a16:creationId xmlns:a16="http://schemas.microsoft.com/office/drawing/2014/main" id="{24566125-A88C-4AD4-A850-D1798E47B27B}"/>
              </a:ext>
            </a:extLst>
          </p:cNvPr>
          <p:cNvSpPr>
            <a:spLocks noGrp="1"/>
          </p:cNvSpPr>
          <p:nvPr/>
        </p:nvSpPr>
        <p:spPr>
          <a:xfrm>
            <a:off x="552450" y="5286375"/>
            <a:ext cx="525780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a:ext uri="{FF2B5EF4-FFF2-40B4-BE49-F238E27FC236}">
                <a16:creationId xmlns:a16="http://schemas.microsoft.com/office/drawing/2014/main" id="{AC46B1A3-8D39-430A-A10D-2CE07BE03EB2}"/>
              </a:ext>
            </a:extLst>
          </p:cNvPr>
          <p:cNvSpPr>
            <a:spLocks noGrp="1"/>
          </p:cNvSpPr>
          <p:nvPr/>
        </p:nvSpPr>
        <p:spPr>
          <a:xfrm>
            <a:off x="6267450" y="157162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a:ext uri="{FF2B5EF4-FFF2-40B4-BE49-F238E27FC236}">
                <a16:creationId xmlns:a16="http://schemas.microsoft.com/office/drawing/2014/main" id="{79FB2DB9-E2A1-469E-9F15-9B8AB72EC374}"/>
              </a:ext>
            </a:extLst>
          </p:cNvPr>
          <p:cNvSpPr>
            <a:spLocks noGrp="1"/>
          </p:cNvSpPr>
          <p:nvPr/>
        </p:nvSpPr>
        <p:spPr>
          <a:xfrm>
            <a:off x="6267450" y="231457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a:ext uri="{FF2B5EF4-FFF2-40B4-BE49-F238E27FC236}">
                <a16:creationId xmlns:a16="http://schemas.microsoft.com/office/drawing/2014/main" id="{44C1D9BE-1FA0-4CD4-8210-5AE5A9BFFD5B}"/>
              </a:ext>
            </a:extLst>
          </p:cNvPr>
          <p:cNvSpPr>
            <a:spLocks noGrp="1"/>
          </p:cNvSpPr>
          <p:nvPr/>
        </p:nvSpPr>
        <p:spPr>
          <a:xfrm>
            <a:off x="6267450" y="305752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a:ext uri="{FF2B5EF4-FFF2-40B4-BE49-F238E27FC236}">
                <a16:creationId xmlns:a16="http://schemas.microsoft.com/office/drawing/2014/main" id="{BF7AFBF4-3FBF-4B26-A121-A2CF75D51271}"/>
              </a:ext>
            </a:extLst>
          </p:cNvPr>
          <p:cNvSpPr>
            <a:spLocks noGrp="1"/>
          </p:cNvSpPr>
          <p:nvPr/>
        </p:nvSpPr>
        <p:spPr>
          <a:xfrm>
            <a:off x="6267450" y="380047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a:ext uri="{FF2B5EF4-FFF2-40B4-BE49-F238E27FC236}">
                <a16:creationId xmlns:a16="http://schemas.microsoft.com/office/drawing/2014/main" id="{337072CE-B5CB-4A96-9741-992DF8BFFC0F}"/>
              </a:ext>
            </a:extLst>
          </p:cNvPr>
          <p:cNvSpPr>
            <a:spLocks noGrp="1"/>
          </p:cNvSpPr>
          <p:nvPr/>
        </p:nvSpPr>
        <p:spPr>
          <a:xfrm>
            <a:off x="6267450" y="454342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a:ext uri="{FF2B5EF4-FFF2-40B4-BE49-F238E27FC236}">
                <a16:creationId xmlns:a16="http://schemas.microsoft.com/office/drawing/2014/main" id="{A87B41F4-3E77-487B-9E6C-F37B5D97E53A}"/>
              </a:ext>
            </a:extLst>
          </p:cNvPr>
          <p:cNvSpPr>
            <a:spLocks noGrp="1"/>
          </p:cNvSpPr>
          <p:nvPr/>
        </p:nvSpPr>
        <p:spPr>
          <a:xfrm>
            <a:off x="6267450" y="5286375"/>
            <a:ext cx="5314950" cy="609600"/>
          </a:xfrm>
          <a:prstGeom prst="rect">
            <a:avLst/>
          </a:prstGeom>
          <a:noFill/>
          <a:ln w="0">
            <a:noFill/>
            <a:prstDash val="solid"/>
          </a:ln>
        </p:spPr>
        <p:txBody>
          <a:bodyPr anchor="t">
            <a:normAutofit/>
          </a:bodyPr>
          <a:lstStyle>
            <a:defPPr algn="l">
              <a:defRPr sz="1050" b="0" i="0">
                <a:solidFill>
                  <a:srgbClr val="F4F7F5"/>
                </a:solidFill>
                <a:latin typeface="Arial"/>
                <a:ea typeface="Arial"/>
                <a:cs typeface="Arial"/>
              </a:defRPr>
            </a:defPPr>
            <a:lvl1pPr algn="l">
              <a:defRPr sz="1050" b="0" i="0">
                <a:solidFill>
                  <a:srgbClr val="F4F7F5"/>
                </a:solidFill>
                <a:latin typeface="Arial"/>
                <a:ea typeface="Arial"/>
                <a:cs typeface="Arial"/>
              </a:defRPr>
            </a:lvl1pPr>
            <a:lvl2pPr algn="l">
              <a:defRPr sz="1050" b="0" i="0">
                <a:solidFill>
                  <a:srgbClr val="F4F7F5"/>
                </a:solidFill>
                <a:latin typeface="Arial"/>
                <a:ea typeface="Arial"/>
                <a:cs typeface="Arial"/>
              </a:defRPr>
            </a:lvl2pPr>
            <a:lvl3pPr algn="l">
              <a:defRPr sz="1050" b="0" i="0">
                <a:solidFill>
                  <a:srgbClr val="F4F7F5"/>
                </a:solidFill>
                <a:latin typeface="Arial"/>
                <a:ea typeface="Arial"/>
                <a:cs typeface="Arial"/>
              </a:defRPr>
            </a:lvl3pPr>
            <a:lvl4pPr algn="l">
              <a:defRPr sz="1050" b="0" i="0">
                <a:solidFill>
                  <a:srgbClr val="F4F7F5"/>
                </a:solidFill>
                <a:latin typeface="Arial"/>
                <a:ea typeface="Arial"/>
                <a:cs typeface="Arial"/>
              </a:defRPr>
            </a:lvl4pPr>
            <a:lvl5pPr algn="l">
              <a:defRPr sz="1050" b="0" i="0">
                <a:solidFill>
                  <a:srgbClr val="F4F7F5"/>
                </a:solidFill>
                <a:latin typeface="Arial"/>
                <a:ea typeface="Arial"/>
                <a:cs typeface="Arial"/>
              </a:defRPr>
            </a:lvl5pPr>
            <a:lvl6pPr algn="l">
              <a:defRPr sz="1050" b="0" i="0">
                <a:solidFill>
                  <a:srgbClr val="F4F7F5"/>
                </a:solidFill>
                <a:latin typeface="Arial"/>
                <a:ea typeface="Arial"/>
                <a:cs typeface="Arial"/>
              </a:defRPr>
            </a:lvl6pPr>
            <a:lvl7pPr algn="l">
              <a:defRPr sz="1050" b="0" i="0">
                <a:solidFill>
                  <a:srgbClr val="F4F7F5"/>
                </a:solidFill>
                <a:latin typeface="Arial"/>
                <a:ea typeface="Arial"/>
                <a:cs typeface="Arial"/>
              </a:defRPr>
            </a:lvl7pPr>
            <a:lvl8pPr algn="l">
              <a:defRPr sz="1050" b="0" i="0">
                <a:solidFill>
                  <a:srgbClr val="F4F7F5"/>
                </a:solidFill>
                <a:latin typeface="Arial"/>
                <a:ea typeface="Arial"/>
                <a:cs typeface="Arial"/>
              </a:defRPr>
            </a:lvl8pPr>
            <a:lvl9pPr algn="l">
              <a:defRPr sz="1050" b="0" i="0">
                <a:solidFill>
                  <a:srgbClr val="F4F7F5"/>
                </a:solidFill>
                <a:latin typeface="Arial"/>
                <a:ea typeface="Arial"/>
                <a:cs typeface="Arial"/>
              </a:defRPr>
            </a:lvl9pPr>
          </a:lstStyle>
          <a:p>
            <a:pPr algn="l">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a:ext uri="{FF2B5EF4-FFF2-40B4-BE49-F238E27FC236}">
                <a16:creationId xmlns:a16="http://schemas.microsoft.com/office/drawing/2014/main" id="{26E951BA-B2DF-42B9-91ED-015AE86C60E8}"/>
              </a:ext>
            </a:extLst>
          </p:cNvPr>
          <p:cNvSpPr>
            <a:spLocks noGrp="1"/>
          </p:cNvSpPr>
          <p:nvPr/>
        </p:nvSpPr>
        <p:spPr>
          <a:xfrm>
            <a:off x="6019800" y="1562100"/>
            <a:ext cx="0" cy="4514850"/>
          </a:xfrm>
          <a:prstGeom prst="line">
            <a:avLst/>
          </a:prstGeom>
          <a:noFill/>
          <a:ln w="9525">
            <a:solidFill>
              <a:srgbClr val="29433A"/>
            </a:solidFill>
            <a:prstDash val="solid"/>
          </a:ln>
        </p:spPr>
      </p:sp>
    </p:spTree>
    <p:extLst>
      <p:ext uri="{BB962C8B-B14F-4D97-AF65-F5344CB8AC3E}">
        <p14:creationId xmlns:p14="http://schemas.microsoft.com/office/powerpoint/2010/main" val="1458773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91A1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25183B3-A78F-4A48-A92B-DD58CB0DD80B}"/>
              </a:ext>
            </a:extLst>
          </p:cNvPr>
          <p:cNvSpPr>
            <a:spLocks noGrp="1"/>
          </p:cNvSpPr>
          <p:nvPr/>
        </p:nvSpPr>
        <p:spPr>
          <a:xfrm>
            <a:off x="0" y="0"/>
            <a:ext cx="12192000" cy="95250"/>
          </a:xfrm>
          <a:prstGeom prst="rect">
            <a:avLst/>
          </a:prstGeom>
          <a:solidFill>
            <a:srgbClr val="3FC6D6"/>
          </a:solidFill>
          <a:ln w="0">
            <a:noFill/>
            <a:prstDash val="solid"/>
          </a:ln>
        </p:spPr>
      </p:sp>
      <p:sp>
        <p:nvSpPr>
          <p:cNvPr id="2" name="Rectangle 1">
            <a:extLst>
              <a:ext uri="{FF2B5EF4-FFF2-40B4-BE49-F238E27FC236}">
                <a16:creationId xmlns:a16="http://schemas.microsoft.com/office/drawing/2014/main" id="{A2724084-5995-40E0-BEC4-19EB5BD151FF}"/>
              </a:ext>
            </a:extLst>
          </p:cNvPr>
          <p:cNvSpPr>
            <a:spLocks noGrp="1"/>
          </p:cNvSpPr>
          <p:nvPr/>
        </p:nvSpPr>
        <p:spPr>
          <a:xfrm>
            <a:off x="590550" y="571500"/>
            <a:ext cx="2381250" cy="228600"/>
          </a:xfrm>
          <a:prstGeom prst="rect">
            <a:avLst/>
          </a:prstGeom>
          <a:noFill/>
          <a:ln w="0">
            <a:noFill/>
            <a:prstDash val="solid"/>
          </a:ln>
        </p:spPr>
        <p:txBody>
          <a:bodyPr anchor="t">
            <a:normAutofit fontScale="92308"/>
          </a:bodyPr>
          <a:lstStyle>
            <a:defPPr algn="l">
              <a:defRPr sz="975" b="1" i="0">
                <a:solidFill>
                  <a:srgbClr val="3FC6D6"/>
                </a:solidFill>
                <a:latin typeface="Arial"/>
                <a:ea typeface="Arial"/>
                <a:cs typeface="Arial"/>
              </a:defRPr>
            </a:defPPr>
            <a:lvl1pPr algn="l">
              <a:defRPr sz="975" b="1" i="0">
                <a:solidFill>
                  <a:srgbClr val="3FC6D6"/>
                </a:solidFill>
                <a:latin typeface="Arial"/>
                <a:ea typeface="Arial"/>
                <a:cs typeface="Arial"/>
              </a:defRPr>
            </a:lvl1pPr>
            <a:lvl2pPr algn="l">
              <a:defRPr sz="975" b="1" i="0">
                <a:solidFill>
                  <a:srgbClr val="3FC6D6"/>
                </a:solidFill>
                <a:latin typeface="Arial"/>
                <a:ea typeface="Arial"/>
                <a:cs typeface="Arial"/>
              </a:defRPr>
            </a:lvl2pPr>
            <a:lvl3pPr algn="l">
              <a:defRPr sz="975" b="1" i="0">
                <a:solidFill>
                  <a:srgbClr val="3FC6D6"/>
                </a:solidFill>
                <a:latin typeface="Arial"/>
                <a:ea typeface="Arial"/>
                <a:cs typeface="Arial"/>
              </a:defRPr>
            </a:lvl3pPr>
            <a:lvl4pPr algn="l">
              <a:defRPr sz="975" b="1" i="0">
                <a:solidFill>
                  <a:srgbClr val="3FC6D6"/>
                </a:solidFill>
                <a:latin typeface="Arial"/>
                <a:ea typeface="Arial"/>
                <a:cs typeface="Arial"/>
              </a:defRPr>
            </a:lvl4pPr>
            <a:lvl5pPr algn="l">
              <a:defRPr sz="975" b="1" i="0">
                <a:solidFill>
                  <a:srgbClr val="3FC6D6"/>
                </a:solidFill>
                <a:latin typeface="Arial"/>
                <a:ea typeface="Arial"/>
                <a:cs typeface="Arial"/>
              </a:defRPr>
            </a:lvl5pPr>
            <a:lvl6pPr algn="l">
              <a:defRPr sz="975" b="1" i="0">
                <a:solidFill>
                  <a:srgbClr val="3FC6D6"/>
                </a:solidFill>
                <a:latin typeface="Arial"/>
                <a:ea typeface="Arial"/>
                <a:cs typeface="Arial"/>
              </a:defRPr>
            </a:lvl6pPr>
            <a:lvl7pPr algn="l">
              <a:defRPr sz="975" b="1" i="0">
                <a:solidFill>
                  <a:srgbClr val="3FC6D6"/>
                </a:solidFill>
                <a:latin typeface="Arial"/>
                <a:ea typeface="Arial"/>
                <a:cs typeface="Arial"/>
              </a:defRPr>
            </a:lvl7pPr>
            <a:lvl8pPr algn="l">
              <a:defRPr sz="975" b="1" i="0">
                <a:solidFill>
                  <a:srgbClr val="3FC6D6"/>
                </a:solidFill>
                <a:latin typeface="Arial"/>
                <a:ea typeface="Arial"/>
                <a:cs typeface="Arial"/>
              </a:defRPr>
            </a:lvl8pPr>
            <a:lvl9pPr algn="l">
              <a:defRPr sz="975" b="1" i="0">
                <a:solidFill>
                  <a:srgbClr val="3FC6D6"/>
                </a:solidFill>
                <a:latin typeface="Arial"/>
                <a:ea typeface="Arial"/>
                <a:cs typeface="Arial"/>
              </a:defRPr>
            </a:lvl9pPr>
          </a:lstStyle>
          <a:p>
            <a:pPr algn="l">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a:ext uri="{FF2B5EF4-FFF2-40B4-BE49-F238E27FC236}">
                <a16:creationId xmlns:a16="http://schemas.microsoft.com/office/drawing/2014/main" id="{3AE8D327-80F0-40C0-88FB-8AD8638FF58F}"/>
              </a:ext>
            </a:extLst>
          </p:cNvPr>
          <p:cNvSpPr>
            <a:spLocks noGrp="1"/>
          </p:cNvSpPr>
          <p:nvPr/>
        </p:nvSpPr>
        <p:spPr>
          <a:xfrm>
            <a:off x="590550" y="1143000"/>
            <a:ext cx="8858250" cy="628650"/>
          </a:xfrm>
          <a:prstGeom prst="rect">
            <a:avLst/>
          </a:prstGeom>
          <a:noFill/>
          <a:ln w="0">
            <a:noFill/>
            <a:prstDash val="solid"/>
          </a:ln>
        </p:spPr>
        <p:txBody>
          <a:bodyPr anchor="t">
            <a:normAutofit/>
          </a:bodyPr>
          <a:lstStyle>
            <a:defPPr algn="l">
              <a:defRPr sz="3000" b="1" i="0">
                <a:solidFill>
                  <a:srgbClr val="FFFFFF"/>
                </a:solidFill>
                <a:latin typeface="Arial"/>
                <a:ea typeface="Arial"/>
                <a:cs typeface="Arial"/>
              </a:defRPr>
            </a:defPPr>
            <a:lvl1pPr algn="l">
              <a:defRPr sz="3000" b="1" i="0">
                <a:solidFill>
                  <a:srgbClr val="FFFFFF"/>
                </a:solidFill>
                <a:latin typeface="Arial"/>
                <a:ea typeface="Arial"/>
                <a:cs typeface="Arial"/>
              </a:defRPr>
            </a:lvl1pPr>
            <a:lvl2pPr algn="l">
              <a:defRPr sz="3000" b="1" i="0">
                <a:solidFill>
                  <a:srgbClr val="FFFFFF"/>
                </a:solidFill>
                <a:latin typeface="Arial"/>
                <a:ea typeface="Arial"/>
                <a:cs typeface="Arial"/>
              </a:defRPr>
            </a:lvl2pPr>
            <a:lvl3pPr algn="l">
              <a:defRPr sz="3000" b="1" i="0">
                <a:solidFill>
                  <a:srgbClr val="FFFFFF"/>
                </a:solidFill>
                <a:latin typeface="Arial"/>
                <a:ea typeface="Arial"/>
                <a:cs typeface="Arial"/>
              </a:defRPr>
            </a:lvl3pPr>
            <a:lvl4pPr algn="l">
              <a:defRPr sz="3000" b="1" i="0">
                <a:solidFill>
                  <a:srgbClr val="FFFFFF"/>
                </a:solidFill>
                <a:latin typeface="Arial"/>
                <a:ea typeface="Arial"/>
                <a:cs typeface="Arial"/>
              </a:defRPr>
            </a:lvl4pPr>
            <a:lvl5pPr algn="l">
              <a:defRPr sz="3000" b="1" i="0">
                <a:solidFill>
                  <a:srgbClr val="FFFFFF"/>
                </a:solidFill>
                <a:latin typeface="Arial"/>
                <a:ea typeface="Arial"/>
                <a:cs typeface="Arial"/>
              </a:defRPr>
            </a:lvl5pPr>
            <a:lvl6pPr algn="l">
              <a:defRPr sz="3000" b="1" i="0">
                <a:solidFill>
                  <a:srgbClr val="FFFFFF"/>
                </a:solidFill>
                <a:latin typeface="Arial"/>
                <a:ea typeface="Arial"/>
                <a:cs typeface="Arial"/>
              </a:defRPr>
            </a:lvl6pPr>
            <a:lvl7pPr algn="l">
              <a:defRPr sz="3000" b="1" i="0">
                <a:solidFill>
                  <a:srgbClr val="FFFFFF"/>
                </a:solidFill>
                <a:latin typeface="Arial"/>
                <a:ea typeface="Arial"/>
                <a:cs typeface="Arial"/>
              </a:defRPr>
            </a:lvl7pPr>
            <a:lvl8pPr algn="l">
              <a:defRPr sz="3000" b="1" i="0">
                <a:solidFill>
                  <a:srgbClr val="FFFFFF"/>
                </a:solidFill>
                <a:latin typeface="Arial"/>
                <a:ea typeface="Arial"/>
                <a:cs typeface="Arial"/>
              </a:defRPr>
            </a:lvl8pPr>
            <a:lvl9pPr algn="l">
              <a:defRPr sz="3000" b="1" i="0">
                <a:solidFill>
                  <a:srgbClr val="FFFFFF"/>
                </a:solidFill>
                <a:latin typeface="Arial"/>
                <a:ea typeface="Arial"/>
                <a:cs typeface="Arial"/>
              </a:defRPr>
            </a:lvl9pPr>
          </a:lstStyle>
          <a:p>
            <a:pPr algn="l">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a:ext uri="{FF2B5EF4-FFF2-40B4-BE49-F238E27FC236}">
                <a16:creationId xmlns:a16="http://schemas.microsoft.com/office/drawing/2014/main" id="{FDD966C8-C918-4457-895A-FFFC6C0C9481}"/>
              </a:ext>
            </a:extLst>
          </p:cNvPr>
          <p:cNvSpPr>
            <a:spLocks noGrp="1"/>
          </p:cNvSpPr>
          <p:nvPr/>
        </p:nvSpPr>
        <p:spPr>
          <a:xfrm>
            <a:off x="619125" y="2286000"/>
            <a:ext cx="381000" cy="381000"/>
          </a:xfrm>
          <a:prstGeom prst="ellipse">
            <a:avLst/>
          </a:prstGeom>
          <a:solidFill>
            <a:srgbClr val="3FC6D6"/>
          </a:solidFill>
          <a:ln w="0">
            <a:noFill/>
            <a:prstDash val="solid"/>
          </a:ln>
        </p:spPr>
      </p:sp>
      <p:sp>
        <p:nvSpPr>
          <p:cNvPr id="5" name="Rectangle 4">
            <a:extLst>
              <a:ext uri="{FF2B5EF4-FFF2-40B4-BE49-F238E27FC236}">
                <a16:creationId xmlns:a16="http://schemas.microsoft.com/office/drawing/2014/main" id="{6E0DBD00-5E0A-4A56-B8A6-E5BDD33F8E8B}"/>
              </a:ext>
            </a:extLst>
          </p:cNvPr>
          <p:cNvSpPr>
            <a:spLocks noGrp="1"/>
          </p:cNvSpPr>
          <p:nvPr/>
        </p:nvSpPr>
        <p:spPr>
          <a:xfrm>
            <a:off x="619125" y="2362200"/>
            <a:ext cx="381000" cy="228600"/>
          </a:xfrm>
          <a:prstGeom prst="rect">
            <a:avLst/>
          </a:prstGeom>
          <a:noFill/>
          <a:ln w="0">
            <a:noFill/>
            <a:prstDash val="solid"/>
          </a:ln>
        </p:spPr>
        <p:txBody>
          <a:bodyPr anchor="t">
            <a:normAutofit fontScale="85714"/>
          </a:bodyPr>
          <a:lstStyle>
            <a:defPPr algn="ctr">
              <a:defRPr sz="1050" b="1" i="0">
                <a:solidFill>
                  <a:srgbClr val="091A15"/>
                </a:solidFill>
                <a:latin typeface="Arial"/>
                <a:ea typeface="Arial"/>
                <a:cs typeface="Arial"/>
              </a:defRPr>
            </a:defPPr>
            <a:lvl1pPr algn="ctr">
              <a:defRPr sz="1050" b="1" i="0">
                <a:solidFill>
                  <a:srgbClr val="091A15"/>
                </a:solidFill>
                <a:latin typeface="Arial"/>
                <a:ea typeface="Arial"/>
                <a:cs typeface="Arial"/>
              </a:defRPr>
            </a:lvl1pPr>
            <a:lvl2pPr algn="ctr">
              <a:defRPr sz="1050" b="1" i="0">
                <a:solidFill>
                  <a:srgbClr val="091A15"/>
                </a:solidFill>
                <a:latin typeface="Arial"/>
                <a:ea typeface="Arial"/>
                <a:cs typeface="Arial"/>
              </a:defRPr>
            </a:lvl2pPr>
            <a:lvl3pPr algn="ctr">
              <a:defRPr sz="1050" b="1" i="0">
                <a:solidFill>
                  <a:srgbClr val="091A15"/>
                </a:solidFill>
                <a:latin typeface="Arial"/>
                <a:ea typeface="Arial"/>
                <a:cs typeface="Arial"/>
              </a:defRPr>
            </a:lvl3pPr>
            <a:lvl4pPr algn="ctr">
              <a:defRPr sz="1050" b="1" i="0">
                <a:solidFill>
                  <a:srgbClr val="091A15"/>
                </a:solidFill>
                <a:latin typeface="Arial"/>
                <a:ea typeface="Arial"/>
                <a:cs typeface="Arial"/>
              </a:defRPr>
            </a:lvl4pPr>
            <a:lvl5pPr algn="ctr">
              <a:defRPr sz="1050" b="1" i="0">
                <a:solidFill>
                  <a:srgbClr val="091A15"/>
                </a:solidFill>
                <a:latin typeface="Arial"/>
                <a:ea typeface="Arial"/>
                <a:cs typeface="Arial"/>
              </a:defRPr>
            </a:lvl5pPr>
            <a:lvl6pPr algn="ctr">
              <a:defRPr sz="1050" b="1" i="0">
                <a:solidFill>
                  <a:srgbClr val="091A15"/>
                </a:solidFill>
                <a:latin typeface="Arial"/>
                <a:ea typeface="Arial"/>
                <a:cs typeface="Arial"/>
              </a:defRPr>
            </a:lvl6pPr>
            <a:lvl7pPr algn="ctr">
              <a:defRPr sz="1050" b="1" i="0">
                <a:solidFill>
                  <a:srgbClr val="091A15"/>
                </a:solidFill>
                <a:latin typeface="Arial"/>
                <a:ea typeface="Arial"/>
                <a:cs typeface="Arial"/>
              </a:defRPr>
            </a:lvl7pPr>
            <a:lvl8pPr algn="ctr">
              <a:defRPr sz="1050" b="1" i="0">
                <a:solidFill>
                  <a:srgbClr val="091A15"/>
                </a:solidFill>
                <a:latin typeface="Arial"/>
                <a:ea typeface="Arial"/>
                <a:cs typeface="Arial"/>
              </a:defRPr>
            </a:lvl8pPr>
            <a:lvl9pPr algn="ctr">
              <a:defRPr sz="1050" b="1" i="0">
                <a:solidFill>
                  <a:srgbClr val="091A15"/>
                </a:solidFill>
                <a:latin typeface="Arial"/>
                <a:ea typeface="Arial"/>
                <a:cs typeface="Arial"/>
              </a:defRPr>
            </a:lvl9pPr>
          </a:lstStyle>
          <a:p>
            <a:pPr algn="ctr">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a:ext uri="{FF2B5EF4-FFF2-40B4-BE49-F238E27FC236}">
                <a16:creationId xmlns:a16="http://schemas.microsoft.com/office/drawing/2014/main" id="{ED2D08C2-AFF5-40D8-BA1B-18481D06C33E}"/>
              </a:ext>
            </a:extLst>
          </p:cNvPr>
          <p:cNvSpPr>
            <a:spLocks noGrp="1"/>
          </p:cNvSpPr>
          <p:nvPr/>
        </p:nvSpPr>
        <p:spPr>
          <a:xfrm>
            <a:off x="1257300" y="2276475"/>
            <a:ext cx="9525000" cy="619125"/>
          </a:xfrm>
          <a:prstGeom prst="rect">
            <a:avLst/>
          </a:prstGeom>
          <a:noFill/>
          <a:ln w="0">
            <a:noFill/>
            <a:prstDash val="solid"/>
          </a:ln>
        </p:spPr>
        <p:txBody>
          <a:bodyPr anchor="t">
            <a:normAutofit/>
          </a:bodyPr>
          <a:lstStyle>
            <a:defPPr algn="l">
              <a:defRPr sz="1650" b="1" i="0">
                <a:solidFill>
                  <a:srgbClr val="FFFFFF"/>
                </a:solidFill>
                <a:latin typeface="Arial"/>
                <a:ea typeface="Arial"/>
                <a:cs typeface="Arial"/>
              </a:defRPr>
            </a:defPPr>
            <a:lvl1pPr algn="l">
              <a:defRPr sz="1650" b="1" i="0">
                <a:solidFill>
                  <a:srgbClr val="FFFFFF"/>
                </a:solidFill>
                <a:latin typeface="Arial"/>
                <a:ea typeface="Arial"/>
                <a:cs typeface="Arial"/>
              </a:defRPr>
            </a:lvl1pPr>
            <a:lvl2pPr algn="l">
              <a:defRPr sz="1650" b="1" i="0">
                <a:solidFill>
                  <a:srgbClr val="FFFFFF"/>
                </a:solidFill>
                <a:latin typeface="Arial"/>
                <a:ea typeface="Arial"/>
                <a:cs typeface="Arial"/>
              </a:defRPr>
            </a:lvl2pPr>
            <a:lvl3pPr algn="l">
              <a:defRPr sz="1650" b="1" i="0">
                <a:solidFill>
                  <a:srgbClr val="FFFFFF"/>
                </a:solidFill>
                <a:latin typeface="Arial"/>
                <a:ea typeface="Arial"/>
                <a:cs typeface="Arial"/>
              </a:defRPr>
            </a:lvl3pPr>
            <a:lvl4pPr algn="l">
              <a:defRPr sz="1650" b="1" i="0">
                <a:solidFill>
                  <a:srgbClr val="FFFFFF"/>
                </a:solidFill>
                <a:latin typeface="Arial"/>
                <a:ea typeface="Arial"/>
                <a:cs typeface="Arial"/>
              </a:defRPr>
            </a:lvl4pPr>
            <a:lvl5pPr algn="l">
              <a:defRPr sz="1650" b="1" i="0">
                <a:solidFill>
                  <a:srgbClr val="FFFFFF"/>
                </a:solidFill>
                <a:latin typeface="Arial"/>
                <a:ea typeface="Arial"/>
                <a:cs typeface="Arial"/>
              </a:defRPr>
            </a:lvl5pPr>
            <a:lvl6pPr algn="l">
              <a:defRPr sz="1650" b="1" i="0">
                <a:solidFill>
                  <a:srgbClr val="FFFFFF"/>
                </a:solidFill>
                <a:latin typeface="Arial"/>
                <a:ea typeface="Arial"/>
                <a:cs typeface="Arial"/>
              </a:defRPr>
            </a:lvl6pPr>
            <a:lvl7pPr algn="l">
              <a:defRPr sz="1650" b="1" i="0">
                <a:solidFill>
                  <a:srgbClr val="FFFFFF"/>
                </a:solidFill>
                <a:latin typeface="Arial"/>
                <a:ea typeface="Arial"/>
                <a:cs typeface="Arial"/>
              </a:defRPr>
            </a:lvl7pPr>
            <a:lvl8pPr algn="l">
              <a:defRPr sz="1650" b="1" i="0">
                <a:solidFill>
                  <a:srgbClr val="FFFFFF"/>
                </a:solidFill>
                <a:latin typeface="Arial"/>
                <a:ea typeface="Arial"/>
                <a:cs typeface="Arial"/>
              </a:defRPr>
            </a:lvl8pPr>
            <a:lvl9pPr algn="l">
              <a:defRPr sz="1650" b="1" i="0">
                <a:solidFill>
                  <a:srgbClr val="FFFFFF"/>
                </a:solidFill>
                <a:latin typeface="Arial"/>
                <a:ea typeface="Arial"/>
                <a:cs typeface="Arial"/>
              </a:defRPr>
            </a:lvl9pPr>
          </a:lstStyle>
          <a:p>
            <a:pPr algn="l">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a:t>
            </a:r>
          </a:p>
        </p:txBody>
      </p:sp>
      <p:sp>
        <p:nvSpPr>
          <p:cNvPr id="7" name="Oval 6">
            <a:extLst>
              <a:ext uri="{FF2B5EF4-FFF2-40B4-BE49-F238E27FC236}">
                <a16:creationId xmlns:a16="http://schemas.microsoft.com/office/drawing/2014/main" id="{47EAAF5A-6FD2-463F-90E0-B3ECF48ECE45}"/>
              </a:ext>
            </a:extLst>
          </p:cNvPr>
          <p:cNvSpPr>
            <a:spLocks noGrp="1"/>
          </p:cNvSpPr>
          <p:nvPr/>
        </p:nvSpPr>
        <p:spPr>
          <a:xfrm>
            <a:off x="619125" y="3238500"/>
            <a:ext cx="381000" cy="381000"/>
          </a:xfrm>
          <a:prstGeom prst="ellipse">
            <a:avLst/>
          </a:prstGeom>
          <a:solidFill>
            <a:srgbClr val="F1C84B"/>
          </a:solidFill>
          <a:ln w="0">
            <a:noFill/>
            <a:prstDash val="solid"/>
          </a:ln>
        </p:spPr>
      </p:sp>
      <p:sp>
        <p:nvSpPr>
          <p:cNvPr id="8" name="Rectangle 7">
            <a:extLst>
              <a:ext uri="{FF2B5EF4-FFF2-40B4-BE49-F238E27FC236}">
                <a16:creationId xmlns:a16="http://schemas.microsoft.com/office/drawing/2014/main" id="{7C5FEE80-D5A7-4DFC-A33F-72B28C9375C2}"/>
              </a:ext>
            </a:extLst>
          </p:cNvPr>
          <p:cNvSpPr>
            <a:spLocks noGrp="1"/>
          </p:cNvSpPr>
          <p:nvPr/>
        </p:nvSpPr>
        <p:spPr>
          <a:xfrm>
            <a:off x="619125" y="3314700"/>
            <a:ext cx="381000" cy="228600"/>
          </a:xfrm>
          <a:prstGeom prst="rect">
            <a:avLst/>
          </a:prstGeom>
          <a:noFill/>
          <a:ln w="0">
            <a:noFill/>
            <a:prstDash val="solid"/>
          </a:ln>
        </p:spPr>
        <p:txBody>
          <a:bodyPr anchor="t">
            <a:normAutofit fontScale="85714"/>
          </a:bodyPr>
          <a:lstStyle>
            <a:defPPr algn="ctr">
              <a:defRPr sz="1050" b="1" i="0">
                <a:solidFill>
                  <a:srgbClr val="091A15"/>
                </a:solidFill>
                <a:latin typeface="Arial"/>
                <a:ea typeface="Arial"/>
                <a:cs typeface="Arial"/>
              </a:defRPr>
            </a:defPPr>
            <a:lvl1pPr algn="ctr">
              <a:defRPr sz="1050" b="1" i="0">
                <a:solidFill>
                  <a:srgbClr val="091A15"/>
                </a:solidFill>
                <a:latin typeface="Arial"/>
                <a:ea typeface="Arial"/>
                <a:cs typeface="Arial"/>
              </a:defRPr>
            </a:lvl1pPr>
            <a:lvl2pPr algn="ctr">
              <a:defRPr sz="1050" b="1" i="0">
                <a:solidFill>
                  <a:srgbClr val="091A15"/>
                </a:solidFill>
                <a:latin typeface="Arial"/>
                <a:ea typeface="Arial"/>
                <a:cs typeface="Arial"/>
              </a:defRPr>
            </a:lvl2pPr>
            <a:lvl3pPr algn="ctr">
              <a:defRPr sz="1050" b="1" i="0">
                <a:solidFill>
                  <a:srgbClr val="091A15"/>
                </a:solidFill>
                <a:latin typeface="Arial"/>
                <a:ea typeface="Arial"/>
                <a:cs typeface="Arial"/>
              </a:defRPr>
            </a:lvl3pPr>
            <a:lvl4pPr algn="ctr">
              <a:defRPr sz="1050" b="1" i="0">
                <a:solidFill>
                  <a:srgbClr val="091A15"/>
                </a:solidFill>
                <a:latin typeface="Arial"/>
                <a:ea typeface="Arial"/>
                <a:cs typeface="Arial"/>
              </a:defRPr>
            </a:lvl4pPr>
            <a:lvl5pPr algn="ctr">
              <a:defRPr sz="1050" b="1" i="0">
                <a:solidFill>
                  <a:srgbClr val="091A15"/>
                </a:solidFill>
                <a:latin typeface="Arial"/>
                <a:ea typeface="Arial"/>
                <a:cs typeface="Arial"/>
              </a:defRPr>
            </a:lvl5pPr>
            <a:lvl6pPr algn="ctr">
              <a:defRPr sz="1050" b="1" i="0">
                <a:solidFill>
                  <a:srgbClr val="091A15"/>
                </a:solidFill>
                <a:latin typeface="Arial"/>
                <a:ea typeface="Arial"/>
                <a:cs typeface="Arial"/>
              </a:defRPr>
            </a:lvl6pPr>
            <a:lvl7pPr algn="ctr">
              <a:defRPr sz="1050" b="1" i="0">
                <a:solidFill>
                  <a:srgbClr val="091A15"/>
                </a:solidFill>
                <a:latin typeface="Arial"/>
                <a:ea typeface="Arial"/>
                <a:cs typeface="Arial"/>
              </a:defRPr>
            </a:lvl7pPr>
            <a:lvl8pPr algn="ctr">
              <a:defRPr sz="1050" b="1" i="0">
                <a:solidFill>
                  <a:srgbClr val="091A15"/>
                </a:solidFill>
                <a:latin typeface="Arial"/>
                <a:ea typeface="Arial"/>
                <a:cs typeface="Arial"/>
              </a:defRPr>
            </a:lvl8pPr>
            <a:lvl9pPr algn="ctr">
              <a:defRPr sz="1050" b="1" i="0">
                <a:solidFill>
                  <a:srgbClr val="091A15"/>
                </a:solidFill>
                <a:latin typeface="Arial"/>
                <a:ea typeface="Arial"/>
                <a:cs typeface="Arial"/>
              </a:defRPr>
            </a:lvl9pPr>
          </a:lstStyle>
          <a:p>
            <a:pPr algn="ctr">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a:ext uri="{FF2B5EF4-FFF2-40B4-BE49-F238E27FC236}">
                <a16:creationId xmlns:a16="http://schemas.microsoft.com/office/drawing/2014/main" id="{4F5F2FBB-4593-40D4-A052-114CC15BC7E5}"/>
              </a:ext>
            </a:extLst>
          </p:cNvPr>
          <p:cNvSpPr>
            <a:spLocks noGrp="1"/>
          </p:cNvSpPr>
          <p:nvPr/>
        </p:nvSpPr>
        <p:spPr>
          <a:xfrm>
            <a:off x="1257300" y="3228975"/>
            <a:ext cx="9525000" cy="619125"/>
          </a:xfrm>
          <a:prstGeom prst="rect">
            <a:avLst/>
          </a:prstGeom>
          <a:noFill/>
          <a:ln w="0">
            <a:noFill/>
            <a:prstDash val="solid"/>
          </a:ln>
        </p:spPr>
        <p:txBody>
          <a:bodyPr anchor="t">
            <a:normAutofit/>
          </a:bodyPr>
          <a:lstStyle>
            <a:defPPr algn="l">
              <a:defRPr sz="1650" b="1" i="0">
                <a:solidFill>
                  <a:srgbClr val="FFFFFF"/>
                </a:solidFill>
                <a:latin typeface="Arial"/>
                <a:ea typeface="Arial"/>
                <a:cs typeface="Arial"/>
              </a:defRPr>
            </a:defPPr>
            <a:lvl1pPr algn="l">
              <a:defRPr sz="1650" b="1" i="0">
                <a:solidFill>
                  <a:srgbClr val="FFFFFF"/>
                </a:solidFill>
                <a:latin typeface="Arial"/>
                <a:ea typeface="Arial"/>
                <a:cs typeface="Arial"/>
              </a:defRPr>
            </a:lvl1pPr>
            <a:lvl2pPr algn="l">
              <a:defRPr sz="1650" b="1" i="0">
                <a:solidFill>
                  <a:srgbClr val="FFFFFF"/>
                </a:solidFill>
                <a:latin typeface="Arial"/>
                <a:ea typeface="Arial"/>
                <a:cs typeface="Arial"/>
              </a:defRPr>
            </a:lvl2pPr>
            <a:lvl3pPr algn="l">
              <a:defRPr sz="1650" b="1" i="0">
                <a:solidFill>
                  <a:srgbClr val="FFFFFF"/>
                </a:solidFill>
                <a:latin typeface="Arial"/>
                <a:ea typeface="Arial"/>
                <a:cs typeface="Arial"/>
              </a:defRPr>
            </a:lvl3pPr>
            <a:lvl4pPr algn="l">
              <a:defRPr sz="1650" b="1" i="0">
                <a:solidFill>
                  <a:srgbClr val="FFFFFF"/>
                </a:solidFill>
                <a:latin typeface="Arial"/>
                <a:ea typeface="Arial"/>
                <a:cs typeface="Arial"/>
              </a:defRPr>
            </a:lvl4pPr>
            <a:lvl5pPr algn="l">
              <a:defRPr sz="1650" b="1" i="0">
                <a:solidFill>
                  <a:srgbClr val="FFFFFF"/>
                </a:solidFill>
                <a:latin typeface="Arial"/>
                <a:ea typeface="Arial"/>
                <a:cs typeface="Arial"/>
              </a:defRPr>
            </a:lvl5pPr>
            <a:lvl6pPr algn="l">
              <a:defRPr sz="1650" b="1" i="0">
                <a:solidFill>
                  <a:srgbClr val="FFFFFF"/>
                </a:solidFill>
                <a:latin typeface="Arial"/>
                <a:ea typeface="Arial"/>
                <a:cs typeface="Arial"/>
              </a:defRPr>
            </a:lvl6pPr>
            <a:lvl7pPr algn="l">
              <a:defRPr sz="1650" b="1" i="0">
                <a:solidFill>
                  <a:srgbClr val="FFFFFF"/>
                </a:solidFill>
                <a:latin typeface="Arial"/>
                <a:ea typeface="Arial"/>
                <a:cs typeface="Arial"/>
              </a:defRPr>
            </a:lvl7pPr>
            <a:lvl8pPr algn="l">
              <a:defRPr sz="1650" b="1" i="0">
                <a:solidFill>
                  <a:srgbClr val="FFFFFF"/>
                </a:solidFill>
                <a:latin typeface="Arial"/>
                <a:ea typeface="Arial"/>
                <a:cs typeface="Arial"/>
              </a:defRPr>
            </a:lvl8pPr>
            <a:lvl9pPr algn="l">
              <a:defRPr sz="1650" b="1" i="0">
                <a:solidFill>
                  <a:srgbClr val="FFFFFF"/>
                </a:solidFill>
                <a:latin typeface="Arial"/>
                <a:ea typeface="Arial"/>
                <a:cs typeface="Arial"/>
              </a:defRPr>
            </a:lvl9pPr>
          </a:lstStyle>
          <a:p>
            <a:pPr algn="l">
              <a:defRPr sz="1650" b="1" i="0">
                <a:solidFill>
                  <a:srgbClr val="FFFFFF"/>
                </a:solidFill>
                <a:latin typeface="Arial"/>
                <a:ea typeface="Arial"/>
                <a:cs typeface="Arial"/>
              </a:defRPr>
            </a:pPr>
            <a:r>
              <a:rPr sz="1650" b="1" i="0">
                <a:solidFill>
                  <a:srgbClr val="FFFFFF"/>
                </a:solidFill>
                <a:latin typeface="Arial"/>
                <a:ea typeface="Arial"/>
                <a:cs typeface="Arial"/>
              </a:rPr>
              <a:t>Verified local runs establish execution, not biological success or optimality.</a:t>
            </a:r>
          </a:p>
        </p:txBody>
      </p:sp>
      <p:sp>
        <p:nvSpPr>
          <p:cNvPr id="10" name="Oval 9">
            <a:extLst>
              <a:ext uri="{FF2B5EF4-FFF2-40B4-BE49-F238E27FC236}">
                <a16:creationId xmlns:a16="http://schemas.microsoft.com/office/drawing/2014/main" id="{6B97DB7C-DB24-43D1-9196-8707024C8046}"/>
              </a:ext>
            </a:extLst>
          </p:cNvPr>
          <p:cNvSpPr>
            <a:spLocks noGrp="1"/>
          </p:cNvSpPr>
          <p:nvPr/>
        </p:nvSpPr>
        <p:spPr>
          <a:xfrm>
            <a:off x="619125" y="4191000"/>
            <a:ext cx="381000" cy="381000"/>
          </a:xfrm>
          <a:prstGeom prst="ellipse">
            <a:avLst/>
          </a:prstGeom>
          <a:solidFill>
            <a:srgbClr val="E84AAB"/>
          </a:solidFill>
          <a:ln w="0">
            <a:noFill/>
            <a:prstDash val="solid"/>
          </a:ln>
        </p:spPr>
      </p:sp>
      <p:sp>
        <p:nvSpPr>
          <p:cNvPr id="11" name="Rectangle 10">
            <a:extLst>
              <a:ext uri="{FF2B5EF4-FFF2-40B4-BE49-F238E27FC236}">
                <a16:creationId xmlns:a16="http://schemas.microsoft.com/office/drawing/2014/main" id="{D162ECDB-F72B-4949-8829-9FB4C379A82A}"/>
              </a:ext>
            </a:extLst>
          </p:cNvPr>
          <p:cNvSpPr>
            <a:spLocks noGrp="1"/>
          </p:cNvSpPr>
          <p:nvPr/>
        </p:nvSpPr>
        <p:spPr>
          <a:xfrm>
            <a:off x="619125" y="4267200"/>
            <a:ext cx="381000" cy="228600"/>
          </a:xfrm>
          <a:prstGeom prst="rect">
            <a:avLst/>
          </a:prstGeom>
          <a:noFill/>
          <a:ln w="0">
            <a:noFill/>
            <a:prstDash val="solid"/>
          </a:ln>
        </p:spPr>
        <p:txBody>
          <a:bodyPr anchor="t">
            <a:normAutofit fontScale="85714"/>
          </a:bodyPr>
          <a:lstStyle>
            <a:defPPr algn="ctr">
              <a:defRPr sz="1050" b="1" i="0">
                <a:solidFill>
                  <a:srgbClr val="091A15"/>
                </a:solidFill>
                <a:latin typeface="Arial"/>
                <a:ea typeface="Arial"/>
                <a:cs typeface="Arial"/>
              </a:defRPr>
            </a:defPPr>
            <a:lvl1pPr algn="ctr">
              <a:defRPr sz="1050" b="1" i="0">
                <a:solidFill>
                  <a:srgbClr val="091A15"/>
                </a:solidFill>
                <a:latin typeface="Arial"/>
                <a:ea typeface="Arial"/>
                <a:cs typeface="Arial"/>
              </a:defRPr>
            </a:lvl1pPr>
            <a:lvl2pPr algn="ctr">
              <a:defRPr sz="1050" b="1" i="0">
                <a:solidFill>
                  <a:srgbClr val="091A15"/>
                </a:solidFill>
                <a:latin typeface="Arial"/>
                <a:ea typeface="Arial"/>
                <a:cs typeface="Arial"/>
              </a:defRPr>
            </a:lvl2pPr>
            <a:lvl3pPr algn="ctr">
              <a:defRPr sz="1050" b="1" i="0">
                <a:solidFill>
                  <a:srgbClr val="091A15"/>
                </a:solidFill>
                <a:latin typeface="Arial"/>
                <a:ea typeface="Arial"/>
                <a:cs typeface="Arial"/>
              </a:defRPr>
            </a:lvl3pPr>
            <a:lvl4pPr algn="ctr">
              <a:defRPr sz="1050" b="1" i="0">
                <a:solidFill>
                  <a:srgbClr val="091A15"/>
                </a:solidFill>
                <a:latin typeface="Arial"/>
                <a:ea typeface="Arial"/>
                <a:cs typeface="Arial"/>
              </a:defRPr>
            </a:lvl4pPr>
            <a:lvl5pPr algn="ctr">
              <a:defRPr sz="1050" b="1" i="0">
                <a:solidFill>
                  <a:srgbClr val="091A15"/>
                </a:solidFill>
                <a:latin typeface="Arial"/>
                <a:ea typeface="Arial"/>
                <a:cs typeface="Arial"/>
              </a:defRPr>
            </a:lvl5pPr>
            <a:lvl6pPr algn="ctr">
              <a:defRPr sz="1050" b="1" i="0">
                <a:solidFill>
                  <a:srgbClr val="091A15"/>
                </a:solidFill>
                <a:latin typeface="Arial"/>
                <a:ea typeface="Arial"/>
                <a:cs typeface="Arial"/>
              </a:defRPr>
            </a:lvl6pPr>
            <a:lvl7pPr algn="ctr">
              <a:defRPr sz="1050" b="1" i="0">
                <a:solidFill>
                  <a:srgbClr val="091A15"/>
                </a:solidFill>
                <a:latin typeface="Arial"/>
                <a:ea typeface="Arial"/>
                <a:cs typeface="Arial"/>
              </a:defRPr>
            </a:lvl7pPr>
            <a:lvl8pPr algn="ctr">
              <a:defRPr sz="1050" b="1" i="0">
                <a:solidFill>
                  <a:srgbClr val="091A15"/>
                </a:solidFill>
                <a:latin typeface="Arial"/>
                <a:ea typeface="Arial"/>
                <a:cs typeface="Arial"/>
              </a:defRPr>
            </a:lvl8pPr>
            <a:lvl9pPr algn="ctr">
              <a:defRPr sz="1050" b="1" i="0">
                <a:solidFill>
                  <a:srgbClr val="091A15"/>
                </a:solidFill>
                <a:latin typeface="Arial"/>
                <a:ea typeface="Arial"/>
                <a:cs typeface="Arial"/>
              </a:defRPr>
            </a:lvl9pPr>
          </a:lstStyle>
          <a:p>
            <a:pPr algn="ctr">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a:ext uri="{FF2B5EF4-FFF2-40B4-BE49-F238E27FC236}">
                <a16:creationId xmlns:a16="http://schemas.microsoft.com/office/drawing/2014/main" id="{5ACAAF8C-8ED6-4F48-93C4-C8D2D7A49D71}"/>
              </a:ext>
            </a:extLst>
          </p:cNvPr>
          <p:cNvSpPr>
            <a:spLocks noGrp="1"/>
          </p:cNvSpPr>
          <p:nvPr/>
        </p:nvSpPr>
        <p:spPr>
          <a:xfrm>
            <a:off x="1257300" y="4181475"/>
            <a:ext cx="9525000" cy="619125"/>
          </a:xfrm>
          <a:prstGeom prst="rect">
            <a:avLst/>
          </a:prstGeom>
          <a:noFill/>
          <a:ln w="0">
            <a:noFill/>
            <a:prstDash val="solid"/>
          </a:ln>
        </p:spPr>
        <p:txBody>
          <a:bodyPr anchor="t">
            <a:normAutofit/>
          </a:bodyPr>
          <a:lstStyle>
            <a:defPPr algn="l">
              <a:defRPr sz="1650" b="1" i="0">
                <a:solidFill>
                  <a:srgbClr val="FFFFFF"/>
                </a:solidFill>
                <a:latin typeface="Arial"/>
                <a:ea typeface="Arial"/>
                <a:cs typeface="Arial"/>
              </a:defRPr>
            </a:defPPr>
            <a:lvl1pPr algn="l">
              <a:defRPr sz="1650" b="1" i="0">
                <a:solidFill>
                  <a:srgbClr val="FFFFFF"/>
                </a:solidFill>
                <a:latin typeface="Arial"/>
                <a:ea typeface="Arial"/>
                <a:cs typeface="Arial"/>
              </a:defRPr>
            </a:lvl1pPr>
            <a:lvl2pPr algn="l">
              <a:defRPr sz="1650" b="1" i="0">
                <a:solidFill>
                  <a:srgbClr val="FFFFFF"/>
                </a:solidFill>
                <a:latin typeface="Arial"/>
                <a:ea typeface="Arial"/>
                <a:cs typeface="Arial"/>
              </a:defRPr>
            </a:lvl2pPr>
            <a:lvl3pPr algn="l">
              <a:defRPr sz="1650" b="1" i="0">
                <a:solidFill>
                  <a:srgbClr val="FFFFFF"/>
                </a:solidFill>
                <a:latin typeface="Arial"/>
                <a:ea typeface="Arial"/>
                <a:cs typeface="Arial"/>
              </a:defRPr>
            </a:lvl3pPr>
            <a:lvl4pPr algn="l">
              <a:defRPr sz="1650" b="1" i="0">
                <a:solidFill>
                  <a:srgbClr val="FFFFFF"/>
                </a:solidFill>
                <a:latin typeface="Arial"/>
                <a:ea typeface="Arial"/>
                <a:cs typeface="Arial"/>
              </a:defRPr>
            </a:lvl4pPr>
            <a:lvl5pPr algn="l">
              <a:defRPr sz="1650" b="1" i="0">
                <a:solidFill>
                  <a:srgbClr val="FFFFFF"/>
                </a:solidFill>
                <a:latin typeface="Arial"/>
                <a:ea typeface="Arial"/>
                <a:cs typeface="Arial"/>
              </a:defRPr>
            </a:lvl5pPr>
            <a:lvl6pPr algn="l">
              <a:defRPr sz="1650" b="1" i="0">
                <a:solidFill>
                  <a:srgbClr val="FFFFFF"/>
                </a:solidFill>
                <a:latin typeface="Arial"/>
                <a:ea typeface="Arial"/>
                <a:cs typeface="Arial"/>
              </a:defRPr>
            </a:lvl6pPr>
            <a:lvl7pPr algn="l">
              <a:defRPr sz="1650" b="1" i="0">
                <a:solidFill>
                  <a:srgbClr val="FFFFFF"/>
                </a:solidFill>
                <a:latin typeface="Arial"/>
                <a:ea typeface="Arial"/>
                <a:cs typeface="Arial"/>
              </a:defRPr>
            </a:lvl7pPr>
            <a:lvl8pPr algn="l">
              <a:defRPr sz="1650" b="1" i="0">
                <a:solidFill>
                  <a:srgbClr val="FFFFFF"/>
                </a:solidFill>
                <a:latin typeface="Arial"/>
                <a:ea typeface="Arial"/>
                <a:cs typeface="Arial"/>
              </a:defRPr>
            </a:lvl8pPr>
            <a:lvl9pPr algn="l">
              <a:defRPr sz="1650" b="1" i="0">
                <a:solidFill>
                  <a:srgbClr val="FFFFFF"/>
                </a:solidFill>
                <a:latin typeface="Arial"/>
                <a:ea typeface="Arial"/>
                <a:cs typeface="Arial"/>
              </a:defRPr>
            </a:lvl9pPr>
          </a:lstStyle>
          <a:p>
            <a:pPr algn="l">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a:ext uri="{FF2B5EF4-FFF2-40B4-BE49-F238E27FC236}">
                <a16:creationId xmlns:a16="http://schemas.microsoft.com/office/drawing/2014/main" id="{975C89EE-1BA0-4227-93DF-F156E7DF667F}"/>
              </a:ext>
            </a:extLst>
          </p:cNvPr>
          <p:cNvSpPr>
            <a:spLocks noGrp="1"/>
          </p:cNvSpPr>
          <p:nvPr/>
        </p:nvSpPr>
        <p:spPr>
          <a:xfrm>
            <a:off x="590550" y="5334000"/>
            <a:ext cx="10744200" cy="657225"/>
          </a:xfrm>
          <a:prstGeom prst="roundRect">
            <a:avLst>
              <a:gd name="adj" fmla="val 17391"/>
            </a:avLst>
          </a:prstGeom>
          <a:solidFill>
            <a:srgbClr val="102720"/>
          </a:solidFill>
          <a:ln w="9525">
            <a:solidFill>
              <a:srgbClr val="3FC6D6"/>
            </a:solidFill>
            <a:prstDash val="solid"/>
          </a:ln>
        </p:spPr>
      </p:sp>
      <p:sp>
        <p:nvSpPr>
          <p:cNvPr id="14" name="Rectangle 13">
            <a:extLst>
              <a:ext uri="{FF2B5EF4-FFF2-40B4-BE49-F238E27FC236}">
                <a16:creationId xmlns:a16="http://schemas.microsoft.com/office/drawing/2014/main" id="{BF0D0FB5-3902-4307-929B-BFB79E9338CD}"/>
              </a:ext>
            </a:extLst>
          </p:cNvPr>
          <p:cNvSpPr>
            <a:spLocks noGrp="1"/>
          </p:cNvSpPr>
          <p:nvPr/>
        </p:nvSpPr>
        <p:spPr>
          <a:xfrm>
            <a:off x="866775" y="5495925"/>
            <a:ext cx="10191750" cy="342900"/>
          </a:xfrm>
          <a:prstGeom prst="rect">
            <a:avLst/>
          </a:prstGeom>
          <a:noFill/>
          <a:ln w="0">
            <a:noFill/>
            <a:prstDash val="solid"/>
          </a:ln>
        </p:spPr>
        <p:txBody>
          <a:bodyPr anchor="t">
            <a:normAutofit/>
          </a:bodyPr>
          <a:lstStyle>
            <a:defPPr algn="ctr">
              <a:defRPr sz="1575" b="1" i="0">
                <a:solidFill>
                  <a:srgbClr val="3FC6D6"/>
                </a:solidFill>
                <a:latin typeface="Arial"/>
                <a:ea typeface="Arial"/>
                <a:cs typeface="Arial"/>
              </a:defRPr>
            </a:defPPr>
            <a:lvl1pPr algn="ctr">
              <a:defRPr sz="1575" b="1" i="0">
                <a:solidFill>
                  <a:srgbClr val="3FC6D6"/>
                </a:solidFill>
                <a:latin typeface="Arial"/>
                <a:ea typeface="Arial"/>
                <a:cs typeface="Arial"/>
              </a:defRPr>
            </a:lvl1pPr>
            <a:lvl2pPr algn="ctr">
              <a:defRPr sz="1575" b="1" i="0">
                <a:solidFill>
                  <a:srgbClr val="3FC6D6"/>
                </a:solidFill>
                <a:latin typeface="Arial"/>
                <a:ea typeface="Arial"/>
                <a:cs typeface="Arial"/>
              </a:defRPr>
            </a:lvl2pPr>
            <a:lvl3pPr algn="ctr">
              <a:defRPr sz="1575" b="1" i="0">
                <a:solidFill>
                  <a:srgbClr val="3FC6D6"/>
                </a:solidFill>
                <a:latin typeface="Arial"/>
                <a:ea typeface="Arial"/>
                <a:cs typeface="Arial"/>
              </a:defRPr>
            </a:lvl3pPr>
            <a:lvl4pPr algn="ctr">
              <a:defRPr sz="1575" b="1" i="0">
                <a:solidFill>
                  <a:srgbClr val="3FC6D6"/>
                </a:solidFill>
                <a:latin typeface="Arial"/>
                <a:ea typeface="Arial"/>
                <a:cs typeface="Arial"/>
              </a:defRPr>
            </a:lvl4pPr>
            <a:lvl5pPr algn="ctr">
              <a:defRPr sz="1575" b="1" i="0">
                <a:solidFill>
                  <a:srgbClr val="3FC6D6"/>
                </a:solidFill>
                <a:latin typeface="Arial"/>
                <a:ea typeface="Arial"/>
                <a:cs typeface="Arial"/>
              </a:defRPr>
            </a:lvl5pPr>
            <a:lvl6pPr algn="ctr">
              <a:defRPr sz="1575" b="1" i="0">
                <a:solidFill>
                  <a:srgbClr val="3FC6D6"/>
                </a:solidFill>
                <a:latin typeface="Arial"/>
                <a:ea typeface="Arial"/>
                <a:cs typeface="Arial"/>
              </a:defRPr>
            </a:lvl6pPr>
            <a:lvl7pPr algn="ctr">
              <a:defRPr sz="1575" b="1" i="0">
                <a:solidFill>
                  <a:srgbClr val="3FC6D6"/>
                </a:solidFill>
                <a:latin typeface="Arial"/>
                <a:ea typeface="Arial"/>
                <a:cs typeface="Arial"/>
              </a:defRPr>
            </a:lvl7pPr>
            <a:lvl8pPr algn="ctr">
              <a:defRPr sz="1575" b="1" i="0">
                <a:solidFill>
                  <a:srgbClr val="3FC6D6"/>
                </a:solidFill>
                <a:latin typeface="Arial"/>
                <a:ea typeface="Arial"/>
                <a:cs typeface="Arial"/>
              </a:defRPr>
            </a:lvl8pPr>
            <a:lvl9pPr algn="ctr">
              <a:defRPr sz="1575" b="1" i="0">
                <a:solidFill>
                  <a:srgbClr val="3FC6D6"/>
                </a:solidFill>
                <a:latin typeface="Arial"/>
                <a:ea typeface="Arial"/>
                <a:cs typeface="Arial"/>
              </a:defRPr>
            </a:lvl9pPr>
          </a:lstStyle>
          <a:p>
            <a:pPr algn="ctr">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a:ext uri="{FF2B5EF4-FFF2-40B4-BE49-F238E27FC236}">
                <a16:creationId xmlns:a16="http://schemas.microsoft.com/office/drawing/2014/main" id="{63C2703D-EEDF-4E0F-9207-E66CE8B71533}"/>
              </a:ext>
            </a:extLst>
          </p:cNvPr>
          <p:cNvSpPr>
            <a:spLocks noGrp="1"/>
          </p:cNvSpPr>
          <p:nvPr/>
        </p:nvSpPr>
        <p:spPr>
          <a:xfrm>
            <a:off x="9563100" y="6276975"/>
            <a:ext cx="1714500" cy="285750"/>
          </a:xfrm>
          <a:prstGeom prst="rect">
            <a:avLst/>
          </a:prstGeom>
          <a:noFill/>
          <a:ln w="0">
            <a:noFill/>
            <a:prstDash val="solid"/>
          </a:ln>
        </p:spPr>
        <p:txBody>
          <a:bodyPr anchor="t">
            <a:normAutofit fontScale="94444"/>
          </a:bodyPr>
          <a:lstStyle>
            <a:defPPr algn="r">
              <a:defRPr sz="1350" b="1" i="0">
                <a:solidFill>
                  <a:srgbClr val="FFFFFF"/>
                </a:solidFill>
                <a:latin typeface="Arial"/>
                <a:ea typeface="Arial"/>
                <a:cs typeface="Arial"/>
              </a:defRPr>
            </a:defPPr>
            <a:lvl1pPr algn="r">
              <a:defRPr sz="1350" b="1" i="0">
                <a:solidFill>
                  <a:srgbClr val="FFFFFF"/>
                </a:solidFill>
                <a:latin typeface="Arial"/>
                <a:ea typeface="Arial"/>
                <a:cs typeface="Arial"/>
              </a:defRPr>
            </a:lvl1pPr>
            <a:lvl2pPr algn="r">
              <a:defRPr sz="1350" b="1" i="0">
                <a:solidFill>
                  <a:srgbClr val="FFFFFF"/>
                </a:solidFill>
                <a:latin typeface="Arial"/>
                <a:ea typeface="Arial"/>
                <a:cs typeface="Arial"/>
              </a:defRPr>
            </a:lvl2pPr>
            <a:lvl3pPr algn="r">
              <a:defRPr sz="1350" b="1" i="0">
                <a:solidFill>
                  <a:srgbClr val="FFFFFF"/>
                </a:solidFill>
                <a:latin typeface="Arial"/>
                <a:ea typeface="Arial"/>
                <a:cs typeface="Arial"/>
              </a:defRPr>
            </a:lvl3pPr>
            <a:lvl4pPr algn="r">
              <a:defRPr sz="1350" b="1" i="0">
                <a:solidFill>
                  <a:srgbClr val="FFFFFF"/>
                </a:solidFill>
                <a:latin typeface="Arial"/>
                <a:ea typeface="Arial"/>
                <a:cs typeface="Arial"/>
              </a:defRPr>
            </a:lvl4pPr>
            <a:lvl5pPr algn="r">
              <a:defRPr sz="1350" b="1" i="0">
                <a:solidFill>
                  <a:srgbClr val="FFFFFF"/>
                </a:solidFill>
                <a:latin typeface="Arial"/>
                <a:ea typeface="Arial"/>
                <a:cs typeface="Arial"/>
              </a:defRPr>
            </a:lvl5pPr>
            <a:lvl6pPr algn="r">
              <a:defRPr sz="1350" b="1" i="0">
                <a:solidFill>
                  <a:srgbClr val="FFFFFF"/>
                </a:solidFill>
                <a:latin typeface="Arial"/>
                <a:ea typeface="Arial"/>
                <a:cs typeface="Arial"/>
              </a:defRPr>
            </a:lvl6pPr>
            <a:lvl7pPr algn="r">
              <a:defRPr sz="1350" b="1" i="0">
                <a:solidFill>
                  <a:srgbClr val="FFFFFF"/>
                </a:solidFill>
                <a:latin typeface="Arial"/>
                <a:ea typeface="Arial"/>
                <a:cs typeface="Arial"/>
              </a:defRPr>
            </a:lvl7pPr>
            <a:lvl8pPr algn="r">
              <a:defRPr sz="1350" b="1" i="0">
                <a:solidFill>
                  <a:srgbClr val="FFFFFF"/>
                </a:solidFill>
                <a:latin typeface="Arial"/>
                <a:ea typeface="Arial"/>
                <a:cs typeface="Arial"/>
              </a:defRPr>
            </a:lvl8pPr>
            <a:lvl9pPr algn="r">
              <a:defRPr sz="1350" b="1" i="0">
                <a:solidFill>
                  <a:srgbClr val="FFFFFF"/>
                </a:solidFill>
                <a:latin typeface="Arial"/>
                <a:ea typeface="Arial"/>
                <a:cs typeface="Arial"/>
              </a:defRPr>
            </a:lvl9pPr>
          </a:lstStyle>
          <a:p>
            <a:pPr algn="r">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a:ext uri="{FF2B5EF4-FFF2-40B4-BE49-F238E27FC236}">
                <a16:creationId xmlns:a16="http://schemas.microsoft.com/office/drawing/2014/main" id="{297E044F-AD40-430B-BDCC-5ABB66A1E20A}"/>
              </a:ext>
            </a:extLst>
          </p:cNvPr>
          <p:cNvSpPr>
            <a:spLocks noGrp="1"/>
          </p:cNvSpPr>
          <p:nvPr/>
        </p:nvSpPr>
        <p:spPr>
          <a:xfrm>
            <a:off x="10287000" y="6572250"/>
            <a:ext cx="1428750" cy="152400"/>
          </a:xfrm>
          <a:prstGeom prst="rect">
            <a:avLst/>
          </a:prstGeom>
          <a:noFill/>
          <a:ln w="0">
            <a:noFill/>
            <a:prstDash val="solid"/>
          </a:ln>
        </p:spPr>
        <p:txBody>
          <a:bodyPr anchor="t">
            <a:normAutofit fontScale="53333"/>
          </a:bodyPr>
          <a:lstStyle>
            <a:defPPr algn="r">
              <a:defRPr sz="750" b="1" i="0">
                <a:solidFill>
                  <a:srgbClr val="91AAA0"/>
                </a:solidFill>
                <a:latin typeface="Arial"/>
                <a:ea typeface="Arial"/>
                <a:cs typeface="Arial"/>
              </a:defRPr>
            </a:defPPr>
            <a:lvl1pPr algn="r">
              <a:defRPr sz="750" b="1" i="0">
                <a:solidFill>
                  <a:srgbClr val="91AAA0"/>
                </a:solidFill>
                <a:latin typeface="Arial"/>
                <a:ea typeface="Arial"/>
                <a:cs typeface="Arial"/>
              </a:defRPr>
            </a:lvl1pPr>
            <a:lvl2pPr algn="r">
              <a:defRPr sz="750" b="1" i="0">
                <a:solidFill>
                  <a:srgbClr val="91AAA0"/>
                </a:solidFill>
                <a:latin typeface="Arial"/>
                <a:ea typeface="Arial"/>
                <a:cs typeface="Arial"/>
              </a:defRPr>
            </a:lvl2pPr>
            <a:lvl3pPr algn="r">
              <a:defRPr sz="750" b="1" i="0">
                <a:solidFill>
                  <a:srgbClr val="91AAA0"/>
                </a:solidFill>
                <a:latin typeface="Arial"/>
                <a:ea typeface="Arial"/>
                <a:cs typeface="Arial"/>
              </a:defRPr>
            </a:lvl3pPr>
            <a:lvl4pPr algn="r">
              <a:defRPr sz="750" b="1" i="0">
                <a:solidFill>
                  <a:srgbClr val="91AAA0"/>
                </a:solidFill>
                <a:latin typeface="Arial"/>
                <a:ea typeface="Arial"/>
                <a:cs typeface="Arial"/>
              </a:defRPr>
            </a:lvl4pPr>
            <a:lvl5pPr algn="r">
              <a:defRPr sz="750" b="1" i="0">
                <a:solidFill>
                  <a:srgbClr val="91AAA0"/>
                </a:solidFill>
                <a:latin typeface="Arial"/>
                <a:ea typeface="Arial"/>
                <a:cs typeface="Arial"/>
              </a:defRPr>
            </a:lvl5pPr>
            <a:lvl6pPr algn="r">
              <a:defRPr sz="750" b="1" i="0">
                <a:solidFill>
                  <a:srgbClr val="91AAA0"/>
                </a:solidFill>
                <a:latin typeface="Arial"/>
                <a:ea typeface="Arial"/>
                <a:cs typeface="Arial"/>
              </a:defRPr>
            </a:lvl6pPr>
            <a:lvl7pPr algn="r">
              <a:defRPr sz="750" b="1" i="0">
                <a:solidFill>
                  <a:srgbClr val="91AAA0"/>
                </a:solidFill>
                <a:latin typeface="Arial"/>
                <a:ea typeface="Arial"/>
                <a:cs typeface="Arial"/>
              </a:defRPr>
            </a:lvl7pPr>
            <a:lvl8pPr algn="r">
              <a:defRPr sz="750" b="1" i="0">
                <a:solidFill>
                  <a:srgbClr val="91AAA0"/>
                </a:solidFill>
                <a:latin typeface="Arial"/>
                <a:ea typeface="Arial"/>
                <a:cs typeface="Arial"/>
              </a:defRPr>
            </a:lvl8pPr>
            <a:lvl9pPr algn="r">
              <a:defRPr sz="750" b="1" i="0">
                <a:solidFill>
                  <a:srgbClr val="91AAA0"/>
                </a:solidFill>
                <a:latin typeface="Arial"/>
                <a:ea typeface="Arial"/>
                <a:cs typeface="Arial"/>
              </a:defRPr>
            </a:lvl9pPr>
          </a:lstStyle>
          <a:p>
            <a:pPr algn="r">
              <a:defRPr sz="750" b="1" i="0">
                <a:solidFill>
                  <a:srgbClr val="91AAA0"/>
                </a:solidFill>
                <a:latin typeface="Arial"/>
                <a:ea typeface="Arial"/>
                <a:cs typeface="Arial"/>
              </a:defRPr>
            </a:pPr>
            <a:r>
              <a:rPr sz="750" b="1" i="0">
                <a:solidFill>
                  <a:srgbClr val="91AAA0"/>
                </a:solidFill>
                <a:latin typeface="Arial"/>
                <a:ea typeface="Arial"/>
                <a:cs typeface="Arial"/>
              </a:rPr>
              <a:t>Presenter 4  ·  25</a:t>
            </a:r>
          </a:p>
        </p:txBody>
      </p:sp>
    </p:spTree>
    <p:extLst>
      <p:ext uri="{BB962C8B-B14F-4D97-AF65-F5344CB8AC3E}">
        <p14:creationId xmlns:p14="http://schemas.microsoft.com/office/powerpoint/2010/main" val="201247711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6431</Words>
  <Application>Microsoft Office PowerPoint</Application>
  <DocSecurity>0</DocSecurity>
  <PresentationFormat>Widescreen</PresentationFormat>
  <Paragraphs>744</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Cascadia Mono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Hardik Tyagi</cp:lastModifiedBy>
  <cp:revision>1</cp:revision>
  <dcterms:created xsi:type="dcterms:W3CDTF">2026-10-21T16:10:32Z</dcterms:created>
  <dcterms:modified xsi:type="dcterms:W3CDTF">2026-10-21T16:12:49Z</dcterms:modified>
</cp:coreProperties>
</file>